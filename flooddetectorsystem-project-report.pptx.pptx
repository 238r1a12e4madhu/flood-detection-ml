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60" r:id="rId4"/>
    <p:sldId id="261" r:id="rId5"/>
    <p:sldId id="262"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Lst>
  <p:sldSz cx="7556500" cy="10699750"/>
  <p:notesSz cx="7556500" cy="10699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2040" y="-38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AADC2E47-BC82-47C6-9391-9E8D3A16D767}" type="datetimeFigureOut">
              <a:rPr lang="en-IN" smtClean="0"/>
              <a:t>27-04-2025</a:t>
            </a:fld>
            <a:endParaRPr lang="en-IN"/>
          </a:p>
        </p:txBody>
      </p:sp>
      <p:sp>
        <p:nvSpPr>
          <p:cNvPr id="4" name="Slide Image Placeholder 3"/>
          <p:cNvSpPr>
            <a:spLocks noGrp="1" noRot="1" noChangeAspect="1"/>
          </p:cNvSpPr>
          <p:nvPr>
            <p:ph type="sldImg" idx="2"/>
          </p:nvPr>
        </p:nvSpPr>
        <p:spPr>
          <a:xfrm>
            <a:off x="2503488" y="1338263"/>
            <a:ext cx="2549525" cy="3609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9850"/>
            <a:ext cx="6045200" cy="42132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63175"/>
            <a:ext cx="3275013"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79900" y="10163175"/>
            <a:ext cx="3275013" cy="536575"/>
          </a:xfrm>
          <a:prstGeom prst="rect">
            <a:avLst/>
          </a:prstGeom>
        </p:spPr>
        <p:txBody>
          <a:bodyPr vert="horz" lIns="91440" tIns="45720" rIns="91440" bIns="45720" rtlCol="0" anchor="b"/>
          <a:lstStyle>
            <a:lvl1pPr algn="r">
              <a:defRPr sz="1200"/>
            </a:lvl1pPr>
          </a:lstStyle>
          <a:p>
            <a:fld id="{589737EA-5252-4A1F-B22B-D8A025464D72}" type="slidenum">
              <a:rPr lang="en-IN" smtClean="0"/>
              <a:t>‹#›</a:t>
            </a:fld>
            <a:endParaRPr lang="en-IN"/>
          </a:p>
        </p:txBody>
      </p:sp>
    </p:spTree>
    <p:extLst>
      <p:ext uri="{BB962C8B-B14F-4D97-AF65-F5344CB8AC3E}">
        <p14:creationId xmlns:p14="http://schemas.microsoft.com/office/powerpoint/2010/main" val="247655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6922"/>
            <a:ext cx="6428422" cy="224694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91860"/>
            <a:ext cx="5293995" cy="26749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02FCA1FC-8AD9-4722-A63B-8A6024BFC0AA}" type="datetime1">
              <a:rPr lang="en-US" smtClean="0"/>
              <a:t>4/27/2025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B3B3994-0289-4822-8B26-8C9D57109D16}" type="datetime1">
              <a:rPr lang="en-US" smtClean="0"/>
              <a:t>4/27/2025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460942"/>
            <a:ext cx="3289839"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60942"/>
            <a:ext cx="3289839" cy="706183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C7525923-B4E3-471F-8A38-3F316BCABEC9}" type="datetime1">
              <a:rPr lang="en-US" smtClean="0"/>
              <a:t>4/27/2025</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2197678C-81E5-43E9-940F-F4C7543536B9}" type="datetime1">
              <a:rPr lang="en-US" smtClean="0"/>
              <a:t>4/27/2025</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17EDF1D-3737-4BE7-84D6-DA8EC39C4870}" type="datetime1">
              <a:rPr lang="en-US" smtClean="0"/>
              <a:t>4/27/2025</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800" y="304799"/>
            <a:ext cx="6958330" cy="8890"/>
          </a:xfrm>
          <a:custGeom>
            <a:avLst/>
            <a:gdLst/>
            <a:ahLst/>
            <a:cxnLst/>
            <a:rect l="l" t="t" r="r" b="b"/>
            <a:pathLst>
              <a:path w="6958330" h="8889">
                <a:moveTo>
                  <a:pt x="6958203" y="0"/>
                </a:moveTo>
                <a:lnTo>
                  <a:pt x="6949059" y="0"/>
                </a:lnTo>
                <a:lnTo>
                  <a:pt x="9144" y="0"/>
                </a:lnTo>
                <a:lnTo>
                  <a:pt x="6096" y="0"/>
                </a:lnTo>
                <a:lnTo>
                  <a:pt x="0" y="0"/>
                </a:lnTo>
                <a:lnTo>
                  <a:pt x="0" y="8636"/>
                </a:lnTo>
                <a:lnTo>
                  <a:pt x="6096" y="8636"/>
                </a:lnTo>
                <a:lnTo>
                  <a:pt x="9144" y="8636"/>
                </a:lnTo>
                <a:lnTo>
                  <a:pt x="6949059" y="8636"/>
                </a:lnTo>
                <a:lnTo>
                  <a:pt x="6958203" y="8636"/>
                </a:lnTo>
                <a:lnTo>
                  <a:pt x="6958203"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378142" y="427990"/>
            <a:ext cx="6806565" cy="171196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460942"/>
            <a:ext cx="6806565"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50768"/>
            <a:ext cx="2420112" cy="53498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50768"/>
            <a:ext cx="1739455" cy="534987"/>
          </a:xfrm>
          <a:prstGeom prst="rect">
            <a:avLst/>
          </a:prstGeom>
        </p:spPr>
        <p:txBody>
          <a:bodyPr wrap="square" lIns="0" tIns="0" rIns="0" bIns="0">
            <a:spAutoFit/>
          </a:bodyPr>
          <a:lstStyle>
            <a:lvl1pPr algn="l">
              <a:defRPr>
                <a:solidFill>
                  <a:schemeClr val="tx1">
                    <a:tint val="75000"/>
                  </a:schemeClr>
                </a:solidFill>
              </a:defRPr>
            </a:lvl1pPr>
          </a:lstStyle>
          <a:p>
            <a:fld id="{FA25DB2E-B0B6-470E-A9F3-499ECD053EB3}" type="datetime1">
              <a:rPr lang="en-US" smtClean="0"/>
              <a:t>4/27/2025</a:t>
            </a:fld>
            <a:endParaRPr lang="en-US"/>
          </a:p>
        </p:txBody>
      </p:sp>
      <p:sp>
        <p:nvSpPr>
          <p:cNvPr id="6" name="Holder 6"/>
          <p:cNvSpPr>
            <a:spLocks noGrp="1"/>
          </p:cNvSpPr>
          <p:nvPr>
            <p:ph type="sldNum" sz="quarter" idx="7"/>
          </p:nvPr>
        </p:nvSpPr>
        <p:spPr>
          <a:xfrm>
            <a:off x="3712464" y="8986096"/>
            <a:ext cx="165100"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7.xml"/><Relationship Id="rId1" Type="http://schemas.openxmlformats.org/officeDocument/2006/relationships/slideLayout" Target="../slideLayouts/slideLayout5.xml"/><Relationship Id="rId6" Type="http://schemas.openxmlformats.org/officeDocument/2006/relationships/slide" Target="slide16.xml"/><Relationship Id="rId5" Type="http://schemas.openxmlformats.org/officeDocument/2006/relationships/slide" Target="slide12.xml"/><Relationship Id="rId4" Type="http://schemas.openxmlformats.org/officeDocument/2006/relationships/slide" Target="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ww1.microchip.com/downloads/en/DeviceDoc/ATmega48A-PA-88A-PA-168A-PA-328-P-DS-DS40002061A.pdf" TargetMode="External"/><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hyperlink" Target="https://en.wikipedia.org/wiki/Schematic_editor" TargetMode="External"/><Relationship Id="rId3" Type="http://schemas.openxmlformats.org/officeDocument/2006/relationships/hyperlink" Target="https://en.wikipedia.org/wiki/Schematic_capture" TargetMode="External"/><Relationship Id="rId7" Type="http://schemas.openxmlformats.org/officeDocument/2006/relationships/hyperlink" Target="https://en.wikipedia.org/wiki/Computer-aided_manufacturing" TargetMode="External"/><Relationship Id="rId12" Type="http://schemas.openxmlformats.org/officeDocument/2006/relationships/image" Target="../media/image4.jpg"/><Relationship Id="rId2" Type="http://schemas.openxmlformats.org/officeDocument/2006/relationships/hyperlink" Target="https://en.wikipedia.org/wiki/Electronic_design_automation" TargetMode="External"/><Relationship Id="rId1" Type="http://schemas.openxmlformats.org/officeDocument/2006/relationships/slideLayout" Target="../slideLayouts/slideLayout5.xml"/><Relationship Id="rId6" Type="http://schemas.openxmlformats.org/officeDocument/2006/relationships/hyperlink" Target="https://en.wikipedia.org/wiki/Auto-router" TargetMode="External"/><Relationship Id="rId11" Type="http://schemas.openxmlformats.org/officeDocument/2006/relationships/image" Target="../media/image3.jpg"/><Relationship Id="rId5" Type="http://schemas.openxmlformats.org/officeDocument/2006/relationships/hyperlink" Target="https://en.wikipedia.org/wiki/PCB_layout" TargetMode="External"/><Relationship Id="rId10" Type="http://schemas.openxmlformats.org/officeDocument/2006/relationships/hyperlink" Target="https://en.wikipedia.org/wiki/Back-annotation" TargetMode="External"/><Relationship Id="rId4" Type="http://schemas.openxmlformats.org/officeDocument/2006/relationships/hyperlink" Target="https://en.wikipedia.org/wiki/Printed_circuit_board" TargetMode="External"/><Relationship Id="rId9" Type="http://schemas.openxmlformats.org/officeDocument/2006/relationships/hyperlink" Target="https://en.wikipedia.org/wiki/Circuit_diagra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doi.org/10.1109/R10-HTC.2016.7906792" TargetMode="External"/><Relationship Id="rId2" Type="http://schemas.openxmlformats.org/officeDocument/2006/relationships/hyperlink" Target="https://doi.org/10.1109/ICECCO.2014.6997578" TargetMode="External"/><Relationship Id="rId1" Type="http://schemas.openxmlformats.org/officeDocument/2006/relationships/slideLayout" Target="../slideLayouts/slideLayout5.xml"/><Relationship Id="rId4" Type="http://schemas.openxmlformats.org/officeDocument/2006/relationships/hyperlink" Target="https://doi.org/10.1109/ICWR49608.2020.912232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372745"/>
            <a:ext cx="6958330" cy="10082530"/>
          </a:xfrm>
          <a:custGeom>
            <a:avLst/>
            <a:gdLst/>
            <a:ahLst/>
            <a:cxnLst/>
            <a:rect l="l" t="t" r="r" b="b"/>
            <a:pathLst>
              <a:path w="6958330" h="10082530">
                <a:moveTo>
                  <a:pt x="6958203" y="10073640"/>
                </a:moveTo>
                <a:lnTo>
                  <a:pt x="6957949" y="10073640"/>
                </a:lnTo>
                <a:lnTo>
                  <a:pt x="6957949" y="0"/>
                </a:lnTo>
                <a:lnTo>
                  <a:pt x="6949440" y="0"/>
                </a:lnTo>
                <a:lnTo>
                  <a:pt x="6949440" y="10073640"/>
                </a:lnTo>
                <a:lnTo>
                  <a:pt x="6949059" y="10073640"/>
                </a:lnTo>
                <a:lnTo>
                  <a:pt x="9144" y="10073640"/>
                </a:lnTo>
                <a:lnTo>
                  <a:pt x="8572" y="10073640"/>
                </a:lnTo>
                <a:lnTo>
                  <a:pt x="8572" y="0"/>
                </a:lnTo>
                <a:lnTo>
                  <a:pt x="0" y="0"/>
                </a:lnTo>
                <a:lnTo>
                  <a:pt x="0" y="10073640"/>
                </a:lnTo>
                <a:lnTo>
                  <a:pt x="0" y="10082212"/>
                </a:lnTo>
                <a:lnTo>
                  <a:pt x="6096" y="10082212"/>
                </a:lnTo>
                <a:lnTo>
                  <a:pt x="9144" y="10082212"/>
                </a:lnTo>
                <a:lnTo>
                  <a:pt x="6949059" y="10082212"/>
                </a:lnTo>
                <a:lnTo>
                  <a:pt x="6958203" y="10082212"/>
                </a:lnTo>
                <a:lnTo>
                  <a:pt x="6958203" y="10073640"/>
                </a:lnTo>
                <a:close/>
              </a:path>
            </a:pathLst>
          </a:custGeom>
          <a:solidFill>
            <a:srgbClr val="000000"/>
          </a:solidFill>
        </p:spPr>
        <p:txBody>
          <a:bodyPr wrap="square" lIns="0" tIns="0" rIns="0" bIns="0" rtlCol="0"/>
          <a:lstStyle/>
          <a:p>
            <a:endParaRPr/>
          </a:p>
        </p:txBody>
      </p:sp>
      <p:sp>
        <p:nvSpPr>
          <p:cNvPr id="3" name="object 3"/>
          <p:cNvSpPr txBox="1"/>
          <p:nvPr/>
        </p:nvSpPr>
        <p:spPr>
          <a:xfrm>
            <a:off x="1380871" y="767841"/>
            <a:ext cx="5005070" cy="3208314"/>
          </a:xfrm>
          <a:prstGeom prst="rect">
            <a:avLst/>
          </a:prstGeom>
        </p:spPr>
        <p:txBody>
          <a:bodyPr vert="horz" wrap="square" lIns="0" tIns="113030" rIns="0" bIns="0" rtlCol="0">
            <a:spAutoFit/>
          </a:bodyPr>
          <a:lstStyle/>
          <a:p>
            <a:pPr marL="81915" algn="ctr">
              <a:lnSpc>
                <a:spcPct val="100000"/>
              </a:lnSpc>
              <a:spcBef>
                <a:spcPts val="890"/>
              </a:spcBef>
            </a:pPr>
            <a:r>
              <a:rPr sz="1600" b="1" spc="-50" dirty="0">
                <a:latin typeface="Times New Roman"/>
                <a:cs typeface="Times New Roman"/>
              </a:rPr>
              <a:t>A</a:t>
            </a:r>
            <a:endParaRPr sz="1600" dirty="0">
              <a:latin typeface="Times New Roman"/>
              <a:cs typeface="Times New Roman"/>
            </a:endParaRPr>
          </a:p>
          <a:p>
            <a:pPr marL="5715" algn="ctr">
              <a:lnSpc>
                <a:spcPct val="100000"/>
              </a:lnSpc>
              <a:spcBef>
                <a:spcPts val="795"/>
              </a:spcBef>
            </a:pPr>
            <a:r>
              <a:rPr sz="1600" b="1" dirty="0">
                <a:latin typeface="Times New Roman"/>
                <a:cs typeface="Times New Roman"/>
              </a:rPr>
              <a:t>Real</a:t>
            </a:r>
            <a:r>
              <a:rPr sz="1600" b="1" spc="-65" dirty="0">
                <a:latin typeface="Times New Roman"/>
                <a:cs typeface="Times New Roman"/>
              </a:rPr>
              <a:t> </a:t>
            </a:r>
            <a:r>
              <a:rPr sz="1600" b="1" dirty="0">
                <a:latin typeface="Times New Roman"/>
                <a:cs typeface="Times New Roman"/>
              </a:rPr>
              <a:t>Time</a:t>
            </a:r>
            <a:r>
              <a:rPr sz="1600" b="1" spc="-45" dirty="0">
                <a:latin typeface="Times New Roman"/>
                <a:cs typeface="Times New Roman"/>
              </a:rPr>
              <a:t> </a:t>
            </a:r>
            <a:r>
              <a:rPr sz="1600" b="1" dirty="0">
                <a:latin typeface="Times New Roman"/>
                <a:cs typeface="Times New Roman"/>
              </a:rPr>
              <a:t>Project</a:t>
            </a:r>
            <a:r>
              <a:rPr sz="1600" b="1" spc="-35" dirty="0">
                <a:latin typeface="Times New Roman"/>
                <a:cs typeface="Times New Roman"/>
              </a:rPr>
              <a:t> </a:t>
            </a:r>
            <a:r>
              <a:rPr sz="1600" b="1" dirty="0">
                <a:latin typeface="Times New Roman"/>
                <a:cs typeface="Times New Roman"/>
              </a:rPr>
              <a:t>Report</a:t>
            </a:r>
            <a:r>
              <a:rPr sz="1600" b="1" spc="-35" dirty="0">
                <a:latin typeface="Times New Roman"/>
                <a:cs typeface="Times New Roman"/>
              </a:rPr>
              <a:t> </a:t>
            </a:r>
            <a:r>
              <a:rPr sz="1600" b="1" spc="-25" dirty="0">
                <a:latin typeface="Times New Roman"/>
                <a:cs typeface="Times New Roman"/>
              </a:rPr>
              <a:t>on</a:t>
            </a:r>
            <a:endParaRPr sz="1600" dirty="0">
              <a:latin typeface="Times New Roman"/>
              <a:cs typeface="Times New Roman"/>
            </a:endParaRPr>
          </a:p>
          <a:p>
            <a:pPr>
              <a:lnSpc>
                <a:spcPct val="100000"/>
              </a:lnSpc>
              <a:spcBef>
                <a:spcPts val="445"/>
              </a:spcBef>
            </a:pPr>
            <a:endParaRPr sz="1600" dirty="0">
              <a:latin typeface="Times New Roman"/>
              <a:cs typeface="Times New Roman"/>
            </a:endParaRPr>
          </a:p>
          <a:p>
            <a:pPr marL="1149350">
              <a:lnSpc>
                <a:spcPct val="100000"/>
              </a:lnSpc>
            </a:pPr>
            <a:r>
              <a:rPr sz="1600" b="1" dirty="0">
                <a:solidFill>
                  <a:srgbClr val="FF0000"/>
                </a:solidFill>
                <a:latin typeface="Times New Roman"/>
                <a:cs typeface="Times New Roman"/>
              </a:rPr>
              <a:t>“FLOOD</a:t>
            </a:r>
            <a:r>
              <a:rPr sz="1600" b="1" spc="-50" dirty="0">
                <a:solidFill>
                  <a:srgbClr val="FF0000"/>
                </a:solidFill>
                <a:latin typeface="Times New Roman"/>
                <a:cs typeface="Times New Roman"/>
              </a:rPr>
              <a:t> </a:t>
            </a:r>
            <a:r>
              <a:rPr sz="1600" b="1" dirty="0">
                <a:solidFill>
                  <a:srgbClr val="FF0000"/>
                </a:solidFill>
                <a:latin typeface="Times New Roman"/>
                <a:cs typeface="Times New Roman"/>
              </a:rPr>
              <a:t>DETECTOR</a:t>
            </a:r>
            <a:r>
              <a:rPr sz="1600" b="1" spc="-30" dirty="0">
                <a:solidFill>
                  <a:srgbClr val="FF0000"/>
                </a:solidFill>
                <a:latin typeface="Times New Roman"/>
                <a:cs typeface="Times New Roman"/>
              </a:rPr>
              <a:t> </a:t>
            </a:r>
            <a:r>
              <a:rPr sz="1600" b="1" spc="-10" dirty="0">
                <a:solidFill>
                  <a:srgbClr val="FF0000"/>
                </a:solidFill>
                <a:latin typeface="Times New Roman"/>
                <a:cs typeface="Times New Roman"/>
              </a:rPr>
              <a:t>SYSTEM”</a:t>
            </a:r>
            <a:endParaRPr sz="1600" dirty="0">
              <a:latin typeface="Times New Roman"/>
              <a:cs typeface="Times New Roman"/>
            </a:endParaRPr>
          </a:p>
          <a:p>
            <a:pPr marL="12065" marR="5080" algn="ctr">
              <a:lnSpc>
                <a:spcPct val="198300"/>
              </a:lnSpc>
              <a:spcBef>
                <a:spcPts val="215"/>
              </a:spcBef>
            </a:pPr>
            <a:r>
              <a:rPr sz="1600" b="1" dirty="0">
                <a:latin typeface="Times New Roman"/>
                <a:cs typeface="Times New Roman"/>
              </a:rPr>
              <a:t>Submitted</a:t>
            </a:r>
            <a:r>
              <a:rPr sz="1600" b="1" spc="-25" dirty="0">
                <a:latin typeface="Times New Roman"/>
                <a:cs typeface="Times New Roman"/>
              </a:rPr>
              <a:t> </a:t>
            </a:r>
            <a:r>
              <a:rPr sz="1600" b="1" dirty="0">
                <a:latin typeface="Times New Roman"/>
                <a:cs typeface="Times New Roman"/>
              </a:rPr>
              <a:t>in</a:t>
            </a:r>
            <a:r>
              <a:rPr sz="1600" b="1" spc="-20" dirty="0">
                <a:latin typeface="Times New Roman"/>
                <a:cs typeface="Times New Roman"/>
              </a:rPr>
              <a:t> </a:t>
            </a:r>
            <a:r>
              <a:rPr sz="1600" b="1" dirty="0">
                <a:latin typeface="Times New Roman"/>
                <a:cs typeface="Times New Roman"/>
              </a:rPr>
              <a:t>partial</a:t>
            </a:r>
            <a:r>
              <a:rPr sz="1600" b="1" spc="-40" dirty="0">
                <a:latin typeface="Times New Roman"/>
                <a:cs typeface="Times New Roman"/>
              </a:rPr>
              <a:t> </a:t>
            </a:r>
            <a:r>
              <a:rPr sz="1600" b="1" spc="-10" dirty="0">
                <a:latin typeface="Times New Roman"/>
                <a:cs typeface="Times New Roman"/>
              </a:rPr>
              <a:t>fulfilment</a:t>
            </a:r>
            <a:r>
              <a:rPr sz="1600" b="1" spc="-15" dirty="0">
                <a:latin typeface="Times New Roman"/>
                <a:cs typeface="Times New Roman"/>
              </a:rPr>
              <a:t> </a:t>
            </a:r>
            <a:r>
              <a:rPr sz="1600" b="1" dirty="0">
                <a:latin typeface="Times New Roman"/>
                <a:cs typeface="Times New Roman"/>
              </a:rPr>
              <a:t>of</a:t>
            </a:r>
            <a:r>
              <a:rPr sz="1600" b="1" spc="-35" dirty="0">
                <a:latin typeface="Times New Roman"/>
                <a:cs typeface="Times New Roman"/>
              </a:rPr>
              <a:t> </a:t>
            </a:r>
            <a:r>
              <a:rPr sz="1600" b="1" dirty="0">
                <a:latin typeface="Times New Roman"/>
                <a:cs typeface="Times New Roman"/>
              </a:rPr>
              <a:t>the</a:t>
            </a:r>
            <a:r>
              <a:rPr sz="1600" b="1" spc="-30" dirty="0">
                <a:latin typeface="Times New Roman"/>
                <a:cs typeface="Times New Roman"/>
              </a:rPr>
              <a:t> </a:t>
            </a:r>
            <a:r>
              <a:rPr sz="1600" b="1" dirty="0">
                <a:latin typeface="Times New Roman"/>
                <a:cs typeface="Times New Roman"/>
              </a:rPr>
              <a:t>requirement</a:t>
            </a:r>
            <a:r>
              <a:rPr sz="1600" b="1" spc="-15" dirty="0">
                <a:latin typeface="Times New Roman"/>
                <a:cs typeface="Times New Roman"/>
              </a:rPr>
              <a:t> </a:t>
            </a:r>
            <a:r>
              <a:rPr sz="1600" b="1" dirty="0">
                <a:latin typeface="Times New Roman"/>
                <a:cs typeface="Times New Roman"/>
              </a:rPr>
              <a:t>for</a:t>
            </a:r>
            <a:r>
              <a:rPr sz="1600" b="1" spc="-50" dirty="0">
                <a:latin typeface="Times New Roman"/>
                <a:cs typeface="Times New Roman"/>
              </a:rPr>
              <a:t> </a:t>
            </a:r>
            <a:r>
              <a:rPr sz="1600" b="1" dirty="0">
                <a:latin typeface="Times New Roman"/>
                <a:cs typeface="Times New Roman"/>
              </a:rPr>
              <a:t>the</a:t>
            </a:r>
            <a:r>
              <a:rPr sz="1600" b="1" spc="-25" dirty="0">
                <a:latin typeface="Times New Roman"/>
                <a:cs typeface="Times New Roman"/>
              </a:rPr>
              <a:t> </a:t>
            </a:r>
            <a:r>
              <a:rPr sz="1600" b="1" dirty="0">
                <a:latin typeface="Times New Roman"/>
                <a:cs typeface="Times New Roman"/>
              </a:rPr>
              <a:t>award</a:t>
            </a:r>
            <a:r>
              <a:rPr sz="1600" b="1" spc="-20" dirty="0">
                <a:latin typeface="Times New Roman"/>
                <a:cs typeface="Times New Roman"/>
              </a:rPr>
              <a:t> </a:t>
            </a:r>
            <a:r>
              <a:rPr sz="1600" b="1" dirty="0">
                <a:latin typeface="Times New Roman"/>
                <a:cs typeface="Times New Roman"/>
              </a:rPr>
              <a:t>of</a:t>
            </a:r>
            <a:r>
              <a:rPr sz="1600" b="1" spc="-35" dirty="0">
                <a:latin typeface="Times New Roman"/>
                <a:cs typeface="Times New Roman"/>
              </a:rPr>
              <a:t> </a:t>
            </a:r>
            <a:r>
              <a:rPr sz="1600" b="1" dirty="0">
                <a:latin typeface="Times New Roman"/>
                <a:cs typeface="Times New Roman"/>
              </a:rPr>
              <a:t>degree</a:t>
            </a:r>
            <a:r>
              <a:rPr sz="1600" b="1" spc="-30" dirty="0">
                <a:latin typeface="Times New Roman"/>
                <a:cs typeface="Times New Roman"/>
              </a:rPr>
              <a:t> </a:t>
            </a:r>
            <a:r>
              <a:rPr sz="1600" b="1" spc="-25" dirty="0">
                <a:latin typeface="Times New Roman"/>
                <a:cs typeface="Times New Roman"/>
              </a:rPr>
              <a:t>of </a:t>
            </a:r>
            <a:r>
              <a:rPr sz="1600" b="1" dirty="0">
                <a:solidFill>
                  <a:srgbClr val="92D050"/>
                </a:solidFill>
                <a:latin typeface="Times New Roman"/>
                <a:cs typeface="Times New Roman"/>
              </a:rPr>
              <a:t>BACHELOR</a:t>
            </a:r>
            <a:r>
              <a:rPr sz="1600" b="1" spc="-15" dirty="0">
                <a:solidFill>
                  <a:srgbClr val="92D050"/>
                </a:solidFill>
                <a:latin typeface="Times New Roman"/>
                <a:cs typeface="Times New Roman"/>
              </a:rPr>
              <a:t> </a:t>
            </a:r>
            <a:r>
              <a:rPr sz="1600" b="1" dirty="0">
                <a:solidFill>
                  <a:srgbClr val="92D050"/>
                </a:solidFill>
                <a:latin typeface="Times New Roman"/>
                <a:cs typeface="Times New Roman"/>
              </a:rPr>
              <a:t>OF</a:t>
            </a:r>
            <a:r>
              <a:rPr sz="1600" b="1" spc="-25" dirty="0">
                <a:solidFill>
                  <a:srgbClr val="92D050"/>
                </a:solidFill>
                <a:latin typeface="Times New Roman"/>
                <a:cs typeface="Times New Roman"/>
              </a:rPr>
              <a:t> </a:t>
            </a:r>
            <a:r>
              <a:rPr sz="1600" b="1" spc="-10" dirty="0">
                <a:solidFill>
                  <a:srgbClr val="92D050"/>
                </a:solidFill>
                <a:latin typeface="Times New Roman"/>
                <a:cs typeface="Times New Roman"/>
              </a:rPr>
              <a:t>TECHNOLOGY</a:t>
            </a:r>
            <a:endParaRPr sz="1600" dirty="0">
              <a:latin typeface="Times New Roman"/>
              <a:cs typeface="Times New Roman"/>
            </a:endParaRPr>
          </a:p>
          <a:p>
            <a:pPr marL="36195" algn="ctr">
              <a:lnSpc>
                <a:spcPct val="100000"/>
              </a:lnSpc>
              <a:spcBef>
                <a:spcPts val="1035"/>
              </a:spcBef>
            </a:pPr>
            <a:r>
              <a:rPr sz="1600" b="1" spc="-25" dirty="0">
                <a:latin typeface="Times New Roman"/>
                <a:cs typeface="Times New Roman"/>
              </a:rPr>
              <a:t>IN</a:t>
            </a:r>
            <a:endParaRPr sz="1600" dirty="0">
              <a:latin typeface="Times New Roman"/>
              <a:cs typeface="Times New Roman"/>
            </a:endParaRPr>
          </a:p>
          <a:p>
            <a:pPr marL="628015">
              <a:lnSpc>
                <a:spcPts val="1880"/>
              </a:lnSpc>
              <a:spcBef>
                <a:spcPts val="1160"/>
              </a:spcBef>
            </a:pPr>
            <a:r>
              <a:rPr sz="1600" b="1" dirty="0">
                <a:latin typeface="Times New Roman"/>
                <a:cs typeface="Times New Roman"/>
              </a:rPr>
              <a:t>INFORMATION</a:t>
            </a:r>
            <a:r>
              <a:rPr sz="1600" b="1" spc="-80" dirty="0">
                <a:latin typeface="Times New Roman"/>
                <a:cs typeface="Times New Roman"/>
              </a:rPr>
              <a:t> </a:t>
            </a:r>
            <a:r>
              <a:rPr sz="1600" b="1" spc="-10" dirty="0">
                <a:latin typeface="Times New Roman"/>
                <a:cs typeface="Times New Roman"/>
              </a:rPr>
              <a:t>TECHNOLOGY</a:t>
            </a:r>
            <a:endParaRPr sz="1600" dirty="0">
              <a:latin typeface="Times New Roman"/>
              <a:cs typeface="Times New Roman"/>
            </a:endParaRPr>
          </a:p>
          <a:p>
            <a:pPr marL="47625" algn="ctr">
              <a:lnSpc>
                <a:spcPts val="1400"/>
              </a:lnSpc>
            </a:pPr>
            <a:r>
              <a:rPr sz="1600" dirty="0">
                <a:latin typeface="Times New Roman"/>
                <a:cs typeface="Times New Roman"/>
              </a:rPr>
              <a:t>Submitted</a:t>
            </a:r>
            <a:r>
              <a:rPr sz="1600" spc="-35" dirty="0">
                <a:latin typeface="Times New Roman"/>
                <a:cs typeface="Times New Roman"/>
              </a:rPr>
              <a:t> </a:t>
            </a:r>
            <a:r>
              <a:rPr sz="1600" spc="-25" dirty="0">
                <a:latin typeface="Times New Roman"/>
                <a:cs typeface="Times New Roman"/>
              </a:rPr>
              <a:t>By</a:t>
            </a:r>
            <a:endParaRPr sz="1600" dirty="0">
              <a:latin typeface="Times New Roman"/>
              <a:cs typeface="Times New Roman"/>
            </a:endParaRPr>
          </a:p>
        </p:txBody>
      </p:sp>
      <p:sp>
        <p:nvSpPr>
          <p:cNvPr id="4" name="object 4"/>
          <p:cNvSpPr txBox="1"/>
          <p:nvPr/>
        </p:nvSpPr>
        <p:spPr>
          <a:xfrm>
            <a:off x="1135811" y="4034551"/>
            <a:ext cx="2337639" cy="110915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D.MADHU</a:t>
            </a:r>
            <a:r>
              <a:rPr sz="1600" b="1" spc="-15" dirty="0">
                <a:latin typeface="Times New Roman"/>
                <a:cs typeface="Times New Roman"/>
              </a:rPr>
              <a:t> </a:t>
            </a:r>
            <a:r>
              <a:rPr sz="1600" b="1" spc="-10" dirty="0">
                <a:latin typeface="Times New Roman"/>
                <a:cs typeface="Times New Roman"/>
              </a:rPr>
              <a:t>HASINI</a:t>
            </a:r>
            <a:endParaRPr sz="1600" dirty="0">
              <a:latin typeface="Times New Roman"/>
              <a:cs typeface="Times New Roman"/>
            </a:endParaRPr>
          </a:p>
          <a:p>
            <a:pPr marL="18415" marR="39370" indent="-6350">
              <a:lnSpc>
                <a:spcPct val="95800"/>
              </a:lnSpc>
              <a:spcBef>
                <a:spcPts val="1065"/>
              </a:spcBef>
            </a:pPr>
            <a:r>
              <a:rPr sz="1600" b="1" dirty="0">
                <a:latin typeface="Times New Roman"/>
                <a:cs typeface="Times New Roman"/>
              </a:rPr>
              <a:t>G.ARYAN</a:t>
            </a:r>
            <a:r>
              <a:rPr sz="1600" b="1" spc="-10" dirty="0">
                <a:latin typeface="Times New Roman"/>
                <a:cs typeface="Times New Roman"/>
              </a:rPr>
              <a:t> </a:t>
            </a:r>
            <a:r>
              <a:rPr sz="1600" b="1" spc="-20" dirty="0">
                <a:latin typeface="Times New Roman"/>
                <a:cs typeface="Times New Roman"/>
              </a:rPr>
              <a:t>REDDY </a:t>
            </a:r>
            <a:r>
              <a:rPr sz="1600" b="1" spc="-10" dirty="0">
                <a:latin typeface="Times New Roman"/>
                <a:cs typeface="Times New Roman"/>
              </a:rPr>
              <a:t>K.HARIDEEP M.YAMINI</a:t>
            </a:r>
            <a:endParaRPr sz="1600" dirty="0">
              <a:latin typeface="Times New Roman"/>
              <a:cs typeface="Times New Roman"/>
            </a:endParaRPr>
          </a:p>
        </p:txBody>
      </p:sp>
      <p:sp>
        <p:nvSpPr>
          <p:cNvPr id="5" name="object 5"/>
          <p:cNvSpPr txBox="1"/>
          <p:nvPr/>
        </p:nvSpPr>
        <p:spPr>
          <a:xfrm>
            <a:off x="4768851" y="4154691"/>
            <a:ext cx="1287190" cy="92910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Times New Roman"/>
                <a:cs typeface="Times New Roman"/>
              </a:rPr>
              <a:t>238R1A12E4</a:t>
            </a:r>
            <a:endParaRPr sz="1600" dirty="0">
              <a:latin typeface="Times New Roman"/>
              <a:cs typeface="Times New Roman"/>
            </a:endParaRPr>
          </a:p>
          <a:p>
            <a:pPr marL="32384">
              <a:lnSpc>
                <a:spcPts val="1415"/>
              </a:lnSpc>
              <a:spcBef>
                <a:spcPts val="1005"/>
              </a:spcBef>
            </a:pPr>
            <a:r>
              <a:rPr sz="1600" b="1" spc="-10" dirty="0">
                <a:latin typeface="Times New Roman"/>
                <a:cs typeface="Times New Roman"/>
              </a:rPr>
              <a:t>238R1A12F0</a:t>
            </a:r>
            <a:endParaRPr sz="1600" dirty="0">
              <a:latin typeface="Times New Roman"/>
              <a:cs typeface="Times New Roman"/>
            </a:endParaRPr>
          </a:p>
          <a:p>
            <a:pPr marL="32384">
              <a:lnSpc>
                <a:spcPts val="1380"/>
              </a:lnSpc>
            </a:pPr>
            <a:r>
              <a:rPr sz="1600" b="1" spc="-10" dirty="0">
                <a:latin typeface="Times New Roman"/>
                <a:cs typeface="Times New Roman"/>
              </a:rPr>
              <a:t>238R1A12G0</a:t>
            </a:r>
            <a:endParaRPr sz="1600" dirty="0">
              <a:latin typeface="Times New Roman"/>
              <a:cs typeface="Times New Roman"/>
            </a:endParaRPr>
          </a:p>
          <a:p>
            <a:pPr marL="50800">
              <a:lnSpc>
                <a:spcPts val="1405"/>
              </a:lnSpc>
            </a:pPr>
            <a:r>
              <a:rPr sz="1600" b="1" spc="-10" dirty="0">
                <a:latin typeface="Times New Roman"/>
                <a:cs typeface="Times New Roman"/>
              </a:rPr>
              <a:t>238R1A12H5</a:t>
            </a:r>
            <a:endParaRPr sz="1600" dirty="0">
              <a:latin typeface="Times New Roman"/>
              <a:cs typeface="Times New Roman"/>
            </a:endParaRPr>
          </a:p>
        </p:txBody>
      </p:sp>
      <p:sp>
        <p:nvSpPr>
          <p:cNvPr id="6" name="object 6"/>
          <p:cNvSpPr txBox="1"/>
          <p:nvPr/>
        </p:nvSpPr>
        <p:spPr>
          <a:xfrm>
            <a:off x="2731770" y="5152135"/>
            <a:ext cx="2567305" cy="1162685"/>
          </a:xfrm>
          <a:prstGeom prst="rect">
            <a:avLst/>
          </a:prstGeom>
        </p:spPr>
        <p:txBody>
          <a:bodyPr vert="horz" wrap="square" lIns="0" tIns="12700" rIns="0" bIns="0" rtlCol="0">
            <a:spAutoFit/>
          </a:bodyPr>
          <a:lstStyle/>
          <a:p>
            <a:pPr marL="530225">
              <a:lnSpc>
                <a:spcPct val="100000"/>
              </a:lnSpc>
              <a:spcBef>
                <a:spcPts val="100"/>
              </a:spcBef>
            </a:pPr>
            <a:r>
              <a:rPr sz="1200" dirty="0">
                <a:latin typeface="Times New Roman"/>
                <a:cs typeface="Times New Roman"/>
              </a:rPr>
              <a:t>Under</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Guidance</a:t>
            </a:r>
            <a:r>
              <a:rPr sz="1200" spc="-35" dirty="0">
                <a:latin typeface="Times New Roman"/>
                <a:cs typeface="Times New Roman"/>
              </a:rPr>
              <a:t> </a:t>
            </a:r>
            <a:r>
              <a:rPr sz="1200" spc="-25" dirty="0">
                <a:latin typeface="Times New Roman"/>
                <a:cs typeface="Times New Roman"/>
              </a:rPr>
              <a:t>of</a:t>
            </a:r>
            <a:endParaRPr sz="1200" dirty="0">
              <a:latin typeface="Times New Roman"/>
              <a:cs typeface="Times New Roman"/>
            </a:endParaRPr>
          </a:p>
          <a:p>
            <a:pPr>
              <a:lnSpc>
                <a:spcPct val="100000"/>
              </a:lnSpc>
              <a:spcBef>
                <a:spcPts val="180"/>
              </a:spcBef>
            </a:pPr>
            <a:endParaRPr sz="1200" dirty="0">
              <a:latin typeface="Times New Roman"/>
              <a:cs typeface="Times New Roman"/>
            </a:endParaRPr>
          </a:p>
          <a:p>
            <a:pPr marL="12700">
              <a:lnSpc>
                <a:spcPct val="100000"/>
              </a:lnSpc>
            </a:pPr>
            <a:r>
              <a:rPr sz="1200" b="1" dirty="0">
                <a:solidFill>
                  <a:srgbClr val="00ADED"/>
                </a:solidFill>
                <a:latin typeface="Times New Roman"/>
                <a:cs typeface="Times New Roman"/>
              </a:rPr>
              <a:t>Mr.GIRIJA</a:t>
            </a:r>
            <a:r>
              <a:rPr sz="1200" b="1" spc="-20" dirty="0">
                <a:solidFill>
                  <a:srgbClr val="00ADED"/>
                </a:solidFill>
                <a:latin typeface="Times New Roman"/>
                <a:cs typeface="Times New Roman"/>
              </a:rPr>
              <a:t> </a:t>
            </a:r>
            <a:r>
              <a:rPr sz="1200" b="1" dirty="0">
                <a:solidFill>
                  <a:srgbClr val="00ADED"/>
                </a:solidFill>
                <a:latin typeface="Times New Roman"/>
                <a:cs typeface="Times New Roman"/>
              </a:rPr>
              <a:t>SHANKAR</a:t>
            </a:r>
            <a:r>
              <a:rPr sz="1200" b="1" spc="-20" dirty="0">
                <a:solidFill>
                  <a:srgbClr val="00ADED"/>
                </a:solidFill>
                <a:latin typeface="Times New Roman"/>
                <a:cs typeface="Times New Roman"/>
              </a:rPr>
              <a:t> </a:t>
            </a:r>
            <a:r>
              <a:rPr sz="1200" b="1" spc="-10" dirty="0">
                <a:solidFill>
                  <a:srgbClr val="00ADED"/>
                </a:solidFill>
                <a:latin typeface="Times New Roman"/>
                <a:cs typeface="Times New Roman"/>
              </a:rPr>
              <a:t>DEWANGAN</a:t>
            </a:r>
            <a:endParaRPr sz="1200" dirty="0">
              <a:latin typeface="Times New Roman"/>
              <a:cs typeface="Times New Roman"/>
            </a:endParaRPr>
          </a:p>
          <a:p>
            <a:pPr marL="512445" marR="765810" indent="12065">
              <a:lnSpc>
                <a:spcPct val="155000"/>
              </a:lnSpc>
              <a:spcBef>
                <a:spcPts val="50"/>
              </a:spcBef>
            </a:pPr>
            <a:r>
              <a:rPr sz="1200" b="1" dirty="0">
                <a:latin typeface="Times New Roman"/>
                <a:cs typeface="Times New Roman"/>
              </a:rPr>
              <a:t>Assistant</a:t>
            </a:r>
            <a:r>
              <a:rPr sz="1200" b="1" spc="-30" dirty="0">
                <a:latin typeface="Times New Roman"/>
                <a:cs typeface="Times New Roman"/>
              </a:rPr>
              <a:t> </a:t>
            </a:r>
            <a:r>
              <a:rPr sz="1200" b="1" spc="-10" dirty="0">
                <a:latin typeface="Times New Roman"/>
                <a:cs typeface="Times New Roman"/>
              </a:rPr>
              <a:t>Professor </a:t>
            </a:r>
            <a:r>
              <a:rPr sz="1200" b="1" dirty="0">
                <a:latin typeface="Times New Roman"/>
                <a:cs typeface="Times New Roman"/>
              </a:rPr>
              <a:t>IT</a:t>
            </a:r>
            <a:r>
              <a:rPr sz="1200" b="1" spc="-15" dirty="0">
                <a:latin typeface="Times New Roman"/>
                <a:cs typeface="Times New Roman"/>
              </a:rPr>
              <a:t> </a:t>
            </a:r>
            <a:r>
              <a:rPr sz="1200" b="1" spc="-10" dirty="0">
                <a:latin typeface="Times New Roman"/>
                <a:cs typeface="Times New Roman"/>
              </a:rPr>
              <a:t>DEPARTMENT</a:t>
            </a:r>
            <a:endParaRPr sz="1200" dirty="0">
              <a:latin typeface="Times New Roman"/>
              <a:cs typeface="Times New Roman"/>
            </a:endParaRPr>
          </a:p>
        </p:txBody>
      </p:sp>
      <p:sp>
        <p:nvSpPr>
          <p:cNvPr id="7" name="object 7"/>
          <p:cNvSpPr txBox="1"/>
          <p:nvPr/>
        </p:nvSpPr>
        <p:spPr>
          <a:xfrm>
            <a:off x="425450" y="8214435"/>
            <a:ext cx="6958330" cy="969496"/>
          </a:xfrm>
          <a:prstGeom prst="rect">
            <a:avLst/>
          </a:prstGeom>
        </p:spPr>
        <p:txBody>
          <a:bodyPr vert="horz" wrap="square" lIns="0" tIns="11430" rIns="0" bIns="0" rtlCol="0">
            <a:spAutoFit/>
          </a:bodyPr>
          <a:lstStyle/>
          <a:p>
            <a:pPr marL="204470">
              <a:lnSpc>
                <a:spcPct val="100000"/>
              </a:lnSpc>
              <a:spcBef>
                <a:spcPts val="90"/>
              </a:spcBef>
            </a:pPr>
            <a:r>
              <a:rPr lang="en-IN" sz="1600" b="1" dirty="0">
                <a:latin typeface="Times New Roman"/>
                <a:cs typeface="Times New Roman"/>
              </a:rPr>
              <a:t>           </a:t>
            </a:r>
            <a:r>
              <a:rPr sz="1600" b="1" dirty="0">
                <a:latin typeface="Times New Roman"/>
                <a:cs typeface="Times New Roman"/>
              </a:rPr>
              <a:t>DEPARTMENT</a:t>
            </a:r>
            <a:r>
              <a:rPr sz="1600" b="1" spc="-55" dirty="0">
                <a:latin typeface="Times New Roman"/>
                <a:cs typeface="Times New Roman"/>
              </a:rPr>
              <a:t> </a:t>
            </a:r>
            <a:r>
              <a:rPr sz="1600" b="1" dirty="0">
                <a:latin typeface="Times New Roman"/>
                <a:cs typeface="Times New Roman"/>
              </a:rPr>
              <a:t>OF</a:t>
            </a:r>
            <a:r>
              <a:rPr sz="1600" b="1" spc="-30" dirty="0">
                <a:latin typeface="Times New Roman"/>
                <a:cs typeface="Times New Roman"/>
              </a:rPr>
              <a:t> </a:t>
            </a:r>
            <a:r>
              <a:rPr sz="1600" b="1" dirty="0">
                <a:latin typeface="Times New Roman"/>
                <a:cs typeface="Times New Roman"/>
              </a:rPr>
              <a:t>INFORMATION</a:t>
            </a:r>
            <a:r>
              <a:rPr sz="1600" b="1" spc="-45" dirty="0">
                <a:latin typeface="Times New Roman"/>
                <a:cs typeface="Times New Roman"/>
              </a:rPr>
              <a:t> </a:t>
            </a:r>
            <a:r>
              <a:rPr sz="1600" b="1" spc="-10" dirty="0">
                <a:latin typeface="Times New Roman"/>
                <a:cs typeface="Times New Roman"/>
              </a:rPr>
              <a:t>TECHNOLOGY</a:t>
            </a:r>
            <a:endParaRPr sz="1600" dirty="0">
              <a:latin typeface="Times New Roman"/>
              <a:cs typeface="Times New Roman"/>
            </a:endParaRPr>
          </a:p>
          <a:p>
            <a:pPr marL="1183640" marR="412750" indent="-1171575">
              <a:lnSpc>
                <a:spcPts val="2900"/>
              </a:lnSpc>
              <a:spcBef>
                <a:spcPts val="110"/>
              </a:spcBef>
            </a:pPr>
            <a:r>
              <a:rPr sz="1600" b="1" dirty="0">
                <a:latin typeface="Times New Roman"/>
                <a:cs typeface="Times New Roman"/>
              </a:rPr>
              <a:t>(Approved</a:t>
            </a:r>
            <a:r>
              <a:rPr sz="1600" b="1" spc="-25" dirty="0">
                <a:latin typeface="Times New Roman"/>
                <a:cs typeface="Times New Roman"/>
              </a:rPr>
              <a:t> </a:t>
            </a:r>
            <a:r>
              <a:rPr sz="1600" b="1" dirty="0">
                <a:latin typeface="Times New Roman"/>
                <a:cs typeface="Times New Roman"/>
              </a:rPr>
              <a:t>by</a:t>
            </a:r>
            <a:r>
              <a:rPr sz="1600" b="1" spc="-20" dirty="0">
                <a:latin typeface="Times New Roman"/>
                <a:cs typeface="Times New Roman"/>
              </a:rPr>
              <a:t> </a:t>
            </a:r>
            <a:r>
              <a:rPr sz="1600" b="1" dirty="0">
                <a:latin typeface="Times New Roman"/>
                <a:cs typeface="Times New Roman"/>
              </a:rPr>
              <a:t>AICTE,</a:t>
            </a:r>
            <a:r>
              <a:rPr sz="1600" b="1" spc="-10" dirty="0">
                <a:latin typeface="Times New Roman"/>
                <a:cs typeface="Times New Roman"/>
              </a:rPr>
              <a:t> </a:t>
            </a:r>
            <a:r>
              <a:rPr sz="1600" b="1" dirty="0">
                <a:latin typeface="Times New Roman"/>
                <a:cs typeface="Times New Roman"/>
              </a:rPr>
              <a:t>Affiliated</a:t>
            </a:r>
            <a:r>
              <a:rPr sz="1600" b="1" spc="-20" dirty="0">
                <a:latin typeface="Times New Roman"/>
                <a:cs typeface="Times New Roman"/>
              </a:rPr>
              <a:t> </a:t>
            </a:r>
            <a:r>
              <a:rPr sz="1600" b="1" dirty="0">
                <a:latin typeface="Times New Roman"/>
                <a:cs typeface="Times New Roman"/>
              </a:rPr>
              <a:t>to</a:t>
            </a:r>
            <a:r>
              <a:rPr sz="1600" b="1" spc="-20" dirty="0">
                <a:latin typeface="Times New Roman"/>
                <a:cs typeface="Times New Roman"/>
              </a:rPr>
              <a:t> </a:t>
            </a:r>
            <a:r>
              <a:rPr sz="1600" b="1" dirty="0">
                <a:latin typeface="Times New Roman"/>
                <a:cs typeface="Times New Roman"/>
              </a:rPr>
              <a:t>JNTUH,</a:t>
            </a:r>
            <a:r>
              <a:rPr sz="1600" b="1" spc="-35" dirty="0">
                <a:latin typeface="Times New Roman"/>
                <a:cs typeface="Times New Roman"/>
              </a:rPr>
              <a:t> </a:t>
            </a:r>
            <a:r>
              <a:rPr sz="1600" b="1" dirty="0">
                <a:latin typeface="Times New Roman"/>
                <a:cs typeface="Times New Roman"/>
              </a:rPr>
              <a:t>Accredited</a:t>
            </a:r>
            <a:r>
              <a:rPr sz="1600" b="1" spc="-20" dirty="0">
                <a:latin typeface="Times New Roman"/>
                <a:cs typeface="Times New Roman"/>
              </a:rPr>
              <a:t> </a:t>
            </a:r>
            <a:r>
              <a:rPr sz="1600" b="1" dirty="0">
                <a:latin typeface="Times New Roman"/>
                <a:cs typeface="Times New Roman"/>
              </a:rPr>
              <a:t>by</a:t>
            </a:r>
            <a:r>
              <a:rPr sz="1600" b="1" spc="-20" dirty="0">
                <a:latin typeface="Times New Roman"/>
                <a:cs typeface="Times New Roman"/>
              </a:rPr>
              <a:t> </a:t>
            </a:r>
            <a:r>
              <a:rPr sz="1600" b="1" dirty="0">
                <a:latin typeface="Times New Roman"/>
                <a:cs typeface="Times New Roman"/>
              </a:rPr>
              <a:t>NBA,</a:t>
            </a:r>
            <a:r>
              <a:rPr sz="1600" b="1" spc="-30" dirty="0">
                <a:latin typeface="Times New Roman"/>
                <a:cs typeface="Times New Roman"/>
              </a:rPr>
              <a:t> </a:t>
            </a:r>
            <a:r>
              <a:rPr sz="1600" b="1" spc="-10" dirty="0">
                <a:latin typeface="Times New Roman"/>
                <a:cs typeface="Times New Roman"/>
              </a:rPr>
              <a:t>NAAC) </a:t>
            </a:r>
            <a:r>
              <a:rPr lang="en-IN" sz="1600" b="1" spc="-10" dirty="0">
                <a:latin typeface="Times New Roman"/>
                <a:cs typeface="Times New Roman"/>
              </a:rPr>
              <a:t>                  </a:t>
            </a:r>
            <a:r>
              <a:rPr sz="1600" b="1" dirty="0" err="1">
                <a:latin typeface="Times New Roman"/>
                <a:cs typeface="Times New Roman"/>
              </a:rPr>
              <a:t>Kandlakoya</a:t>
            </a:r>
            <a:r>
              <a:rPr sz="1600" b="1" spc="-30" dirty="0">
                <a:latin typeface="Times New Roman"/>
                <a:cs typeface="Times New Roman"/>
              </a:rPr>
              <a:t> </a:t>
            </a:r>
            <a:r>
              <a:rPr sz="1600" b="1" dirty="0">
                <a:latin typeface="Times New Roman"/>
                <a:cs typeface="Times New Roman"/>
              </a:rPr>
              <a:t>(v),</a:t>
            </a:r>
            <a:r>
              <a:rPr sz="1600" b="1" spc="-40" dirty="0">
                <a:latin typeface="Times New Roman"/>
                <a:cs typeface="Times New Roman"/>
              </a:rPr>
              <a:t> </a:t>
            </a:r>
            <a:r>
              <a:rPr sz="1600" b="1" dirty="0">
                <a:latin typeface="Times New Roman"/>
                <a:cs typeface="Times New Roman"/>
              </a:rPr>
              <a:t>Medchal,</a:t>
            </a:r>
            <a:r>
              <a:rPr sz="1600" b="1" spc="-20" dirty="0">
                <a:latin typeface="Times New Roman"/>
                <a:cs typeface="Times New Roman"/>
              </a:rPr>
              <a:t> </a:t>
            </a:r>
            <a:r>
              <a:rPr sz="1600" b="1" spc="-10" dirty="0">
                <a:latin typeface="Times New Roman"/>
                <a:cs typeface="Times New Roman"/>
              </a:rPr>
              <a:t>Telangana.</a:t>
            </a:r>
            <a:endParaRPr sz="1600" dirty="0">
              <a:latin typeface="Times New Roman"/>
              <a:cs typeface="Times New Roman"/>
            </a:endParaRPr>
          </a:p>
        </p:txBody>
      </p:sp>
      <p:pic>
        <p:nvPicPr>
          <p:cNvPr id="8" name="object 8"/>
          <p:cNvPicPr/>
          <p:nvPr/>
        </p:nvPicPr>
        <p:blipFill>
          <a:blip r:embed="rId2" cstate="print"/>
          <a:stretch>
            <a:fillRect/>
          </a:stretch>
        </p:blipFill>
        <p:spPr>
          <a:xfrm>
            <a:off x="3140075" y="6303721"/>
            <a:ext cx="1522729" cy="965123"/>
          </a:xfrm>
          <a:prstGeom prst="rect">
            <a:avLst/>
          </a:prstGeom>
        </p:spPr>
      </p:pic>
      <p:sp>
        <p:nvSpPr>
          <p:cNvPr id="10" name="TextBox 9">
            <a:extLst>
              <a:ext uri="{FF2B5EF4-FFF2-40B4-BE49-F238E27FC236}">
                <a16:creationId xmlns:a16="http://schemas.microsoft.com/office/drawing/2014/main" id="{0668CDF9-8D8C-BB2F-4718-4336280DFECE}"/>
              </a:ext>
            </a:extLst>
          </p:cNvPr>
          <p:cNvSpPr txBox="1"/>
          <p:nvPr/>
        </p:nvSpPr>
        <p:spPr>
          <a:xfrm>
            <a:off x="1809229" y="7723743"/>
            <a:ext cx="3779134" cy="369332"/>
          </a:xfrm>
          <a:prstGeom prst="rect">
            <a:avLst/>
          </a:prstGeom>
          <a:noFill/>
        </p:spPr>
        <p:txBody>
          <a:bodyPr wrap="square">
            <a:spAutoFit/>
          </a:bodyPr>
          <a:lstStyle/>
          <a:p>
            <a:r>
              <a:rPr lang="en-IN" b="1" dirty="0"/>
              <a:t>   CMR ENGINEERING COLLEGE</a:t>
            </a:r>
          </a:p>
        </p:txBody>
      </p:sp>
      <p:sp>
        <p:nvSpPr>
          <p:cNvPr id="11" name="Slide Number Placeholder 10">
            <a:extLst>
              <a:ext uri="{FF2B5EF4-FFF2-40B4-BE49-F238E27FC236}">
                <a16:creationId xmlns:a16="http://schemas.microsoft.com/office/drawing/2014/main" id="{48EFB4E1-5295-9A3A-82C2-24C0F76343A3}"/>
              </a:ext>
            </a:extLst>
          </p:cNvPr>
          <p:cNvSpPr>
            <a:spLocks noGrp="1"/>
          </p:cNvSpPr>
          <p:nvPr>
            <p:ph type="sldNum" sz="quarter" idx="7"/>
          </p:nvPr>
        </p:nvSpPr>
        <p:spPr/>
        <p:txBody>
          <a:bodyPr/>
          <a:lstStyle/>
          <a:p>
            <a:pPr marL="38100">
              <a:lnSpc>
                <a:spcPts val="1410"/>
              </a:lnSpc>
            </a:pPr>
            <a:fld id="{81D60167-4931-47E6-BA6A-407CBD079E47}" type="slidenum">
              <a:rPr lang="en-IN" spc="-50" smtClean="0"/>
              <a:t>1</a:t>
            </a:fld>
            <a:endParaRPr lang="en-IN"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10384154"/>
            <a:ext cx="6958330" cy="8890"/>
          </a:xfrm>
          <a:custGeom>
            <a:avLst/>
            <a:gdLst/>
            <a:ahLst/>
            <a:cxnLst/>
            <a:rect l="l" t="t" r="r" b="b"/>
            <a:pathLst>
              <a:path w="6958330" h="8890">
                <a:moveTo>
                  <a:pt x="6958203" y="0"/>
                </a:moveTo>
                <a:lnTo>
                  <a:pt x="6949059" y="0"/>
                </a:lnTo>
                <a:lnTo>
                  <a:pt x="9144" y="0"/>
                </a:lnTo>
                <a:lnTo>
                  <a:pt x="6096" y="0"/>
                </a:lnTo>
                <a:lnTo>
                  <a:pt x="0" y="0"/>
                </a:lnTo>
                <a:lnTo>
                  <a:pt x="0" y="8572"/>
                </a:lnTo>
                <a:lnTo>
                  <a:pt x="6096" y="8572"/>
                </a:lnTo>
                <a:lnTo>
                  <a:pt x="9144" y="8572"/>
                </a:lnTo>
                <a:lnTo>
                  <a:pt x="6949059" y="8572"/>
                </a:lnTo>
                <a:lnTo>
                  <a:pt x="6958203" y="8572"/>
                </a:lnTo>
                <a:lnTo>
                  <a:pt x="6958203"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2865612" y="2341704"/>
            <a:ext cx="1790700" cy="1147445"/>
          </a:xfrm>
          <a:prstGeom prst="rect">
            <a:avLst/>
          </a:prstGeom>
        </p:spPr>
      </p:pic>
      <p:sp>
        <p:nvSpPr>
          <p:cNvPr id="13" name="TextBox 12">
            <a:extLst>
              <a:ext uri="{FF2B5EF4-FFF2-40B4-BE49-F238E27FC236}">
                <a16:creationId xmlns:a16="http://schemas.microsoft.com/office/drawing/2014/main" id="{9BF20E64-FD7A-DB79-2AF9-94E7DC8BC3F4}"/>
              </a:ext>
            </a:extLst>
          </p:cNvPr>
          <p:cNvSpPr txBox="1"/>
          <p:nvPr/>
        </p:nvSpPr>
        <p:spPr>
          <a:xfrm>
            <a:off x="1752157" y="586032"/>
            <a:ext cx="3779134" cy="369332"/>
          </a:xfrm>
          <a:prstGeom prst="rect">
            <a:avLst/>
          </a:prstGeom>
          <a:noFill/>
        </p:spPr>
        <p:txBody>
          <a:bodyPr wrap="square">
            <a:spAutoFit/>
          </a:bodyPr>
          <a:lstStyle/>
          <a:p>
            <a:r>
              <a:rPr lang="en-IN" b="1" dirty="0"/>
              <a:t>   CMR ENGINEERING COLLEGE</a:t>
            </a:r>
          </a:p>
        </p:txBody>
      </p:sp>
      <p:sp>
        <p:nvSpPr>
          <p:cNvPr id="14" name="object 7">
            <a:extLst>
              <a:ext uri="{FF2B5EF4-FFF2-40B4-BE49-F238E27FC236}">
                <a16:creationId xmlns:a16="http://schemas.microsoft.com/office/drawing/2014/main" id="{510C4B08-B4EA-5F8C-343F-AE8BC5CA6353}"/>
              </a:ext>
            </a:extLst>
          </p:cNvPr>
          <p:cNvSpPr txBox="1"/>
          <p:nvPr/>
        </p:nvSpPr>
        <p:spPr>
          <a:xfrm>
            <a:off x="1333992" y="1081195"/>
            <a:ext cx="5181600" cy="926664"/>
          </a:xfrm>
          <a:prstGeom prst="rect">
            <a:avLst/>
          </a:prstGeom>
        </p:spPr>
        <p:txBody>
          <a:bodyPr vert="horz" wrap="square" lIns="0" tIns="11430" rIns="0" bIns="0" rtlCol="0">
            <a:spAutoFit/>
          </a:bodyPr>
          <a:lstStyle/>
          <a:p>
            <a:pPr marL="204470">
              <a:lnSpc>
                <a:spcPct val="100000"/>
              </a:lnSpc>
              <a:spcBef>
                <a:spcPts val="90"/>
              </a:spcBef>
            </a:pPr>
            <a:r>
              <a:rPr sz="1400" b="1" dirty="0">
                <a:latin typeface="Times New Roman"/>
                <a:cs typeface="Times New Roman"/>
              </a:rPr>
              <a:t>DEPARTMENT</a:t>
            </a:r>
            <a:r>
              <a:rPr sz="1400" b="1" spc="-55" dirty="0">
                <a:latin typeface="Times New Roman"/>
                <a:cs typeface="Times New Roman"/>
              </a:rPr>
              <a:t> </a:t>
            </a:r>
            <a:r>
              <a:rPr sz="1400" b="1" dirty="0">
                <a:latin typeface="Times New Roman"/>
                <a:cs typeface="Times New Roman"/>
              </a:rPr>
              <a:t>OF</a:t>
            </a:r>
            <a:r>
              <a:rPr sz="1400" b="1" spc="-30" dirty="0">
                <a:latin typeface="Times New Roman"/>
                <a:cs typeface="Times New Roman"/>
              </a:rPr>
              <a:t> </a:t>
            </a:r>
            <a:r>
              <a:rPr sz="1400" b="1" dirty="0">
                <a:latin typeface="Times New Roman"/>
                <a:cs typeface="Times New Roman"/>
              </a:rPr>
              <a:t>INFORMATION</a:t>
            </a:r>
            <a:r>
              <a:rPr sz="1400" b="1" spc="-45" dirty="0">
                <a:latin typeface="Times New Roman"/>
                <a:cs typeface="Times New Roman"/>
              </a:rPr>
              <a:t> </a:t>
            </a:r>
            <a:r>
              <a:rPr sz="1400" b="1" spc="-10" dirty="0">
                <a:latin typeface="Times New Roman"/>
                <a:cs typeface="Times New Roman"/>
              </a:rPr>
              <a:t>TECHNOLOGY</a:t>
            </a:r>
            <a:endParaRPr sz="1400" dirty="0">
              <a:latin typeface="Times New Roman"/>
              <a:cs typeface="Times New Roman"/>
            </a:endParaRPr>
          </a:p>
          <a:p>
            <a:pPr marL="1183640" marR="412750" indent="-1171575">
              <a:lnSpc>
                <a:spcPts val="2900"/>
              </a:lnSpc>
              <a:spcBef>
                <a:spcPts val="110"/>
              </a:spcBef>
            </a:pPr>
            <a:r>
              <a:rPr sz="1200" b="1" dirty="0">
                <a:latin typeface="Times New Roman"/>
                <a:cs typeface="Times New Roman"/>
              </a:rPr>
              <a:t>(Approved</a:t>
            </a:r>
            <a:r>
              <a:rPr sz="1200" b="1" spc="-25" dirty="0">
                <a:latin typeface="Times New Roman"/>
                <a:cs typeface="Times New Roman"/>
              </a:rPr>
              <a:t> </a:t>
            </a:r>
            <a:r>
              <a:rPr sz="1200" b="1" dirty="0">
                <a:latin typeface="Times New Roman"/>
                <a:cs typeface="Times New Roman"/>
              </a:rPr>
              <a:t>by</a:t>
            </a:r>
            <a:r>
              <a:rPr sz="1200" b="1" spc="-20" dirty="0">
                <a:latin typeface="Times New Roman"/>
                <a:cs typeface="Times New Roman"/>
              </a:rPr>
              <a:t> </a:t>
            </a:r>
            <a:r>
              <a:rPr sz="1200" b="1" dirty="0">
                <a:latin typeface="Times New Roman"/>
                <a:cs typeface="Times New Roman"/>
              </a:rPr>
              <a:t>AICTE,</a:t>
            </a:r>
            <a:r>
              <a:rPr sz="1200" b="1" spc="-10" dirty="0">
                <a:latin typeface="Times New Roman"/>
                <a:cs typeface="Times New Roman"/>
              </a:rPr>
              <a:t> </a:t>
            </a:r>
            <a:r>
              <a:rPr sz="1200" b="1" dirty="0">
                <a:latin typeface="Times New Roman"/>
                <a:cs typeface="Times New Roman"/>
              </a:rPr>
              <a:t>Affiliated</a:t>
            </a:r>
            <a:r>
              <a:rPr sz="1200" b="1" spc="-20" dirty="0">
                <a:latin typeface="Times New Roman"/>
                <a:cs typeface="Times New Roman"/>
              </a:rPr>
              <a:t> </a:t>
            </a:r>
            <a:r>
              <a:rPr sz="1200" b="1" dirty="0">
                <a:latin typeface="Times New Roman"/>
                <a:cs typeface="Times New Roman"/>
              </a:rPr>
              <a:t>to</a:t>
            </a:r>
            <a:r>
              <a:rPr sz="1200" b="1" spc="-20" dirty="0">
                <a:latin typeface="Times New Roman"/>
                <a:cs typeface="Times New Roman"/>
              </a:rPr>
              <a:t> </a:t>
            </a:r>
            <a:r>
              <a:rPr sz="1200" b="1" dirty="0">
                <a:latin typeface="Times New Roman"/>
                <a:cs typeface="Times New Roman"/>
              </a:rPr>
              <a:t>JNTUH,</a:t>
            </a:r>
            <a:r>
              <a:rPr sz="1200" b="1" spc="-35" dirty="0">
                <a:latin typeface="Times New Roman"/>
                <a:cs typeface="Times New Roman"/>
              </a:rPr>
              <a:t> </a:t>
            </a:r>
            <a:r>
              <a:rPr sz="1200" b="1" dirty="0">
                <a:latin typeface="Times New Roman"/>
                <a:cs typeface="Times New Roman"/>
              </a:rPr>
              <a:t>Accredited</a:t>
            </a:r>
            <a:r>
              <a:rPr sz="1200" b="1" spc="-20" dirty="0">
                <a:latin typeface="Times New Roman"/>
                <a:cs typeface="Times New Roman"/>
              </a:rPr>
              <a:t> </a:t>
            </a:r>
            <a:r>
              <a:rPr sz="1200" b="1" dirty="0">
                <a:latin typeface="Times New Roman"/>
                <a:cs typeface="Times New Roman"/>
              </a:rPr>
              <a:t>by</a:t>
            </a:r>
            <a:r>
              <a:rPr sz="1200" b="1" spc="-20" dirty="0">
                <a:latin typeface="Times New Roman"/>
                <a:cs typeface="Times New Roman"/>
              </a:rPr>
              <a:t> </a:t>
            </a:r>
            <a:r>
              <a:rPr sz="1200" b="1" dirty="0">
                <a:latin typeface="Times New Roman"/>
                <a:cs typeface="Times New Roman"/>
              </a:rPr>
              <a:t>NBA,</a:t>
            </a:r>
            <a:r>
              <a:rPr sz="1200" b="1" spc="-30" dirty="0">
                <a:latin typeface="Times New Roman"/>
                <a:cs typeface="Times New Roman"/>
              </a:rPr>
              <a:t> </a:t>
            </a:r>
            <a:r>
              <a:rPr sz="1200" b="1" spc="-10" dirty="0">
                <a:latin typeface="Times New Roman"/>
                <a:cs typeface="Times New Roman"/>
              </a:rPr>
              <a:t>NAAC) </a:t>
            </a:r>
            <a:r>
              <a:rPr sz="1200" b="1" dirty="0">
                <a:latin typeface="Times New Roman"/>
                <a:cs typeface="Times New Roman"/>
              </a:rPr>
              <a:t>Kandlakoya</a:t>
            </a:r>
            <a:r>
              <a:rPr sz="1200" b="1" spc="-30" dirty="0">
                <a:latin typeface="Times New Roman"/>
                <a:cs typeface="Times New Roman"/>
              </a:rPr>
              <a:t> </a:t>
            </a:r>
            <a:r>
              <a:rPr sz="1200" b="1" dirty="0">
                <a:latin typeface="Times New Roman"/>
                <a:cs typeface="Times New Roman"/>
              </a:rPr>
              <a:t>(v),</a:t>
            </a:r>
            <a:r>
              <a:rPr sz="1200" b="1" spc="-40" dirty="0">
                <a:latin typeface="Times New Roman"/>
                <a:cs typeface="Times New Roman"/>
              </a:rPr>
              <a:t> </a:t>
            </a:r>
            <a:r>
              <a:rPr sz="1200" b="1" dirty="0">
                <a:latin typeface="Times New Roman"/>
                <a:cs typeface="Times New Roman"/>
              </a:rPr>
              <a:t>Medchal,</a:t>
            </a:r>
            <a:r>
              <a:rPr sz="1200" b="1" spc="-20" dirty="0">
                <a:latin typeface="Times New Roman"/>
                <a:cs typeface="Times New Roman"/>
              </a:rPr>
              <a:t> </a:t>
            </a:r>
            <a:r>
              <a:rPr sz="1200" b="1" spc="-10" dirty="0">
                <a:latin typeface="Times New Roman"/>
                <a:cs typeface="Times New Roman"/>
              </a:rPr>
              <a:t>Telangana.</a:t>
            </a:r>
            <a:endParaRPr sz="1200" dirty="0">
              <a:latin typeface="Times New Roman"/>
              <a:cs typeface="Times New Roman"/>
            </a:endParaRPr>
          </a:p>
        </p:txBody>
      </p:sp>
      <p:sp>
        <p:nvSpPr>
          <p:cNvPr id="16" name="TextBox 15">
            <a:extLst>
              <a:ext uri="{FF2B5EF4-FFF2-40B4-BE49-F238E27FC236}">
                <a16:creationId xmlns:a16="http://schemas.microsoft.com/office/drawing/2014/main" id="{F5A0EAAB-91B4-E72E-C7A1-CF24DC964263}"/>
              </a:ext>
            </a:extLst>
          </p:cNvPr>
          <p:cNvSpPr txBox="1"/>
          <p:nvPr/>
        </p:nvSpPr>
        <p:spPr>
          <a:xfrm>
            <a:off x="2559050" y="3796926"/>
            <a:ext cx="3779134" cy="461665"/>
          </a:xfrm>
          <a:prstGeom prst="rect">
            <a:avLst/>
          </a:prstGeom>
          <a:noFill/>
        </p:spPr>
        <p:txBody>
          <a:bodyPr wrap="square">
            <a:spAutoFit/>
          </a:bodyPr>
          <a:lstStyle/>
          <a:p>
            <a:r>
              <a:rPr lang="en-IN" sz="2400" b="1" u="sng" dirty="0">
                <a:latin typeface="Times New Roman" panose="02020603050405020304" pitchFamily="18" charset="0"/>
                <a:cs typeface="Times New Roman" panose="02020603050405020304" pitchFamily="18" charset="0"/>
              </a:rPr>
              <a:t>CERTIFICATE</a:t>
            </a:r>
          </a:p>
        </p:txBody>
      </p:sp>
      <p:sp>
        <p:nvSpPr>
          <p:cNvPr id="18" name="TextBox 17">
            <a:extLst>
              <a:ext uri="{FF2B5EF4-FFF2-40B4-BE49-F238E27FC236}">
                <a16:creationId xmlns:a16="http://schemas.microsoft.com/office/drawing/2014/main" id="{23429AC1-9CD0-7B47-539B-3E3A48EB4389}"/>
              </a:ext>
            </a:extLst>
          </p:cNvPr>
          <p:cNvSpPr txBox="1"/>
          <p:nvPr/>
        </p:nvSpPr>
        <p:spPr>
          <a:xfrm>
            <a:off x="330853" y="4313412"/>
            <a:ext cx="6673850" cy="584775"/>
          </a:xfrm>
          <a:prstGeom prst="rect">
            <a:avLst/>
          </a:prstGeom>
          <a:noFill/>
        </p:spPr>
        <p:txBody>
          <a:bodyPr wrap="square">
            <a:spAutoFit/>
          </a:bodyPr>
          <a:lstStyle/>
          <a:p>
            <a:r>
              <a:rPr lang="en-US" sz="1600" dirty="0"/>
              <a:t>This is to certify that the project entitled </a:t>
            </a:r>
            <a:r>
              <a:rPr lang="en-US" sz="1600" b="1" dirty="0">
                <a:solidFill>
                  <a:schemeClr val="tx1">
                    <a:lumMod val="95000"/>
                    <a:lumOff val="5000"/>
                  </a:schemeClr>
                </a:solidFill>
              </a:rPr>
              <a:t>“</a:t>
            </a:r>
            <a:r>
              <a:rPr lang="en-IN" sz="1600" b="1" dirty="0">
                <a:solidFill>
                  <a:schemeClr val="tx1">
                    <a:lumMod val="95000"/>
                    <a:lumOff val="5000"/>
                  </a:schemeClr>
                </a:solidFill>
                <a:latin typeface="Times New Roman"/>
                <a:cs typeface="Times New Roman"/>
              </a:rPr>
              <a:t>FLOOD</a:t>
            </a:r>
            <a:r>
              <a:rPr lang="en-IN" sz="1600" b="1" spc="-50" dirty="0">
                <a:solidFill>
                  <a:schemeClr val="tx1">
                    <a:lumMod val="95000"/>
                    <a:lumOff val="5000"/>
                  </a:schemeClr>
                </a:solidFill>
                <a:latin typeface="Times New Roman"/>
                <a:cs typeface="Times New Roman"/>
              </a:rPr>
              <a:t> </a:t>
            </a:r>
            <a:r>
              <a:rPr lang="en-IN" sz="1600" b="1" dirty="0">
                <a:solidFill>
                  <a:schemeClr val="tx1">
                    <a:lumMod val="95000"/>
                    <a:lumOff val="5000"/>
                  </a:schemeClr>
                </a:solidFill>
                <a:latin typeface="Times New Roman"/>
                <a:cs typeface="Times New Roman"/>
              </a:rPr>
              <a:t>DETECTOR</a:t>
            </a:r>
            <a:r>
              <a:rPr lang="en-IN" sz="1600" b="1" spc="-30" dirty="0">
                <a:solidFill>
                  <a:schemeClr val="tx1">
                    <a:lumMod val="95000"/>
                    <a:lumOff val="5000"/>
                  </a:schemeClr>
                </a:solidFill>
                <a:latin typeface="Times New Roman"/>
                <a:cs typeface="Times New Roman"/>
              </a:rPr>
              <a:t> </a:t>
            </a:r>
            <a:r>
              <a:rPr lang="en-IN" sz="1600" b="1" spc="-10" dirty="0">
                <a:solidFill>
                  <a:schemeClr val="tx1">
                    <a:lumMod val="95000"/>
                    <a:lumOff val="5000"/>
                  </a:schemeClr>
                </a:solidFill>
                <a:latin typeface="Times New Roman"/>
                <a:cs typeface="Times New Roman"/>
              </a:rPr>
              <a:t>SYSTEM”</a:t>
            </a:r>
            <a:r>
              <a:rPr lang="en-US" sz="1600" dirty="0"/>
              <a:t> is a </a:t>
            </a:r>
            <a:r>
              <a:rPr lang="en-US" sz="1600" dirty="0" err="1"/>
              <a:t>bonafide</a:t>
            </a:r>
            <a:r>
              <a:rPr lang="en-US" sz="1600" dirty="0"/>
              <a:t> work carried out by</a:t>
            </a:r>
            <a:endParaRPr lang="en-IN" sz="1600" dirty="0"/>
          </a:p>
        </p:txBody>
      </p:sp>
      <p:sp>
        <p:nvSpPr>
          <p:cNvPr id="19" name="object 4">
            <a:extLst>
              <a:ext uri="{FF2B5EF4-FFF2-40B4-BE49-F238E27FC236}">
                <a16:creationId xmlns:a16="http://schemas.microsoft.com/office/drawing/2014/main" id="{A432D32E-086A-A531-A9AB-23213A0E1494}"/>
              </a:ext>
            </a:extLst>
          </p:cNvPr>
          <p:cNvSpPr txBox="1"/>
          <p:nvPr/>
        </p:nvSpPr>
        <p:spPr>
          <a:xfrm>
            <a:off x="330853" y="4960275"/>
            <a:ext cx="1346835" cy="86995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D.MADHU</a:t>
            </a:r>
            <a:r>
              <a:rPr sz="1200" b="1" spc="-15" dirty="0">
                <a:latin typeface="Times New Roman"/>
                <a:cs typeface="Times New Roman"/>
              </a:rPr>
              <a:t> </a:t>
            </a:r>
            <a:r>
              <a:rPr sz="1200" b="1" spc="-10" dirty="0">
                <a:latin typeface="Times New Roman"/>
                <a:cs typeface="Times New Roman"/>
              </a:rPr>
              <a:t>HASINI</a:t>
            </a:r>
            <a:endParaRPr sz="1200" dirty="0">
              <a:latin typeface="Times New Roman"/>
              <a:cs typeface="Times New Roman"/>
            </a:endParaRPr>
          </a:p>
          <a:p>
            <a:pPr marL="18415" marR="39370" indent="-6350">
              <a:lnSpc>
                <a:spcPct val="95800"/>
              </a:lnSpc>
              <a:spcBef>
                <a:spcPts val="1065"/>
              </a:spcBef>
            </a:pPr>
            <a:r>
              <a:rPr sz="1200" b="1" dirty="0">
                <a:latin typeface="Times New Roman"/>
                <a:cs typeface="Times New Roman"/>
              </a:rPr>
              <a:t>G.ARYAN</a:t>
            </a:r>
            <a:r>
              <a:rPr sz="1200" b="1" spc="-10" dirty="0">
                <a:latin typeface="Times New Roman"/>
                <a:cs typeface="Times New Roman"/>
              </a:rPr>
              <a:t> </a:t>
            </a:r>
            <a:r>
              <a:rPr sz="1200" b="1" spc="-20" dirty="0">
                <a:latin typeface="Times New Roman"/>
                <a:cs typeface="Times New Roman"/>
              </a:rPr>
              <a:t>REDDY </a:t>
            </a:r>
            <a:r>
              <a:rPr sz="1200" b="1" spc="-10" dirty="0">
                <a:latin typeface="Times New Roman"/>
                <a:cs typeface="Times New Roman"/>
              </a:rPr>
              <a:t>K.HARIDEEP M.YAMINI</a:t>
            </a:r>
            <a:endParaRPr sz="1200" dirty="0">
              <a:latin typeface="Times New Roman"/>
              <a:cs typeface="Times New Roman"/>
            </a:endParaRPr>
          </a:p>
        </p:txBody>
      </p:sp>
      <p:sp>
        <p:nvSpPr>
          <p:cNvPr id="20" name="object 5">
            <a:extLst>
              <a:ext uri="{FF2B5EF4-FFF2-40B4-BE49-F238E27FC236}">
                <a16:creationId xmlns:a16="http://schemas.microsoft.com/office/drawing/2014/main" id="{133AB798-7EA4-EA3B-1BDC-23E9B972259E}"/>
              </a:ext>
            </a:extLst>
          </p:cNvPr>
          <p:cNvSpPr txBox="1"/>
          <p:nvPr/>
        </p:nvSpPr>
        <p:spPr>
          <a:xfrm>
            <a:off x="5226050" y="4899334"/>
            <a:ext cx="935355" cy="869950"/>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238R1A12E4</a:t>
            </a:r>
            <a:endParaRPr sz="1200" dirty="0">
              <a:latin typeface="Times New Roman"/>
              <a:cs typeface="Times New Roman"/>
            </a:endParaRPr>
          </a:p>
          <a:p>
            <a:pPr marL="32384">
              <a:lnSpc>
                <a:spcPts val="1415"/>
              </a:lnSpc>
              <a:spcBef>
                <a:spcPts val="1005"/>
              </a:spcBef>
            </a:pPr>
            <a:r>
              <a:rPr sz="1200" b="1" spc="-10" dirty="0">
                <a:latin typeface="Times New Roman"/>
                <a:cs typeface="Times New Roman"/>
              </a:rPr>
              <a:t>238R1A12F0</a:t>
            </a:r>
            <a:endParaRPr sz="1200" dirty="0">
              <a:latin typeface="Times New Roman"/>
              <a:cs typeface="Times New Roman"/>
            </a:endParaRPr>
          </a:p>
          <a:p>
            <a:pPr marL="32384">
              <a:lnSpc>
                <a:spcPts val="1380"/>
              </a:lnSpc>
            </a:pPr>
            <a:r>
              <a:rPr sz="1200" b="1" spc="-10" dirty="0">
                <a:latin typeface="Times New Roman"/>
                <a:cs typeface="Times New Roman"/>
              </a:rPr>
              <a:t>238R1A12G0</a:t>
            </a:r>
            <a:endParaRPr sz="1200" dirty="0">
              <a:latin typeface="Times New Roman"/>
              <a:cs typeface="Times New Roman"/>
            </a:endParaRPr>
          </a:p>
          <a:p>
            <a:pPr marL="50800">
              <a:lnSpc>
                <a:spcPts val="1405"/>
              </a:lnSpc>
            </a:pPr>
            <a:r>
              <a:rPr sz="1200" b="1" spc="-10" dirty="0">
                <a:latin typeface="Times New Roman"/>
                <a:cs typeface="Times New Roman"/>
              </a:rPr>
              <a:t>238R1A12H5</a:t>
            </a:r>
            <a:endParaRPr sz="1200" dirty="0">
              <a:latin typeface="Times New Roman"/>
              <a:cs typeface="Times New Roman"/>
            </a:endParaRPr>
          </a:p>
        </p:txBody>
      </p:sp>
      <p:sp>
        <p:nvSpPr>
          <p:cNvPr id="24" name="TextBox 23">
            <a:extLst>
              <a:ext uri="{FF2B5EF4-FFF2-40B4-BE49-F238E27FC236}">
                <a16:creationId xmlns:a16="http://schemas.microsoft.com/office/drawing/2014/main" id="{F69F8040-5958-D4B4-12F1-3338787491D8}"/>
              </a:ext>
            </a:extLst>
          </p:cNvPr>
          <p:cNvSpPr txBox="1"/>
          <p:nvPr/>
        </p:nvSpPr>
        <p:spPr>
          <a:xfrm>
            <a:off x="224825" y="5873841"/>
            <a:ext cx="6594909" cy="1077218"/>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in partial fulfillment of the requirement for the award of the degree of BACHELOR OF TECHNOLOGY in </a:t>
            </a:r>
            <a:r>
              <a:rPr lang="en-IN" sz="1600" dirty="0">
                <a:latin typeface="Times New Roman" panose="02020603050405020304" pitchFamily="18" charset="0"/>
                <a:cs typeface="Times New Roman" panose="02020603050405020304" pitchFamily="18" charset="0"/>
              </a:rPr>
              <a:t>INFORMATION TECHNOLOGY </a:t>
            </a:r>
            <a:r>
              <a:rPr lang="en-US" sz="1600" dirty="0">
                <a:latin typeface="Times New Roman" panose="02020603050405020304" pitchFamily="18" charset="0"/>
                <a:cs typeface="Times New Roman" panose="02020603050405020304" pitchFamily="18" charset="0"/>
              </a:rPr>
              <a:t>from CMR Engineering College, affiliated to JNTU, Hyderabad </a:t>
            </a:r>
          </a:p>
          <a:p>
            <a:r>
              <a:rPr lang="en-US" sz="1600" dirty="0">
                <a:latin typeface="Times New Roman" panose="02020603050405020304" pitchFamily="18" charset="0"/>
                <a:cs typeface="Times New Roman" panose="02020603050405020304" pitchFamily="18" charset="0"/>
              </a:rPr>
              <a:t>under our guidance and supervision</a:t>
            </a:r>
            <a:r>
              <a:rPr lang="en-US" sz="1200"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1C9859D3-83C3-42B3-2A37-D239EFB5BC04}"/>
              </a:ext>
            </a:extLst>
          </p:cNvPr>
          <p:cNvSpPr txBox="1"/>
          <p:nvPr/>
        </p:nvSpPr>
        <p:spPr>
          <a:xfrm>
            <a:off x="266301" y="6951059"/>
            <a:ext cx="6673849" cy="830997"/>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The results presented in this project have been verified and are found to be satisfactory. The results embodied in this project have not been submitted to any other university for the award of any other degree or diploma.</a:t>
            </a:r>
            <a:endParaRPr lang="en-IN" sz="16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D6096602-6E12-3F6B-EACC-73C701010C14}"/>
              </a:ext>
            </a:extLst>
          </p:cNvPr>
          <p:cNvSpPr txBox="1"/>
          <p:nvPr/>
        </p:nvSpPr>
        <p:spPr>
          <a:xfrm>
            <a:off x="-53904" y="7871301"/>
            <a:ext cx="7664307"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   Internal Guide                           Project Coordinator                   Head of the Department </a:t>
            </a:r>
            <a:endParaRPr lang="en-IN" sz="16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9375C010-B9E0-6386-1D46-8A87808201DB}"/>
              </a:ext>
            </a:extLst>
          </p:cNvPr>
          <p:cNvSpPr txBox="1"/>
          <p:nvPr/>
        </p:nvSpPr>
        <p:spPr>
          <a:xfrm>
            <a:off x="145" y="8742398"/>
            <a:ext cx="7447203" cy="338554"/>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Assistant Professor                       Assistant Professor                         </a:t>
            </a:r>
            <a:r>
              <a:rPr lang="en-IN" sz="1600" dirty="0" err="1">
                <a:latin typeface="Times New Roman" panose="02020603050405020304" pitchFamily="18" charset="0"/>
                <a:cs typeface="Times New Roman" panose="02020603050405020304" pitchFamily="18" charset="0"/>
              </a:rPr>
              <a:t>Professor</a:t>
            </a:r>
            <a:r>
              <a:rPr lang="en-IN" sz="1600" dirty="0">
                <a:latin typeface="Times New Roman" panose="02020603050405020304" pitchFamily="18" charset="0"/>
                <a:cs typeface="Times New Roman" panose="02020603050405020304" pitchFamily="18" charset="0"/>
              </a:rPr>
              <a:t> &amp; H.O.D </a:t>
            </a:r>
          </a:p>
        </p:txBody>
      </p:sp>
      <p:sp>
        <p:nvSpPr>
          <p:cNvPr id="40" name="TextBox 39">
            <a:extLst>
              <a:ext uri="{FF2B5EF4-FFF2-40B4-BE49-F238E27FC236}">
                <a16:creationId xmlns:a16="http://schemas.microsoft.com/office/drawing/2014/main" id="{0062963E-7EAE-0696-D408-0CAC67932C2A}"/>
              </a:ext>
            </a:extLst>
          </p:cNvPr>
          <p:cNvSpPr txBox="1"/>
          <p:nvPr/>
        </p:nvSpPr>
        <p:spPr>
          <a:xfrm>
            <a:off x="54504" y="9491882"/>
            <a:ext cx="7338194" cy="830997"/>
          </a:xfrm>
          <a:prstGeom prst="rect">
            <a:avLst/>
          </a:prstGeom>
          <a:noFill/>
        </p:spPr>
        <p:txBody>
          <a:bodyPr wrap="square">
            <a:spAutoFit/>
          </a:bodyPr>
          <a:lstStyle/>
          <a:p>
            <a:r>
              <a:rPr lang="en-IN" sz="1600" dirty="0"/>
              <a:t>CMREC                                         </a:t>
            </a:r>
            <a:r>
              <a:rPr lang="en-IN" sz="1600" dirty="0" err="1"/>
              <a:t>CMREC</a:t>
            </a:r>
            <a:r>
              <a:rPr lang="en-IN" sz="1600" dirty="0"/>
              <a:t>                                      </a:t>
            </a:r>
            <a:r>
              <a:rPr lang="en-IN" sz="1600" dirty="0" err="1"/>
              <a:t>CMREC</a:t>
            </a:r>
            <a:endParaRPr lang="en-IN" sz="1600" dirty="0"/>
          </a:p>
          <a:p>
            <a:r>
              <a:rPr lang="en-IN" sz="1600" dirty="0"/>
              <a:t>Hyderabad                                   </a:t>
            </a:r>
            <a:r>
              <a:rPr lang="en-IN" sz="1600" dirty="0" err="1"/>
              <a:t>Hyderabad</a:t>
            </a:r>
            <a:r>
              <a:rPr lang="en-IN" sz="1600" dirty="0"/>
              <a:t>                                  </a:t>
            </a:r>
            <a:r>
              <a:rPr lang="en-IN" sz="1600" dirty="0" err="1"/>
              <a:t>Hyderabad</a:t>
            </a:r>
            <a:r>
              <a:rPr lang="en-IN" sz="1600" dirty="0"/>
              <a:t> </a:t>
            </a:r>
          </a:p>
          <a:p>
            <a:r>
              <a:rPr lang="en-IN" sz="1600" dirty="0"/>
              <a:t> </a:t>
            </a:r>
          </a:p>
        </p:txBody>
      </p:sp>
      <p:sp>
        <p:nvSpPr>
          <p:cNvPr id="44" name="TextBox 43">
            <a:extLst>
              <a:ext uri="{FF2B5EF4-FFF2-40B4-BE49-F238E27FC236}">
                <a16:creationId xmlns:a16="http://schemas.microsoft.com/office/drawing/2014/main" id="{929C9CE3-40A3-0EF4-954D-0EC7F319E5FA}"/>
              </a:ext>
            </a:extLst>
          </p:cNvPr>
          <p:cNvSpPr txBox="1"/>
          <p:nvPr/>
        </p:nvSpPr>
        <p:spPr>
          <a:xfrm>
            <a:off x="0" y="8320214"/>
            <a:ext cx="7556357" cy="523220"/>
          </a:xfrm>
          <a:prstGeom prst="rect">
            <a:avLst/>
          </a:prstGeom>
          <a:noFill/>
        </p:spPr>
        <p:txBody>
          <a:bodyPr wrap="square">
            <a:spAutoFit/>
          </a:bodyPr>
          <a:lstStyle/>
          <a:p>
            <a:r>
              <a:rPr lang="en-IN" sz="1600" dirty="0" err="1">
                <a:solidFill>
                  <a:schemeClr val="tx1">
                    <a:lumMod val="95000"/>
                    <a:lumOff val="5000"/>
                  </a:schemeClr>
                </a:solidFill>
                <a:latin typeface="Times New Roman"/>
                <a:cs typeface="Times New Roman"/>
              </a:rPr>
              <a:t>Mr.Girija</a:t>
            </a:r>
            <a:r>
              <a:rPr lang="en-IN" sz="1600" dirty="0">
                <a:solidFill>
                  <a:schemeClr val="tx1">
                    <a:lumMod val="95000"/>
                    <a:lumOff val="5000"/>
                  </a:schemeClr>
                </a:solidFill>
                <a:latin typeface="Times New Roman"/>
                <a:cs typeface="Times New Roman"/>
              </a:rPr>
              <a:t> </a:t>
            </a:r>
            <a:r>
              <a:rPr lang="en-IN" sz="1600" dirty="0" err="1">
                <a:solidFill>
                  <a:schemeClr val="tx1">
                    <a:lumMod val="95000"/>
                    <a:lumOff val="5000"/>
                  </a:schemeClr>
                </a:solidFill>
                <a:latin typeface="Times New Roman"/>
                <a:cs typeface="Times New Roman"/>
              </a:rPr>
              <a:t>shankar</a:t>
            </a:r>
            <a:r>
              <a:rPr lang="en-IN" sz="1600" dirty="0">
                <a:solidFill>
                  <a:schemeClr val="tx1">
                    <a:lumMod val="95000"/>
                    <a:lumOff val="5000"/>
                  </a:schemeClr>
                </a:solidFill>
                <a:latin typeface="Times New Roman"/>
                <a:cs typeface="Times New Roman"/>
              </a:rPr>
              <a:t> </a:t>
            </a:r>
            <a:r>
              <a:rPr lang="en-IN" sz="1600" dirty="0" err="1">
                <a:solidFill>
                  <a:schemeClr val="tx1">
                    <a:lumMod val="95000"/>
                    <a:lumOff val="5000"/>
                  </a:schemeClr>
                </a:solidFill>
                <a:latin typeface="Times New Roman"/>
                <a:cs typeface="Times New Roman"/>
              </a:rPr>
              <a:t>dewange</a:t>
            </a:r>
            <a:r>
              <a:rPr lang="en-IN" sz="1600" spc="-10" dirty="0">
                <a:solidFill>
                  <a:schemeClr val="tx1">
                    <a:lumMod val="95000"/>
                    <a:lumOff val="5000"/>
                  </a:schemeClr>
                </a:solidFill>
                <a:latin typeface="Times New Roman"/>
                <a:cs typeface="Times New Roman"/>
              </a:rPr>
              <a:t>            </a:t>
            </a:r>
            <a:r>
              <a:rPr lang="en-IN" sz="1600" dirty="0">
                <a:solidFill>
                  <a:schemeClr val="tx1">
                    <a:lumMod val="95000"/>
                    <a:lumOff val="5000"/>
                  </a:schemeClr>
                </a:solidFill>
              </a:rPr>
              <a:t>Mrs. Lavanya                            </a:t>
            </a:r>
            <a:r>
              <a:rPr lang="en-IN" sz="1600" dirty="0" err="1">
                <a:solidFill>
                  <a:schemeClr val="tx1">
                    <a:lumMod val="95000"/>
                    <a:lumOff val="5000"/>
                  </a:schemeClr>
                </a:solidFill>
              </a:rPr>
              <a:t>Dr</a:t>
            </a:r>
            <a:r>
              <a:rPr lang="en-IN" sz="1600" dirty="0" err="1">
                <a:solidFill>
                  <a:schemeClr val="tx1">
                    <a:lumMod val="95000"/>
                    <a:lumOff val="5000"/>
                  </a:schemeClr>
                </a:solidFill>
                <a:latin typeface="Times New Roman" panose="02020603050405020304" pitchFamily="18" charset="0"/>
                <a:cs typeface="Times New Roman" panose="02020603050405020304" pitchFamily="18" charset="0"/>
              </a:rPr>
              <a:t>.P.Madhavi</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a:t>
            </a:r>
          </a:p>
          <a:p>
            <a:endParaRPr lang="en-IN" sz="12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3F4E9EE7-4E71-1211-C6A4-96145E018AAF}"/>
              </a:ext>
            </a:extLst>
          </p:cNvPr>
          <p:cNvSpPr txBox="1"/>
          <p:nvPr/>
        </p:nvSpPr>
        <p:spPr>
          <a:xfrm>
            <a:off x="0" y="9130097"/>
            <a:ext cx="7447203" cy="523220"/>
          </a:xfrm>
          <a:prstGeom prst="rect">
            <a:avLst/>
          </a:prstGeom>
          <a:noFill/>
        </p:spPr>
        <p:txBody>
          <a:bodyPr wrap="square">
            <a:spAutoFit/>
          </a:bodyPr>
          <a:lstStyle/>
          <a:p>
            <a:r>
              <a:rPr lang="en-IN" sz="1600" dirty="0"/>
              <a:t>Department of IT                     Department of IT                        Department of IT</a:t>
            </a:r>
          </a:p>
          <a:p>
            <a:endParaRPr lang="en-IN" sz="1200" dirty="0"/>
          </a:p>
        </p:txBody>
      </p:sp>
      <p:sp>
        <p:nvSpPr>
          <p:cNvPr id="49" name="Slide Number Placeholder 48">
            <a:extLst>
              <a:ext uri="{FF2B5EF4-FFF2-40B4-BE49-F238E27FC236}">
                <a16:creationId xmlns:a16="http://schemas.microsoft.com/office/drawing/2014/main" id="{F7EE9AB9-1E74-91DD-1EF2-3E52FDF76B21}"/>
              </a:ext>
            </a:extLst>
          </p:cNvPr>
          <p:cNvSpPr>
            <a:spLocks noGrp="1"/>
          </p:cNvSpPr>
          <p:nvPr>
            <p:ph type="sldNum" sz="quarter" idx="7"/>
          </p:nvPr>
        </p:nvSpPr>
        <p:spPr/>
        <p:txBody>
          <a:bodyPr/>
          <a:lstStyle/>
          <a:p>
            <a:pPr marL="38100">
              <a:lnSpc>
                <a:spcPts val="1410"/>
              </a:lnSpc>
            </a:pPr>
            <a:fld id="{81D60167-4931-47E6-BA6A-407CBD079E47}" type="slidenum">
              <a:rPr lang="en-IN" spc="-50" smtClean="0"/>
              <a:t>2</a:t>
            </a:fld>
            <a:endParaRPr lang="en-IN"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310514"/>
            <a:ext cx="6958330" cy="10082530"/>
          </a:xfrm>
          <a:custGeom>
            <a:avLst/>
            <a:gdLst/>
            <a:ahLst/>
            <a:cxnLst/>
            <a:rect l="l" t="t" r="r" b="b"/>
            <a:pathLst>
              <a:path w="6958330" h="10082530">
                <a:moveTo>
                  <a:pt x="6958203" y="10073640"/>
                </a:moveTo>
                <a:lnTo>
                  <a:pt x="6957949" y="10073640"/>
                </a:lnTo>
                <a:lnTo>
                  <a:pt x="6957949" y="0"/>
                </a:lnTo>
                <a:lnTo>
                  <a:pt x="6949440" y="0"/>
                </a:lnTo>
                <a:lnTo>
                  <a:pt x="6949440" y="10073640"/>
                </a:lnTo>
                <a:lnTo>
                  <a:pt x="6949059" y="10073640"/>
                </a:lnTo>
                <a:lnTo>
                  <a:pt x="9144" y="10073640"/>
                </a:lnTo>
                <a:lnTo>
                  <a:pt x="8572" y="10073640"/>
                </a:lnTo>
                <a:lnTo>
                  <a:pt x="8572" y="0"/>
                </a:lnTo>
                <a:lnTo>
                  <a:pt x="0" y="0"/>
                </a:lnTo>
                <a:lnTo>
                  <a:pt x="0" y="10073640"/>
                </a:lnTo>
                <a:lnTo>
                  <a:pt x="0" y="10082212"/>
                </a:lnTo>
                <a:lnTo>
                  <a:pt x="6096" y="10082212"/>
                </a:lnTo>
                <a:lnTo>
                  <a:pt x="9144" y="10082212"/>
                </a:lnTo>
                <a:lnTo>
                  <a:pt x="6949059" y="10082212"/>
                </a:lnTo>
                <a:lnTo>
                  <a:pt x="6958203" y="10082212"/>
                </a:lnTo>
                <a:lnTo>
                  <a:pt x="6958203" y="10073640"/>
                </a:lnTo>
                <a:close/>
              </a:path>
            </a:pathLst>
          </a:custGeom>
          <a:solidFill>
            <a:srgbClr val="000000"/>
          </a:solidFill>
        </p:spPr>
        <p:txBody>
          <a:bodyPr wrap="square" lIns="0" tIns="0" rIns="0" bIns="0" rtlCol="0"/>
          <a:lstStyle/>
          <a:p>
            <a:endParaRPr/>
          </a:p>
        </p:txBody>
      </p:sp>
      <p:sp>
        <p:nvSpPr>
          <p:cNvPr id="15" name="TextBox 14">
            <a:extLst>
              <a:ext uri="{FF2B5EF4-FFF2-40B4-BE49-F238E27FC236}">
                <a16:creationId xmlns:a16="http://schemas.microsoft.com/office/drawing/2014/main" id="{B8A513FB-B05B-060D-3DF3-91064D171784}"/>
              </a:ext>
            </a:extLst>
          </p:cNvPr>
          <p:cNvSpPr txBox="1"/>
          <p:nvPr/>
        </p:nvSpPr>
        <p:spPr>
          <a:xfrm>
            <a:off x="2711450" y="625475"/>
            <a:ext cx="3779134" cy="461665"/>
          </a:xfrm>
          <a:prstGeom prst="rect">
            <a:avLst/>
          </a:prstGeom>
          <a:noFill/>
        </p:spPr>
        <p:txBody>
          <a:bodyPr wrap="square">
            <a:spAutoFit/>
          </a:bodyPr>
          <a:lstStyle/>
          <a:p>
            <a:r>
              <a:rPr lang="en-IN" sz="2400" b="1" u="sng" dirty="0">
                <a:latin typeface="Times New Roman" panose="02020603050405020304" pitchFamily="18" charset="0"/>
                <a:cs typeface="Times New Roman" panose="02020603050405020304" pitchFamily="18" charset="0"/>
              </a:rPr>
              <a:t>DECLARATION</a:t>
            </a:r>
          </a:p>
        </p:txBody>
      </p:sp>
      <p:sp>
        <p:nvSpPr>
          <p:cNvPr id="17" name="TextBox 16">
            <a:extLst>
              <a:ext uri="{FF2B5EF4-FFF2-40B4-BE49-F238E27FC236}">
                <a16:creationId xmlns:a16="http://schemas.microsoft.com/office/drawing/2014/main" id="{3EFC775D-08B8-3893-3C0B-7BF28CAFE293}"/>
              </a:ext>
            </a:extLst>
          </p:cNvPr>
          <p:cNvSpPr txBox="1"/>
          <p:nvPr/>
        </p:nvSpPr>
        <p:spPr>
          <a:xfrm>
            <a:off x="293370" y="1466933"/>
            <a:ext cx="6826249" cy="1815882"/>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This is to certify that the work reported in the present project entitled"</a:t>
            </a:r>
            <a:r>
              <a:rPr lang="en-IN" sz="1600" dirty="0">
                <a:solidFill>
                  <a:srgbClr val="FF0000"/>
                </a:solidFill>
                <a:latin typeface="Times New Roman"/>
                <a:cs typeface="Times New Roman"/>
              </a:rPr>
              <a:t> FLOOD</a:t>
            </a:r>
            <a:r>
              <a:rPr lang="en-IN" sz="1600" spc="-45" dirty="0">
                <a:solidFill>
                  <a:srgbClr val="FF0000"/>
                </a:solidFill>
                <a:latin typeface="Times New Roman"/>
                <a:cs typeface="Times New Roman"/>
              </a:rPr>
              <a:t> </a:t>
            </a:r>
            <a:r>
              <a:rPr lang="en-IN" sz="1600" spc="-10" dirty="0">
                <a:solidFill>
                  <a:srgbClr val="FF0000"/>
                </a:solidFill>
                <a:latin typeface="Times New Roman"/>
                <a:cs typeface="Times New Roman"/>
              </a:rPr>
              <a:t>DETECTOR</a:t>
            </a:r>
            <a:r>
              <a:rPr lang="en-IN" sz="1600" spc="-50" dirty="0">
                <a:solidFill>
                  <a:srgbClr val="FF0000"/>
                </a:solidFill>
                <a:latin typeface="Times New Roman"/>
                <a:cs typeface="Times New Roman"/>
              </a:rPr>
              <a:t> </a:t>
            </a:r>
            <a:r>
              <a:rPr lang="en-IN" sz="1600" spc="-10" dirty="0">
                <a:solidFill>
                  <a:srgbClr val="FF0000"/>
                </a:solidFill>
                <a:latin typeface="Times New Roman"/>
                <a:cs typeface="Times New Roman"/>
              </a:rPr>
              <a:t>SYSTEM </a:t>
            </a:r>
            <a:r>
              <a:rPr lang="en-US" sz="1600" dirty="0">
                <a:latin typeface="Times New Roman" panose="02020603050405020304" pitchFamily="18" charset="0"/>
                <a:cs typeface="Times New Roman" panose="02020603050405020304" pitchFamily="18" charset="0"/>
              </a:rPr>
              <a:t>" is a record of </a:t>
            </a:r>
            <a:r>
              <a:rPr lang="en-US" sz="1600" dirty="0" err="1">
                <a:latin typeface="Times New Roman" panose="02020603050405020304" pitchFamily="18" charset="0"/>
                <a:cs typeface="Times New Roman" panose="02020603050405020304" pitchFamily="18" charset="0"/>
              </a:rPr>
              <a:t>bonafide</a:t>
            </a:r>
            <a:r>
              <a:rPr lang="en-US" sz="1600" dirty="0">
                <a:latin typeface="Times New Roman" panose="02020603050405020304" pitchFamily="18" charset="0"/>
                <a:cs typeface="Times New Roman" panose="02020603050405020304" pitchFamily="18" charset="0"/>
              </a:rPr>
              <a:t> work done by us in the Department of Computer Science and Engineering, CMR Engineering College, JNTU Hyderabad. The reports are based on the project work done entirely by us and not copied from any other source. We submit our project for further development by any interested students who share similar interests to improve the project in the future. </a:t>
            </a:r>
            <a:endParaRPr lang="en-IN" sz="16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4549B8DD-24FF-9DC4-542F-65B75E534C40}"/>
              </a:ext>
            </a:extLst>
          </p:cNvPr>
          <p:cNvSpPr txBox="1"/>
          <p:nvPr/>
        </p:nvSpPr>
        <p:spPr>
          <a:xfrm>
            <a:off x="329959" y="3200860"/>
            <a:ext cx="7054850" cy="830997"/>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The results embodied in this project report have not been submitted to any other University or Institute for the award of any degree or diploma to the </a:t>
            </a:r>
            <a:r>
              <a:rPr lang="en-US" sz="1600" dirty="0" err="1">
                <a:latin typeface="Times New Roman" panose="02020603050405020304" pitchFamily="18" charset="0"/>
                <a:cs typeface="Times New Roman" panose="02020603050405020304" pitchFamily="18" charset="0"/>
              </a:rPr>
              <a:t>bestof</a:t>
            </a:r>
            <a:r>
              <a:rPr lang="en-US" sz="1600" dirty="0">
                <a:latin typeface="Times New Roman" panose="02020603050405020304" pitchFamily="18" charset="0"/>
                <a:cs typeface="Times New Roman" panose="02020603050405020304" pitchFamily="18" charset="0"/>
              </a:rPr>
              <a:t> our knowledge an</a:t>
            </a:r>
            <a:endParaRPr lang="en-IN" sz="1600" dirty="0">
              <a:latin typeface="Times New Roman" panose="02020603050405020304" pitchFamily="18" charset="0"/>
              <a:cs typeface="Times New Roman" panose="02020603050405020304" pitchFamily="18" charset="0"/>
            </a:endParaRPr>
          </a:p>
        </p:txBody>
      </p:sp>
      <p:sp>
        <p:nvSpPr>
          <p:cNvPr id="21" name="object 4">
            <a:extLst>
              <a:ext uri="{FF2B5EF4-FFF2-40B4-BE49-F238E27FC236}">
                <a16:creationId xmlns:a16="http://schemas.microsoft.com/office/drawing/2014/main" id="{16B1AEC4-F96D-51D2-1C0A-BA6841E00B34}"/>
              </a:ext>
            </a:extLst>
          </p:cNvPr>
          <p:cNvSpPr txBox="1"/>
          <p:nvPr/>
        </p:nvSpPr>
        <p:spPr>
          <a:xfrm>
            <a:off x="3397251" y="5131744"/>
            <a:ext cx="1877184" cy="1391278"/>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D</a:t>
            </a:r>
            <a:r>
              <a:rPr sz="1600" dirty="0">
                <a:latin typeface="Times New Roman"/>
                <a:cs typeface="Times New Roman"/>
              </a:rPr>
              <a:t>.MADHU</a:t>
            </a:r>
            <a:r>
              <a:rPr sz="1600" spc="-15" dirty="0">
                <a:latin typeface="Times New Roman"/>
                <a:cs typeface="Times New Roman"/>
              </a:rPr>
              <a:t> </a:t>
            </a:r>
            <a:r>
              <a:rPr sz="1600" spc="-10" dirty="0">
                <a:latin typeface="Times New Roman"/>
                <a:cs typeface="Times New Roman"/>
              </a:rPr>
              <a:t>HASINI</a:t>
            </a:r>
            <a:endParaRPr sz="1600" dirty="0">
              <a:latin typeface="Times New Roman"/>
              <a:cs typeface="Times New Roman"/>
            </a:endParaRPr>
          </a:p>
          <a:p>
            <a:pPr marL="18415" marR="39370" indent="-6350">
              <a:lnSpc>
                <a:spcPct val="95800"/>
              </a:lnSpc>
              <a:spcBef>
                <a:spcPts val="1065"/>
              </a:spcBef>
            </a:pPr>
            <a:r>
              <a:rPr sz="1600" dirty="0">
                <a:latin typeface="Times New Roman"/>
                <a:cs typeface="Times New Roman"/>
              </a:rPr>
              <a:t>G.ARYAN</a:t>
            </a:r>
            <a:r>
              <a:rPr sz="1600" spc="-10" dirty="0">
                <a:latin typeface="Times New Roman"/>
                <a:cs typeface="Times New Roman"/>
              </a:rPr>
              <a:t> </a:t>
            </a:r>
            <a:r>
              <a:rPr sz="1600" spc="-20" dirty="0">
                <a:latin typeface="Times New Roman"/>
                <a:cs typeface="Times New Roman"/>
              </a:rPr>
              <a:t>REDDY </a:t>
            </a:r>
            <a:endParaRPr lang="en-IN" sz="1600" spc="-20" dirty="0">
              <a:latin typeface="Times New Roman"/>
              <a:cs typeface="Times New Roman"/>
            </a:endParaRPr>
          </a:p>
          <a:p>
            <a:pPr marL="18415" marR="39370" indent="-6350">
              <a:lnSpc>
                <a:spcPct val="95800"/>
              </a:lnSpc>
              <a:spcBef>
                <a:spcPts val="1065"/>
              </a:spcBef>
            </a:pPr>
            <a:r>
              <a:rPr sz="1600" spc="-10" dirty="0">
                <a:latin typeface="Times New Roman"/>
                <a:cs typeface="Times New Roman"/>
              </a:rPr>
              <a:t>K.HARIDEEP</a:t>
            </a:r>
            <a:endParaRPr lang="en-IN" sz="1600" spc="-10" dirty="0">
              <a:latin typeface="Times New Roman"/>
              <a:cs typeface="Times New Roman"/>
            </a:endParaRPr>
          </a:p>
          <a:p>
            <a:pPr marL="18415" marR="39370" indent="-6350">
              <a:lnSpc>
                <a:spcPct val="95800"/>
              </a:lnSpc>
              <a:spcBef>
                <a:spcPts val="1065"/>
              </a:spcBef>
            </a:pPr>
            <a:r>
              <a:rPr sz="1600" spc="-10" dirty="0">
                <a:latin typeface="Times New Roman"/>
                <a:cs typeface="Times New Roman"/>
              </a:rPr>
              <a:t> M.YAMINI</a:t>
            </a:r>
            <a:endParaRPr sz="1600" dirty="0">
              <a:latin typeface="Times New Roman"/>
              <a:cs typeface="Times New Roman"/>
            </a:endParaRPr>
          </a:p>
        </p:txBody>
      </p:sp>
      <p:sp>
        <p:nvSpPr>
          <p:cNvPr id="22" name="object 5">
            <a:extLst>
              <a:ext uri="{FF2B5EF4-FFF2-40B4-BE49-F238E27FC236}">
                <a16:creationId xmlns:a16="http://schemas.microsoft.com/office/drawing/2014/main" id="{7A381C3C-A86F-B52D-7BB6-57E8017D45D9}"/>
              </a:ext>
            </a:extLst>
          </p:cNvPr>
          <p:cNvSpPr txBox="1"/>
          <p:nvPr/>
        </p:nvSpPr>
        <p:spPr>
          <a:xfrm>
            <a:off x="5627651" y="5131744"/>
            <a:ext cx="1475458" cy="1416413"/>
          </a:xfrm>
          <a:prstGeom prst="rect">
            <a:avLst/>
          </a:prstGeom>
        </p:spPr>
        <p:txBody>
          <a:bodyPr vert="horz" wrap="square" lIns="0" tIns="12700" rIns="0" bIns="0" rtlCol="0">
            <a:spAutoFit/>
          </a:bodyPr>
          <a:lstStyle/>
          <a:p>
            <a:pPr marL="12700">
              <a:lnSpc>
                <a:spcPct val="100000"/>
              </a:lnSpc>
              <a:spcBef>
                <a:spcPts val="100"/>
              </a:spcBef>
            </a:pPr>
            <a:r>
              <a:rPr sz="1600" spc="-10" dirty="0">
                <a:latin typeface="Times New Roman"/>
                <a:cs typeface="Times New Roman"/>
              </a:rPr>
              <a:t>238R1A12E4</a:t>
            </a:r>
            <a:endParaRPr sz="1600" dirty="0">
              <a:latin typeface="Times New Roman"/>
              <a:cs typeface="Times New Roman"/>
            </a:endParaRPr>
          </a:p>
          <a:p>
            <a:pPr marL="32384">
              <a:lnSpc>
                <a:spcPts val="1415"/>
              </a:lnSpc>
              <a:spcBef>
                <a:spcPts val="1005"/>
              </a:spcBef>
            </a:pPr>
            <a:r>
              <a:rPr sz="1600" spc="-10" dirty="0">
                <a:latin typeface="Times New Roman"/>
                <a:cs typeface="Times New Roman"/>
              </a:rPr>
              <a:t>238R1A12F0</a:t>
            </a:r>
            <a:endParaRPr lang="en-IN" sz="1600" spc="-10" dirty="0">
              <a:latin typeface="Times New Roman"/>
              <a:cs typeface="Times New Roman"/>
            </a:endParaRPr>
          </a:p>
          <a:p>
            <a:pPr marL="32384">
              <a:lnSpc>
                <a:spcPts val="1415"/>
              </a:lnSpc>
              <a:spcBef>
                <a:spcPts val="1005"/>
              </a:spcBef>
            </a:pPr>
            <a:endParaRPr lang="en-IN" sz="1600" spc="-10" dirty="0">
              <a:latin typeface="Times New Roman"/>
              <a:cs typeface="Times New Roman"/>
            </a:endParaRPr>
          </a:p>
          <a:p>
            <a:pPr marL="32384">
              <a:lnSpc>
                <a:spcPts val="1380"/>
              </a:lnSpc>
            </a:pPr>
            <a:r>
              <a:rPr sz="1600" spc="-10" dirty="0">
                <a:latin typeface="Times New Roman"/>
                <a:cs typeface="Times New Roman"/>
              </a:rPr>
              <a:t>238R1A12G0</a:t>
            </a:r>
            <a:endParaRPr sz="1600" dirty="0">
              <a:latin typeface="Times New Roman"/>
              <a:cs typeface="Times New Roman"/>
            </a:endParaRPr>
          </a:p>
          <a:p>
            <a:pPr marL="50800">
              <a:lnSpc>
                <a:spcPts val="1405"/>
              </a:lnSpc>
            </a:pPr>
            <a:endParaRPr lang="en-IN" sz="1600" spc="-10" dirty="0">
              <a:latin typeface="Times New Roman"/>
              <a:cs typeface="Times New Roman"/>
            </a:endParaRPr>
          </a:p>
          <a:p>
            <a:pPr marL="50800">
              <a:lnSpc>
                <a:spcPts val="1405"/>
              </a:lnSpc>
            </a:pPr>
            <a:r>
              <a:rPr sz="1600" spc="-10" dirty="0">
                <a:latin typeface="Times New Roman"/>
                <a:cs typeface="Times New Roman"/>
              </a:rPr>
              <a:t>238R1A12H5</a:t>
            </a:r>
            <a:endParaRPr sz="1600" dirty="0">
              <a:latin typeface="Times New Roman"/>
              <a:cs typeface="Times New Roman"/>
            </a:endParaRPr>
          </a:p>
        </p:txBody>
      </p:sp>
      <p:sp>
        <p:nvSpPr>
          <p:cNvPr id="23" name="Slide Number Placeholder 22">
            <a:extLst>
              <a:ext uri="{FF2B5EF4-FFF2-40B4-BE49-F238E27FC236}">
                <a16:creationId xmlns:a16="http://schemas.microsoft.com/office/drawing/2014/main" id="{2AF462BB-1DFA-967A-3BF9-C9D04CD43101}"/>
              </a:ext>
            </a:extLst>
          </p:cNvPr>
          <p:cNvSpPr>
            <a:spLocks noGrp="1"/>
          </p:cNvSpPr>
          <p:nvPr>
            <p:ph type="sldNum" sz="quarter" idx="7"/>
          </p:nvPr>
        </p:nvSpPr>
        <p:spPr/>
        <p:txBody>
          <a:bodyPr/>
          <a:lstStyle/>
          <a:p>
            <a:pPr marL="38100">
              <a:lnSpc>
                <a:spcPts val="1410"/>
              </a:lnSpc>
            </a:pPr>
            <a:fld id="{81D60167-4931-47E6-BA6A-407CBD079E47}" type="slidenum">
              <a:rPr lang="en-IN" spc="-50" smtClean="0"/>
              <a:t>3</a:t>
            </a:fld>
            <a:endParaRPr lang="en-IN"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310514"/>
            <a:ext cx="6958330" cy="10082530"/>
          </a:xfrm>
          <a:custGeom>
            <a:avLst/>
            <a:gdLst/>
            <a:ahLst/>
            <a:cxnLst/>
            <a:rect l="l" t="t" r="r" b="b"/>
            <a:pathLst>
              <a:path w="6958330" h="10082530">
                <a:moveTo>
                  <a:pt x="6958203" y="10073640"/>
                </a:moveTo>
                <a:lnTo>
                  <a:pt x="6957949" y="10073640"/>
                </a:lnTo>
                <a:lnTo>
                  <a:pt x="6957949" y="0"/>
                </a:lnTo>
                <a:lnTo>
                  <a:pt x="6949440" y="0"/>
                </a:lnTo>
                <a:lnTo>
                  <a:pt x="6949440" y="10073640"/>
                </a:lnTo>
                <a:lnTo>
                  <a:pt x="6949059" y="10073640"/>
                </a:lnTo>
                <a:lnTo>
                  <a:pt x="9144" y="10073640"/>
                </a:lnTo>
                <a:lnTo>
                  <a:pt x="8572" y="10073640"/>
                </a:lnTo>
                <a:lnTo>
                  <a:pt x="8572" y="0"/>
                </a:lnTo>
                <a:lnTo>
                  <a:pt x="0" y="0"/>
                </a:lnTo>
                <a:lnTo>
                  <a:pt x="0" y="10073640"/>
                </a:lnTo>
                <a:lnTo>
                  <a:pt x="0" y="10082212"/>
                </a:lnTo>
                <a:lnTo>
                  <a:pt x="6096" y="10082212"/>
                </a:lnTo>
                <a:lnTo>
                  <a:pt x="9144" y="10082212"/>
                </a:lnTo>
                <a:lnTo>
                  <a:pt x="6949059" y="10082212"/>
                </a:lnTo>
                <a:lnTo>
                  <a:pt x="6958203" y="10082212"/>
                </a:lnTo>
                <a:lnTo>
                  <a:pt x="6958203" y="10073640"/>
                </a:lnTo>
                <a:close/>
              </a:path>
            </a:pathLst>
          </a:custGeom>
          <a:solidFill>
            <a:srgbClr val="000000"/>
          </a:solidFill>
        </p:spPr>
        <p:txBody>
          <a:bodyPr wrap="square" lIns="0" tIns="0" rIns="0" bIns="0" rtlCol="0"/>
          <a:lstStyle/>
          <a:p>
            <a:endParaRPr/>
          </a:p>
        </p:txBody>
      </p:sp>
      <p:sp>
        <p:nvSpPr>
          <p:cNvPr id="12" name="TextBox 11">
            <a:extLst>
              <a:ext uri="{FF2B5EF4-FFF2-40B4-BE49-F238E27FC236}">
                <a16:creationId xmlns:a16="http://schemas.microsoft.com/office/drawing/2014/main" id="{F393AB69-7519-0B32-0D41-A65179918587}"/>
              </a:ext>
            </a:extLst>
          </p:cNvPr>
          <p:cNvSpPr txBox="1"/>
          <p:nvPr/>
        </p:nvSpPr>
        <p:spPr>
          <a:xfrm>
            <a:off x="2482850" y="625475"/>
            <a:ext cx="3779134" cy="400110"/>
          </a:xfrm>
          <a:prstGeom prst="rect">
            <a:avLst/>
          </a:prstGeom>
          <a:noFill/>
        </p:spPr>
        <p:txBody>
          <a:bodyPr wrap="square">
            <a:spAutoFit/>
          </a:bodyPr>
          <a:lstStyle/>
          <a:p>
            <a:r>
              <a:rPr lang="en-IN" sz="2000" b="1" u="sng" dirty="0"/>
              <a:t>ACKNOWLEDGEMENT</a:t>
            </a:r>
          </a:p>
        </p:txBody>
      </p:sp>
      <p:sp>
        <p:nvSpPr>
          <p:cNvPr id="16" name="TextBox 15">
            <a:extLst>
              <a:ext uri="{FF2B5EF4-FFF2-40B4-BE49-F238E27FC236}">
                <a16:creationId xmlns:a16="http://schemas.microsoft.com/office/drawing/2014/main" id="{FEB93841-4606-00F0-79BD-B945A18DC1B2}"/>
              </a:ext>
            </a:extLst>
          </p:cNvPr>
          <p:cNvSpPr txBox="1"/>
          <p:nvPr/>
        </p:nvSpPr>
        <p:spPr>
          <a:xfrm>
            <a:off x="304800" y="1700352"/>
            <a:ext cx="6958330" cy="5755422"/>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We sincerely thank the management of our college CMR ENGINEERING COLLEGE for providing during our project work.</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We derive great pleasure in expressing our sincere gratitude to our principal </a:t>
            </a:r>
            <a:r>
              <a:rPr lang="en-US" sz="1600" dirty="0" err="1">
                <a:latin typeface="Times New Roman" panose="02020603050405020304" pitchFamily="18" charset="0"/>
                <a:cs typeface="Times New Roman" panose="02020603050405020304" pitchFamily="18" charset="0"/>
              </a:rPr>
              <a:t>Dr.A.S.REDDY</a:t>
            </a:r>
            <a:r>
              <a:rPr lang="en-US" sz="1600" dirty="0">
                <a:latin typeface="Times New Roman" panose="02020603050405020304" pitchFamily="18" charset="0"/>
                <a:cs typeface="Times New Roman" panose="02020603050405020304" pitchFamily="18" charset="0"/>
              </a:rPr>
              <a:t> for his timely suggestions, which helped us to complete the project work successfully.</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It is the very auspicious moment we would like to express our gratitude to </a:t>
            </a:r>
            <a:r>
              <a:rPr lang="en-US" sz="1600" dirty="0" err="1">
                <a:latin typeface="Times New Roman" panose="02020603050405020304" pitchFamily="18" charset="0"/>
                <a:cs typeface="Times New Roman" panose="02020603050405020304" pitchFamily="18" charset="0"/>
              </a:rPr>
              <a:t>Dr.MADHAVI</a:t>
            </a:r>
            <a:r>
              <a:rPr lang="en-US" sz="1600" dirty="0">
                <a:latin typeface="Times New Roman" panose="02020603050405020304" pitchFamily="18" charset="0"/>
                <a:cs typeface="Times New Roman" panose="02020603050405020304" pitchFamily="18" charset="0"/>
              </a:rPr>
              <a:t> PINGILI Head of the Department, IT for his consistent encouragement during the progress of this project.</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We take it as a privilege to thank our project coordinator </a:t>
            </a:r>
            <a:r>
              <a:rPr lang="en-US" sz="1600" dirty="0" err="1">
                <a:latin typeface="Times New Roman" panose="02020603050405020304" pitchFamily="18" charset="0"/>
                <a:cs typeface="Times New Roman" panose="02020603050405020304" pitchFamily="18" charset="0"/>
              </a:rPr>
              <a:t>Ms.LAVANYA</a:t>
            </a:r>
            <a:r>
              <a:rPr lang="en-US" sz="1600" dirty="0">
                <a:latin typeface="Times New Roman" panose="02020603050405020304" pitchFamily="18" charset="0"/>
                <a:cs typeface="Times New Roman" panose="02020603050405020304" pitchFamily="18" charset="0"/>
              </a:rPr>
              <a:t>, Associate Professor, Department of IT for his ideas that led to complete the project work and we also thank his continuous guidance, support and unfailing patience, throughout the course of this work. </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t>We sincerely thank our project internal guide </a:t>
            </a:r>
            <a:r>
              <a:rPr lang="en-US" sz="1600" dirty="0" err="1"/>
              <a:t>Mrs.K.SUSHMA</a:t>
            </a:r>
            <a:r>
              <a:rPr lang="en-US" sz="1600" dirty="0"/>
              <a:t>, Assistant professor, Department of IT for his guidance and encouragement in carrying out this project</a:t>
            </a:r>
            <a:endParaRPr lang="en-IN" sz="1600" dirty="0">
              <a:latin typeface="Times New Roman" panose="02020603050405020304" pitchFamily="18" charset="0"/>
              <a:cs typeface="Times New Roman" panose="02020603050405020304" pitchFamily="18" charset="0"/>
            </a:endParaRPr>
          </a:p>
        </p:txBody>
      </p:sp>
      <p:sp>
        <p:nvSpPr>
          <p:cNvPr id="17" name="Slide Number Placeholder 16">
            <a:extLst>
              <a:ext uri="{FF2B5EF4-FFF2-40B4-BE49-F238E27FC236}">
                <a16:creationId xmlns:a16="http://schemas.microsoft.com/office/drawing/2014/main" id="{712772E0-B864-773E-FC50-188CE5EE1220}"/>
              </a:ext>
            </a:extLst>
          </p:cNvPr>
          <p:cNvSpPr>
            <a:spLocks noGrp="1"/>
          </p:cNvSpPr>
          <p:nvPr>
            <p:ph type="sldNum" sz="quarter" idx="7"/>
          </p:nvPr>
        </p:nvSpPr>
        <p:spPr/>
        <p:txBody>
          <a:bodyPr/>
          <a:lstStyle/>
          <a:p>
            <a:pPr marL="38100">
              <a:lnSpc>
                <a:spcPts val="1410"/>
              </a:lnSpc>
            </a:pPr>
            <a:fld id="{81D60167-4931-47E6-BA6A-407CBD079E47}" type="slidenum">
              <a:rPr lang="en-IN" spc="-50" smtClean="0"/>
              <a:t>4</a:t>
            </a:fld>
            <a:endParaRPr lang="en-IN"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304799"/>
            <a:ext cx="6958330" cy="10088245"/>
          </a:xfrm>
          <a:custGeom>
            <a:avLst/>
            <a:gdLst/>
            <a:ahLst/>
            <a:cxnLst/>
            <a:rect l="l" t="t" r="r" b="b"/>
            <a:pathLst>
              <a:path w="6958330" h="10088245">
                <a:moveTo>
                  <a:pt x="6958203" y="10079355"/>
                </a:moveTo>
                <a:lnTo>
                  <a:pt x="6957949" y="10079355"/>
                </a:lnTo>
                <a:lnTo>
                  <a:pt x="6957949" y="5715"/>
                </a:lnTo>
                <a:lnTo>
                  <a:pt x="6955536" y="5715"/>
                </a:lnTo>
                <a:lnTo>
                  <a:pt x="6955536" y="0"/>
                </a:ln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5715"/>
                </a:lnTo>
                <a:lnTo>
                  <a:pt x="0" y="10087927"/>
                </a:lnTo>
                <a:lnTo>
                  <a:pt x="6096" y="10087927"/>
                </a:lnTo>
                <a:lnTo>
                  <a:pt x="9144" y="10087927"/>
                </a:lnTo>
                <a:lnTo>
                  <a:pt x="6949059" y="10087927"/>
                </a:lnTo>
                <a:lnTo>
                  <a:pt x="6958203" y="10087927"/>
                </a:lnTo>
                <a:lnTo>
                  <a:pt x="6958203" y="10079355"/>
                </a:lnTo>
                <a:close/>
              </a:path>
            </a:pathLst>
          </a:custGeom>
          <a:solidFill>
            <a:srgbClr val="000000"/>
          </a:solidFill>
        </p:spPr>
        <p:txBody>
          <a:bodyPr wrap="square" lIns="0" tIns="0" rIns="0" bIns="0" rtlCol="0"/>
          <a:lstStyle/>
          <a:p>
            <a:endParaRPr/>
          </a:p>
        </p:txBody>
      </p:sp>
      <p:sp>
        <p:nvSpPr>
          <p:cNvPr id="3" name="object 3"/>
          <p:cNvSpPr txBox="1"/>
          <p:nvPr/>
        </p:nvSpPr>
        <p:spPr>
          <a:xfrm>
            <a:off x="499668" y="929385"/>
            <a:ext cx="6555182" cy="4084388"/>
          </a:xfrm>
          <a:prstGeom prst="rect">
            <a:avLst/>
          </a:prstGeom>
        </p:spPr>
        <p:txBody>
          <a:bodyPr vert="horz" wrap="square" lIns="0" tIns="11430" rIns="0" bIns="0" rtlCol="0">
            <a:spAutoFit/>
          </a:bodyPr>
          <a:lstStyle/>
          <a:p>
            <a:pPr marL="539750">
              <a:lnSpc>
                <a:spcPct val="100000"/>
              </a:lnSpc>
              <a:spcBef>
                <a:spcPts val="90"/>
              </a:spcBef>
            </a:pPr>
            <a:r>
              <a:rPr lang="en-IN" sz="2000" b="1" spc="-10" dirty="0">
                <a:latin typeface="Times New Roman"/>
                <a:cs typeface="Times New Roman"/>
              </a:rPr>
              <a:t>                       </a:t>
            </a:r>
            <a:r>
              <a:rPr sz="2000" b="1" u="sng" spc="-10" dirty="0">
                <a:latin typeface="Times New Roman"/>
                <a:cs typeface="Times New Roman"/>
              </a:rPr>
              <a:t>DECLARATION</a:t>
            </a:r>
            <a:endParaRPr sz="2000" b="1" u="sng" dirty="0">
              <a:latin typeface="Times New Roman"/>
              <a:cs typeface="Times New Roman"/>
            </a:endParaRPr>
          </a:p>
          <a:p>
            <a:pPr marL="12700" marR="6350" indent="457200" algn="just">
              <a:lnSpc>
                <a:spcPct val="154700"/>
              </a:lnSpc>
              <a:spcBef>
                <a:spcPts val="395"/>
              </a:spcBef>
            </a:pPr>
            <a:r>
              <a:rPr sz="1600" dirty="0">
                <a:latin typeface="Times New Roman"/>
                <a:cs typeface="Times New Roman"/>
              </a:rPr>
              <a:t>This</a:t>
            </a:r>
            <a:r>
              <a:rPr sz="1600" spc="210" dirty="0">
                <a:latin typeface="Times New Roman"/>
                <a:cs typeface="Times New Roman"/>
              </a:rPr>
              <a:t> </a:t>
            </a:r>
            <a:r>
              <a:rPr sz="1600" dirty="0">
                <a:latin typeface="Times New Roman"/>
                <a:cs typeface="Times New Roman"/>
              </a:rPr>
              <a:t>is</a:t>
            </a:r>
            <a:r>
              <a:rPr sz="1600" spc="190" dirty="0">
                <a:latin typeface="Times New Roman"/>
                <a:cs typeface="Times New Roman"/>
              </a:rPr>
              <a:t> </a:t>
            </a:r>
            <a:r>
              <a:rPr sz="1600" dirty="0">
                <a:latin typeface="Times New Roman"/>
                <a:cs typeface="Times New Roman"/>
              </a:rPr>
              <a:t>to</a:t>
            </a:r>
            <a:r>
              <a:rPr sz="1600" spc="225" dirty="0">
                <a:latin typeface="Times New Roman"/>
                <a:cs typeface="Times New Roman"/>
              </a:rPr>
              <a:t> </a:t>
            </a:r>
            <a:r>
              <a:rPr sz="1600" dirty="0">
                <a:latin typeface="Times New Roman"/>
                <a:cs typeface="Times New Roman"/>
              </a:rPr>
              <a:t>certify</a:t>
            </a:r>
            <a:r>
              <a:rPr sz="1600" spc="175" dirty="0">
                <a:latin typeface="Times New Roman"/>
                <a:cs typeface="Times New Roman"/>
              </a:rPr>
              <a:t> </a:t>
            </a:r>
            <a:r>
              <a:rPr sz="1600" dirty="0">
                <a:latin typeface="Times New Roman"/>
                <a:cs typeface="Times New Roman"/>
              </a:rPr>
              <a:t>that</a:t>
            </a:r>
            <a:r>
              <a:rPr sz="1600" spc="200" dirty="0">
                <a:latin typeface="Times New Roman"/>
                <a:cs typeface="Times New Roman"/>
              </a:rPr>
              <a:t> </a:t>
            </a:r>
            <a:r>
              <a:rPr sz="1600" dirty="0">
                <a:latin typeface="Times New Roman"/>
                <a:cs typeface="Times New Roman"/>
              </a:rPr>
              <a:t>the</a:t>
            </a:r>
            <a:r>
              <a:rPr sz="1600" spc="195" dirty="0">
                <a:latin typeface="Times New Roman"/>
                <a:cs typeface="Times New Roman"/>
              </a:rPr>
              <a:t> </a:t>
            </a:r>
            <a:r>
              <a:rPr sz="1600" dirty="0">
                <a:latin typeface="Times New Roman"/>
                <a:cs typeface="Times New Roman"/>
              </a:rPr>
              <a:t>work</a:t>
            </a:r>
            <a:r>
              <a:rPr sz="1600" spc="175" dirty="0">
                <a:latin typeface="Times New Roman"/>
                <a:cs typeface="Times New Roman"/>
              </a:rPr>
              <a:t> </a:t>
            </a:r>
            <a:r>
              <a:rPr sz="1600" dirty="0">
                <a:latin typeface="Times New Roman"/>
                <a:cs typeface="Times New Roman"/>
              </a:rPr>
              <a:t>reported</a:t>
            </a:r>
            <a:r>
              <a:rPr sz="1600" spc="175" dirty="0">
                <a:latin typeface="Times New Roman"/>
                <a:cs typeface="Times New Roman"/>
              </a:rPr>
              <a:t> </a:t>
            </a:r>
            <a:r>
              <a:rPr sz="1600" dirty="0">
                <a:latin typeface="Times New Roman"/>
                <a:cs typeface="Times New Roman"/>
              </a:rPr>
              <a:t>in</a:t>
            </a:r>
            <a:r>
              <a:rPr sz="1600" spc="180" dirty="0">
                <a:latin typeface="Times New Roman"/>
                <a:cs typeface="Times New Roman"/>
              </a:rPr>
              <a:t> </a:t>
            </a:r>
            <a:r>
              <a:rPr sz="1600" dirty="0">
                <a:latin typeface="Times New Roman"/>
                <a:cs typeface="Times New Roman"/>
              </a:rPr>
              <a:t>the</a:t>
            </a:r>
            <a:r>
              <a:rPr sz="1600" spc="195" dirty="0">
                <a:latin typeface="Times New Roman"/>
                <a:cs typeface="Times New Roman"/>
              </a:rPr>
              <a:t> </a:t>
            </a:r>
            <a:r>
              <a:rPr sz="1600" spc="-10" dirty="0">
                <a:latin typeface="Times New Roman"/>
                <a:cs typeface="Times New Roman"/>
              </a:rPr>
              <a:t>present </a:t>
            </a:r>
            <a:r>
              <a:rPr sz="1600" dirty="0">
                <a:latin typeface="Times New Roman"/>
                <a:cs typeface="Times New Roman"/>
              </a:rPr>
              <a:t>project</a:t>
            </a:r>
            <a:r>
              <a:rPr sz="1600" spc="330" dirty="0">
                <a:latin typeface="Times New Roman"/>
                <a:cs typeface="Times New Roman"/>
              </a:rPr>
              <a:t> </a:t>
            </a:r>
            <a:r>
              <a:rPr sz="1600" dirty="0">
                <a:latin typeface="Times New Roman"/>
                <a:cs typeface="Times New Roman"/>
              </a:rPr>
              <a:t>entitled</a:t>
            </a:r>
            <a:r>
              <a:rPr sz="1600" spc="320" dirty="0">
                <a:latin typeface="Times New Roman"/>
                <a:cs typeface="Times New Roman"/>
              </a:rPr>
              <a:t> </a:t>
            </a:r>
            <a:r>
              <a:rPr sz="1600" b="1" dirty="0">
                <a:latin typeface="Times New Roman"/>
                <a:cs typeface="Times New Roman"/>
              </a:rPr>
              <a:t>“FLOOD</a:t>
            </a:r>
            <a:r>
              <a:rPr sz="1600" b="1" spc="335" dirty="0">
                <a:latin typeface="Times New Roman"/>
                <a:cs typeface="Times New Roman"/>
              </a:rPr>
              <a:t> </a:t>
            </a:r>
            <a:r>
              <a:rPr sz="1600" b="1" dirty="0">
                <a:latin typeface="Times New Roman"/>
                <a:cs typeface="Times New Roman"/>
              </a:rPr>
              <a:t>DETECTOR</a:t>
            </a:r>
            <a:r>
              <a:rPr sz="1600" b="1" spc="345" dirty="0">
                <a:latin typeface="Times New Roman"/>
                <a:cs typeface="Times New Roman"/>
              </a:rPr>
              <a:t> </a:t>
            </a:r>
            <a:r>
              <a:rPr sz="1600" b="1" dirty="0">
                <a:latin typeface="Times New Roman"/>
                <a:cs typeface="Times New Roman"/>
              </a:rPr>
              <a:t>”</a:t>
            </a:r>
            <a:r>
              <a:rPr sz="1600" b="1" spc="335" dirty="0">
                <a:latin typeface="Times New Roman"/>
                <a:cs typeface="Times New Roman"/>
              </a:rPr>
              <a:t> </a:t>
            </a:r>
            <a:r>
              <a:rPr sz="1600" dirty="0">
                <a:latin typeface="Times New Roman"/>
                <a:cs typeface="Times New Roman"/>
              </a:rPr>
              <a:t>a</a:t>
            </a:r>
            <a:r>
              <a:rPr sz="1600" spc="305" dirty="0">
                <a:latin typeface="Times New Roman"/>
                <a:cs typeface="Times New Roman"/>
              </a:rPr>
              <a:t> </a:t>
            </a:r>
            <a:r>
              <a:rPr sz="1600" dirty="0">
                <a:latin typeface="Times New Roman"/>
                <a:cs typeface="Times New Roman"/>
              </a:rPr>
              <a:t>record</a:t>
            </a:r>
            <a:r>
              <a:rPr sz="1600" spc="290" dirty="0">
                <a:latin typeface="Times New Roman"/>
                <a:cs typeface="Times New Roman"/>
              </a:rPr>
              <a:t> </a:t>
            </a:r>
            <a:r>
              <a:rPr sz="1600" dirty="0">
                <a:latin typeface="Times New Roman"/>
                <a:cs typeface="Times New Roman"/>
              </a:rPr>
              <a:t>of</a:t>
            </a:r>
            <a:r>
              <a:rPr sz="1600" spc="270" dirty="0">
                <a:latin typeface="Times New Roman"/>
                <a:cs typeface="Times New Roman"/>
              </a:rPr>
              <a:t> </a:t>
            </a:r>
            <a:r>
              <a:rPr sz="1600" spc="-50" dirty="0">
                <a:latin typeface="Times New Roman"/>
                <a:cs typeface="Times New Roman"/>
              </a:rPr>
              <a:t>a </a:t>
            </a:r>
            <a:r>
              <a:rPr sz="1600" dirty="0">
                <a:latin typeface="Times New Roman"/>
                <a:cs typeface="Times New Roman"/>
              </a:rPr>
              <a:t>bonafide</a:t>
            </a:r>
            <a:r>
              <a:rPr sz="1600" spc="-20" dirty="0">
                <a:latin typeface="Times New Roman"/>
                <a:cs typeface="Times New Roman"/>
              </a:rPr>
              <a:t> </a:t>
            </a:r>
            <a:r>
              <a:rPr sz="1600" dirty="0">
                <a:latin typeface="Times New Roman"/>
                <a:cs typeface="Times New Roman"/>
              </a:rPr>
              <a:t>work</a:t>
            </a:r>
            <a:r>
              <a:rPr sz="1600" spc="-10" dirty="0">
                <a:latin typeface="Times New Roman"/>
                <a:cs typeface="Times New Roman"/>
              </a:rPr>
              <a:t> </a:t>
            </a:r>
            <a:r>
              <a:rPr sz="1600" dirty="0">
                <a:latin typeface="Times New Roman"/>
                <a:cs typeface="Times New Roman"/>
              </a:rPr>
              <a:t>done</a:t>
            </a:r>
            <a:r>
              <a:rPr sz="1600" spc="-15" dirty="0">
                <a:latin typeface="Times New Roman"/>
                <a:cs typeface="Times New Roman"/>
              </a:rPr>
              <a:t> </a:t>
            </a:r>
            <a:r>
              <a:rPr sz="1600" dirty="0">
                <a:latin typeface="Times New Roman"/>
                <a:cs typeface="Times New Roman"/>
              </a:rPr>
              <a:t>by</a:t>
            </a:r>
            <a:r>
              <a:rPr sz="1600" spc="-60" dirty="0">
                <a:latin typeface="Times New Roman"/>
                <a:cs typeface="Times New Roman"/>
              </a:rPr>
              <a:t> </a:t>
            </a:r>
            <a:r>
              <a:rPr sz="1600" dirty="0">
                <a:latin typeface="Times New Roman"/>
                <a:cs typeface="Times New Roman"/>
              </a:rPr>
              <a:t>us</a:t>
            </a:r>
            <a:r>
              <a:rPr sz="1600" spc="-5" dirty="0">
                <a:latin typeface="Times New Roman"/>
                <a:cs typeface="Times New Roman"/>
              </a:rPr>
              <a:t> </a:t>
            </a:r>
            <a:r>
              <a:rPr sz="1600" dirty="0">
                <a:latin typeface="Times New Roman"/>
                <a:cs typeface="Times New Roman"/>
              </a:rPr>
              <a:t>in</a:t>
            </a:r>
            <a:r>
              <a:rPr sz="1600" spc="-35" dirty="0">
                <a:latin typeface="Times New Roman"/>
                <a:cs typeface="Times New Roman"/>
              </a:rPr>
              <a:t> </a:t>
            </a:r>
            <a:r>
              <a:rPr sz="1600" dirty="0">
                <a:latin typeface="Times New Roman"/>
                <a:cs typeface="Times New Roman"/>
              </a:rPr>
              <a:t>the</a:t>
            </a:r>
            <a:r>
              <a:rPr sz="1600" spc="-15" dirty="0">
                <a:latin typeface="Times New Roman"/>
                <a:cs typeface="Times New Roman"/>
              </a:rPr>
              <a:t> </a:t>
            </a:r>
            <a:r>
              <a:rPr sz="1600" dirty="0">
                <a:latin typeface="Times New Roman"/>
                <a:cs typeface="Times New Roman"/>
              </a:rPr>
              <a:t>Department</a:t>
            </a:r>
            <a:r>
              <a:rPr sz="1600" spc="-10" dirty="0">
                <a:latin typeface="Times New Roman"/>
                <a:cs typeface="Times New Roman"/>
              </a:rPr>
              <a:t> </a:t>
            </a:r>
            <a:r>
              <a:rPr sz="1600" dirty="0">
                <a:latin typeface="Times New Roman"/>
                <a:cs typeface="Times New Roman"/>
              </a:rPr>
              <a:t>of</a:t>
            </a:r>
            <a:r>
              <a:rPr sz="1600" spc="-50" dirty="0">
                <a:latin typeface="Times New Roman"/>
                <a:cs typeface="Times New Roman"/>
              </a:rPr>
              <a:t> </a:t>
            </a:r>
            <a:r>
              <a:rPr sz="1600" spc="-10" dirty="0">
                <a:latin typeface="Times New Roman"/>
                <a:cs typeface="Times New Roman"/>
              </a:rPr>
              <a:t>Information</a:t>
            </a:r>
            <a:endParaRPr sz="1600" dirty="0">
              <a:latin typeface="Times New Roman"/>
              <a:cs typeface="Times New Roman"/>
            </a:endParaRPr>
          </a:p>
          <a:p>
            <a:pPr marL="18415" marR="7620" indent="-6350" algn="just">
              <a:lnSpc>
                <a:spcPct val="142300"/>
              </a:lnSpc>
              <a:spcBef>
                <a:spcPts val="210"/>
              </a:spcBef>
            </a:pPr>
            <a:r>
              <a:rPr sz="1600" dirty="0">
                <a:latin typeface="Times New Roman"/>
                <a:cs typeface="Times New Roman"/>
              </a:rPr>
              <a:t>Technology,</a:t>
            </a:r>
            <a:r>
              <a:rPr sz="1600" spc="60" dirty="0">
                <a:latin typeface="Times New Roman"/>
                <a:cs typeface="Times New Roman"/>
              </a:rPr>
              <a:t> </a:t>
            </a:r>
            <a:r>
              <a:rPr sz="1600" dirty="0">
                <a:latin typeface="Times New Roman"/>
                <a:cs typeface="Times New Roman"/>
              </a:rPr>
              <a:t>CMR</a:t>
            </a:r>
            <a:r>
              <a:rPr sz="1600" spc="40" dirty="0">
                <a:latin typeface="Times New Roman"/>
                <a:cs typeface="Times New Roman"/>
              </a:rPr>
              <a:t> </a:t>
            </a:r>
            <a:r>
              <a:rPr sz="1600" dirty="0">
                <a:latin typeface="Times New Roman"/>
                <a:cs typeface="Times New Roman"/>
              </a:rPr>
              <a:t>Engineering</a:t>
            </a:r>
            <a:r>
              <a:rPr sz="1600" spc="50" dirty="0">
                <a:latin typeface="Times New Roman"/>
                <a:cs typeface="Times New Roman"/>
              </a:rPr>
              <a:t> </a:t>
            </a:r>
            <a:r>
              <a:rPr sz="1600" dirty="0">
                <a:latin typeface="Times New Roman"/>
                <a:cs typeface="Times New Roman"/>
              </a:rPr>
              <a:t>College,</a:t>
            </a:r>
            <a:r>
              <a:rPr sz="1600" spc="60" dirty="0">
                <a:latin typeface="Times New Roman"/>
                <a:cs typeface="Times New Roman"/>
              </a:rPr>
              <a:t> </a:t>
            </a:r>
            <a:r>
              <a:rPr sz="1600" dirty="0">
                <a:latin typeface="Times New Roman"/>
                <a:cs typeface="Times New Roman"/>
              </a:rPr>
              <a:t>JNTU</a:t>
            </a:r>
            <a:r>
              <a:rPr sz="1600" spc="50" dirty="0">
                <a:latin typeface="Times New Roman"/>
                <a:cs typeface="Times New Roman"/>
              </a:rPr>
              <a:t> </a:t>
            </a:r>
            <a:r>
              <a:rPr sz="1600" dirty="0">
                <a:latin typeface="Times New Roman"/>
                <a:cs typeface="Times New Roman"/>
              </a:rPr>
              <a:t>Hyderabad.</a:t>
            </a:r>
            <a:r>
              <a:rPr sz="1600" spc="60" dirty="0">
                <a:latin typeface="Times New Roman"/>
                <a:cs typeface="Times New Roman"/>
              </a:rPr>
              <a:t> </a:t>
            </a:r>
            <a:r>
              <a:rPr sz="1600" spc="-25" dirty="0">
                <a:latin typeface="Times New Roman"/>
                <a:cs typeface="Times New Roman"/>
              </a:rPr>
              <a:t>The </a:t>
            </a:r>
            <a:r>
              <a:rPr sz="1600" dirty="0">
                <a:latin typeface="Times New Roman"/>
                <a:cs typeface="Times New Roman"/>
              </a:rPr>
              <a:t>reports</a:t>
            </a:r>
            <a:r>
              <a:rPr sz="1600" spc="-10" dirty="0">
                <a:latin typeface="Times New Roman"/>
                <a:cs typeface="Times New Roman"/>
              </a:rPr>
              <a:t> </a:t>
            </a:r>
            <a:r>
              <a:rPr sz="1600" dirty="0">
                <a:latin typeface="Times New Roman"/>
                <a:cs typeface="Times New Roman"/>
              </a:rPr>
              <a:t>are</a:t>
            </a:r>
            <a:r>
              <a:rPr sz="1600" spc="-20" dirty="0">
                <a:latin typeface="Times New Roman"/>
                <a:cs typeface="Times New Roman"/>
              </a:rPr>
              <a:t> </a:t>
            </a:r>
            <a:r>
              <a:rPr sz="1600" dirty="0">
                <a:latin typeface="Times New Roman"/>
                <a:cs typeface="Times New Roman"/>
              </a:rPr>
              <a:t>based on</a:t>
            </a:r>
            <a:r>
              <a:rPr sz="1600" spc="-40" dirty="0">
                <a:latin typeface="Times New Roman"/>
                <a:cs typeface="Times New Roman"/>
              </a:rPr>
              <a:t> </a:t>
            </a:r>
            <a:r>
              <a:rPr sz="1600" dirty="0">
                <a:latin typeface="Times New Roman"/>
                <a:cs typeface="Times New Roman"/>
              </a:rPr>
              <a:t>the project</a:t>
            </a:r>
            <a:r>
              <a:rPr sz="1600" spc="30" dirty="0">
                <a:latin typeface="Times New Roman"/>
                <a:cs typeface="Times New Roman"/>
              </a:rPr>
              <a:t> </a:t>
            </a:r>
            <a:r>
              <a:rPr sz="1600" dirty="0">
                <a:latin typeface="Times New Roman"/>
                <a:cs typeface="Times New Roman"/>
              </a:rPr>
              <a:t>work</a:t>
            </a:r>
            <a:r>
              <a:rPr sz="1600" spc="-20" dirty="0">
                <a:latin typeface="Times New Roman"/>
                <a:cs typeface="Times New Roman"/>
              </a:rPr>
              <a:t> </a:t>
            </a:r>
            <a:r>
              <a:rPr sz="1600" dirty="0">
                <a:latin typeface="Times New Roman"/>
                <a:cs typeface="Times New Roman"/>
              </a:rPr>
              <a:t>done</a:t>
            </a:r>
            <a:r>
              <a:rPr sz="1600" spc="5" dirty="0">
                <a:latin typeface="Times New Roman"/>
                <a:cs typeface="Times New Roman"/>
              </a:rPr>
              <a:t> </a:t>
            </a:r>
            <a:r>
              <a:rPr sz="1600" dirty="0">
                <a:latin typeface="Times New Roman"/>
                <a:cs typeface="Times New Roman"/>
              </a:rPr>
              <a:t>entirely by</a:t>
            </a:r>
            <a:r>
              <a:rPr sz="1600" spc="-40" dirty="0">
                <a:latin typeface="Times New Roman"/>
                <a:cs typeface="Times New Roman"/>
              </a:rPr>
              <a:t> </a:t>
            </a:r>
            <a:r>
              <a:rPr sz="1600" dirty="0">
                <a:latin typeface="Times New Roman"/>
                <a:cs typeface="Times New Roman"/>
              </a:rPr>
              <a:t>us</a:t>
            </a:r>
            <a:r>
              <a:rPr sz="1600" spc="-10" dirty="0">
                <a:latin typeface="Times New Roman"/>
                <a:cs typeface="Times New Roman"/>
              </a:rPr>
              <a:t> </a:t>
            </a:r>
            <a:r>
              <a:rPr sz="1600" dirty="0">
                <a:latin typeface="Times New Roman"/>
                <a:cs typeface="Times New Roman"/>
              </a:rPr>
              <a:t>and</a:t>
            </a:r>
            <a:r>
              <a:rPr sz="1600" spc="5" dirty="0">
                <a:latin typeface="Times New Roman"/>
                <a:cs typeface="Times New Roman"/>
              </a:rPr>
              <a:t> </a:t>
            </a:r>
            <a:r>
              <a:rPr sz="1600" spc="-25" dirty="0">
                <a:latin typeface="Times New Roman"/>
                <a:cs typeface="Times New Roman"/>
              </a:rPr>
              <a:t>not </a:t>
            </a:r>
            <a:r>
              <a:rPr sz="1600" dirty="0">
                <a:latin typeface="Times New Roman"/>
                <a:cs typeface="Times New Roman"/>
              </a:rPr>
              <a:t>copied</a:t>
            </a:r>
            <a:r>
              <a:rPr sz="1600" spc="275" dirty="0">
                <a:latin typeface="Times New Roman"/>
                <a:cs typeface="Times New Roman"/>
              </a:rPr>
              <a:t> </a:t>
            </a:r>
            <a:r>
              <a:rPr sz="1600" dirty="0">
                <a:latin typeface="Times New Roman"/>
                <a:cs typeface="Times New Roman"/>
              </a:rPr>
              <a:t>from</a:t>
            </a:r>
            <a:r>
              <a:rPr sz="1600" spc="215" dirty="0">
                <a:latin typeface="Times New Roman"/>
                <a:cs typeface="Times New Roman"/>
              </a:rPr>
              <a:t> </a:t>
            </a:r>
            <a:r>
              <a:rPr sz="1600" dirty="0">
                <a:latin typeface="Times New Roman"/>
                <a:cs typeface="Times New Roman"/>
              </a:rPr>
              <a:t>any</a:t>
            </a:r>
            <a:r>
              <a:rPr sz="1600" spc="215" dirty="0">
                <a:latin typeface="Times New Roman"/>
                <a:cs typeface="Times New Roman"/>
              </a:rPr>
              <a:t> </a:t>
            </a:r>
            <a:r>
              <a:rPr sz="1600" dirty="0">
                <a:latin typeface="Times New Roman"/>
                <a:cs typeface="Times New Roman"/>
              </a:rPr>
              <a:t>other</a:t>
            </a:r>
            <a:r>
              <a:rPr sz="1600" spc="260" dirty="0">
                <a:latin typeface="Times New Roman"/>
                <a:cs typeface="Times New Roman"/>
              </a:rPr>
              <a:t> </a:t>
            </a:r>
            <a:r>
              <a:rPr sz="1600" dirty="0">
                <a:latin typeface="Times New Roman"/>
                <a:cs typeface="Times New Roman"/>
              </a:rPr>
              <a:t>source.</a:t>
            </a:r>
            <a:r>
              <a:rPr sz="1600" spc="250" dirty="0">
                <a:latin typeface="Times New Roman"/>
                <a:cs typeface="Times New Roman"/>
              </a:rPr>
              <a:t> </a:t>
            </a:r>
            <a:r>
              <a:rPr sz="1600" dirty="0">
                <a:latin typeface="Times New Roman"/>
                <a:cs typeface="Times New Roman"/>
              </a:rPr>
              <a:t>We</a:t>
            </a:r>
            <a:r>
              <a:rPr sz="1600" spc="250" dirty="0">
                <a:latin typeface="Times New Roman"/>
                <a:cs typeface="Times New Roman"/>
              </a:rPr>
              <a:t> </a:t>
            </a:r>
            <a:r>
              <a:rPr sz="1600" dirty="0">
                <a:latin typeface="Times New Roman"/>
                <a:cs typeface="Times New Roman"/>
              </a:rPr>
              <a:t>submit</a:t>
            </a:r>
            <a:r>
              <a:rPr sz="1600" spc="280" dirty="0">
                <a:latin typeface="Times New Roman"/>
                <a:cs typeface="Times New Roman"/>
              </a:rPr>
              <a:t> </a:t>
            </a:r>
            <a:r>
              <a:rPr sz="1600" dirty="0">
                <a:latin typeface="Times New Roman"/>
                <a:cs typeface="Times New Roman"/>
              </a:rPr>
              <a:t>project</a:t>
            </a:r>
            <a:r>
              <a:rPr sz="1600" spc="260" dirty="0">
                <a:latin typeface="Times New Roman"/>
                <a:cs typeface="Times New Roman"/>
              </a:rPr>
              <a:t> </a:t>
            </a:r>
            <a:r>
              <a:rPr sz="1600" dirty="0">
                <a:latin typeface="Times New Roman"/>
                <a:cs typeface="Times New Roman"/>
              </a:rPr>
              <a:t>for</a:t>
            </a:r>
            <a:r>
              <a:rPr sz="1600" spc="260" dirty="0">
                <a:latin typeface="Times New Roman"/>
                <a:cs typeface="Times New Roman"/>
              </a:rPr>
              <a:t> </a:t>
            </a:r>
            <a:r>
              <a:rPr sz="1600" spc="-10" dirty="0">
                <a:latin typeface="Times New Roman"/>
                <a:cs typeface="Times New Roman"/>
              </a:rPr>
              <a:t>further </a:t>
            </a:r>
            <a:r>
              <a:rPr sz="1600" dirty="0">
                <a:latin typeface="Times New Roman"/>
                <a:cs typeface="Times New Roman"/>
              </a:rPr>
              <a:t>development by</a:t>
            </a:r>
            <a:r>
              <a:rPr sz="1600" spc="-65" dirty="0">
                <a:latin typeface="Times New Roman"/>
                <a:cs typeface="Times New Roman"/>
              </a:rPr>
              <a:t> </a:t>
            </a:r>
            <a:r>
              <a:rPr sz="1600" dirty="0">
                <a:latin typeface="Times New Roman"/>
                <a:cs typeface="Times New Roman"/>
              </a:rPr>
              <a:t>any</a:t>
            </a:r>
            <a:r>
              <a:rPr sz="1600" spc="-40" dirty="0">
                <a:latin typeface="Times New Roman"/>
                <a:cs typeface="Times New Roman"/>
              </a:rPr>
              <a:t> </a:t>
            </a:r>
            <a:r>
              <a:rPr sz="1600" dirty="0">
                <a:latin typeface="Times New Roman"/>
                <a:cs typeface="Times New Roman"/>
              </a:rPr>
              <a:t>interests</a:t>
            </a:r>
            <a:r>
              <a:rPr sz="1600" spc="-55" dirty="0">
                <a:latin typeface="Times New Roman"/>
                <a:cs typeface="Times New Roman"/>
              </a:rPr>
              <a:t> </a:t>
            </a:r>
            <a:r>
              <a:rPr sz="1600" dirty="0">
                <a:latin typeface="Times New Roman"/>
                <a:cs typeface="Times New Roman"/>
              </a:rPr>
              <a:t>to</a:t>
            </a:r>
            <a:r>
              <a:rPr sz="1600" spc="-15" dirty="0">
                <a:latin typeface="Times New Roman"/>
                <a:cs typeface="Times New Roman"/>
              </a:rPr>
              <a:t> </a:t>
            </a:r>
            <a:r>
              <a:rPr sz="1600" spc="-10" dirty="0">
                <a:latin typeface="Times New Roman"/>
                <a:cs typeface="Times New Roman"/>
              </a:rPr>
              <a:t>improve</a:t>
            </a:r>
            <a:r>
              <a:rPr sz="1600" spc="-50"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project</a:t>
            </a:r>
            <a:r>
              <a:rPr sz="1600" spc="-20" dirty="0">
                <a:latin typeface="Times New Roman"/>
                <a:cs typeface="Times New Roman"/>
              </a:rPr>
              <a:t> </a:t>
            </a:r>
            <a:r>
              <a:rPr sz="1600" dirty="0">
                <a:latin typeface="Times New Roman"/>
                <a:cs typeface="Times New Roman"/>
              </a:rPr>
              <a:t>in</a:t>
            </a:r>
            <a:r>
              <a:rPr sz="1600" spc="-40"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spc="-10" dirty="0">
                <a:latin typeface="Times New Roman"/>
                <a:cs typeface="Times New Roman"/>
              </a:rPr>
              <a:t>future.</a:t>
            </a:r>
            <a:endParaRPr sz="1600" dirty="0">
              <a:latin typeface="Times New Roman"/>
              <a:cs typeface="Times New Roman"/>
            </a:endParaRPr>
          </a:p>
          <a:p>
            <a:pPr marL="12700" marR="5080" indent="457200" algn="just">
              <a:lnSpc>
                <a:spcPct val="142600"/>
              </a:lnSpc>
              <a:spcBef>
                <a:spcPts val="995"/>
              </a:spcBef>
            </a:pPr>
            <a:r>
              <a:rPr sz="1600" dirty="0">
                <a:latin typeface="Times New Roman"/>
                <a:cs typeface="Times New Roman"/>
              </a:rPr>
              <a:t>The</a:t>
            </a:r>
            <a:r>
              <a:rPr sz="1600" spc="10" dirty="0">
                <a:latin typeface="Times New Roman"/>
                <a:cs typeface="Times New Roman"/>
              </a:rPr>
              <a:t> </a:t>
            </a:r>
            <a:r>
              <a:rPr sz="1600" dirty="0">
                <a:latin typeface="Times New Roman"/>
                <a:cs typeface="Times New Roman"/>
              </a:rPr>
              <a:t>results</a:t>
            </a:r>
            <a:r>
              <a:rPr sz="1600" spc="5" dirty="0">
                <a:latin typeface="Times New Roman"/>
                <a:cs typeface="Times New Roman"/>
              </a:rPr>
              <a:t> </a:t>
            </a:r>
            <a:r>
              <a:rPr sz="1600" dirty="0">
                <a:latin typeface="Times New Roman"/>
                <a:cs typeface="Times New Roman"/>
              </a:rPr>
              <a:t>embodied</a:t>
            </a:r>
            <a:r>
              <a:rPr sz="1600" spc="35" dirty="0">
                <a:latin typeface="Times New Roman"/>
                <a:cs typeface="Times New Roman"/>
              </a:rPr>
              <a:t> </a:t>
            </a:r>
            <a:r>
              <a:rPr sz="1600" dirty="0">
                <a:latin typeface="Times New Roman"/>
                <a:cs typeface="Times New Roman"/>
              </a:rPr>
              <a:t>in</a:t>
            </a:r>
            <a:r>
              <a:rPr sz="1600" spc="-10" dirty="0">
                <a:latin typeface="Times New Roman"/>
                <a:cs typeface="Times New Roman"/>
              </a:rPr>
              <a:t> </a:t>
            </a:r>
            <a:r>
              <a:rPr sz="1600" dirty="0">
                <a:latin typeface="Times New Roman"/>
                <a:cs typeface="Times New Roman"/>
              </a:rPr>
              <a:t>this</a:t>
            </a:r>
            <a:r>
              <a:rPr sz="1600" spc="5" dirty="0">
                <a:latin typeface="Times New Roman"/>
                <a:cs typeface="Times New Roman"/>
              </a:rPr>
              <a:t> </a:t>
            </a:r>
            <a:r>
              <a:rPr sz="1600" dirty="0">
                <a:latin typeface="Times New Roman"/>
                <a:cs typeface="Times New Roman"/>
              </a:rPr>
              <a:t>project</a:t>
            </a:r>
            <a:r>
              <a:rPr sz="1600" spc="35" dirty="0">
                <a:latin typeface="Times New Roman"/>
                <a:cs typeface="Times New Roman"/>
              </a:rPr>
              <a:t> </a:t>
            </a:r>
            <a:r>
              <a:rPr sz="1600" dirty="0">
                <a:latin typeface="Times New Roman"/>
                <a:cs typeface="Times New Roman"/>
              </a:rPr>
              <a:t>report</a:t>
            </a:r>
            <a:r>
              <a:rPr sz="1600" spc="20" dirty="0">
                <a:latin typeface="Times New Roman"/>
                <a:cs typeface="Times New Roman"/>
              </a:rPr>
              <a:t> </a:t>
            </a:r>
            <a:r>
              <a:rPr sz="1600" dirty="0">
                <a:latin typeface="Times New Roman"/>
                <a:cs typeface="Times New Roman"/>
              </a:rPr>
              <a:t>have</a:t>
            </a:r>
            <a:r>
              <a:rPr sz="1600" spc="10" dirty="0">
                <a:latin typeface="Times New Roman"/>
                <a:cs typeface="Times New Roman"/>
              </a:rPr>
              <a:t> </a:t>
            </a:r>
            <a:r>
              <a:rPr sz="1600" dirty="0">
                <a:latin typeface="Times New Roman"/>
                <a:cs typeface="Times New Roman"/>
              </a:rPr>
              <a:t>not</a:t>
            </a:r>
            <a:r>
              <a:rPr sz="1600" spc="15" dirty="0">
                <a:latin typeface="Times New Roman"/>
                <a:cs typeface="Times New Roman"/>
              </a:rPr>
              <a:t> </a:t>
            </a:r>
            <a:r>
              <a:rPr sz="1600" spc="-20" dirty="0">
                <a:latin typeface="Times New Roman"/>
                <a:cs typeface="Times New Roman"/>
              </a:rPr>
              <a:t>been </a:t>
            </a:r>
            <a:r>
              <a:rPr sz="1600" spc="-10" dirty="0">
                <a:latin typeface="Times New Roman"/>
                <a:cs typeface="Times New Roman"/>
              </a:rPr>
              <a:t>submitted</a:t>
            </a:r>
            <a:r>
              <a:rPr sz="1600" spc="-40" dirty="0">
                <a:latin typeface="Times New Roman"/>
                <a:cs typeface="Times New Roman"/>
              </a:rPr>
              <a:t> </a:t>
            </a:r>
            <a:r>
              <a:rPr sz="1600" dirty="0">
                <a:latin typeface="Times New Roman"/>
                <a:cs typeface="Times New Roman"/>
              </a:rPr>
              <a:t>to</a:t>
            </a:r>
            <a:r>
              <a:rPr sz="1600" spc="10" dirty="0">
                <a:latin typeface="Times New Roman"/>
                <a:cs typeface="Times New Roman"/>
              </a:rPr>
              <a:t> </a:t>
            </a:r>
            <a:r>
              <a:rPr sz="1600" dirty="0">
                <a:latin typeface="Times New Roman"/>
                <a:cs typeface="Times New Roman"/>
              </a:rPr>
              <a:t>any</a:t>
            </a:r>
            <a:r>
              <a:rPr sz="1600" spc="-55" dirty="0">
                <a:latin typeface="Times New Roman"/>
                <a:cs typeface="Times New Roman"/>
              </a:rPr>
              <a:t> </a:t>
            </a:r>
            <a:r>
              <a:rPr sz="1600" dirty="0">
                <a:latin typeface="Times New Roman"/>
                <a:cs typeface="Times New Roman"/>
              </a:rPr>
              <a:t>other</a:t>
            </a:r>
            <a:r>
              <a:rPr sz="1600" spc="-5" dirty="0">
                <a:latin typeface="Times New Roman"/>
                <a:cs typeface="Times New Roman"/>
              </a:rPr>
              <a:t> </a:t>
            </a:r>
            <a:r>
              <a:rPr sz="1600" spc="-10" dirty="0">
                <a:latin typeface="Times New Roman"/>
                <a:cs typeface="Times New Roman"/>
              </a:rPr>
              <a:t>University</a:t>
            </a:r>
            <a:r>
              <a:rPr sz="1600" spc="-60" dirty="0">
                <a:latin typeface="Times New Roman"/>
                <a:cs typeface="Times New Roman"/>
              </a:rPr>
              <a:t> </a:t>
            </a:r>
            <a:r>
              <a:rPr sz="1600" dirty="0">
                <a:latin typeface="Times New Roman"/>
                <a:cs typeface="Times New Roman"/>
              </a:rPr>
              <a:t>or </a:t>
            </a:r>
            <a:r>
              <a:rPr sz="1600" spc="-10" dirty="0">
                <a:latin typeface="Times New Roman"/>
                <a:cs typeface="Times New Roman"/>
              </a:rPr>
              <a:t>Institute</a:t>
            </a:r>
            <a:r>
              <a:rPr sz="1600" spc="-45" dirty="0">
                <a:latin typeface="Times New Roman"/>
                <a:cs typeface="Times New Roman"/>
              </a:rPr>
              <a:t> </a:t>
            </a:r>
            <a:r>
              <a:rPr sz="1600" dirty="0">
                <a:latin typeface="Times New Roman"/>
                <a:cs typeface="Times New Roman"/>
              </a:rPr>
              <a:t>for</a:t>
            </a:r>
            <a:r>
              <a:rPr sz="1600" spc="-30" dirty="0">
                <a:latin typeface="Times New Roman"/>
                <a:cs typeface="Times New Roman"/>
              </a:rPr>
              <a:t> </a:t>
            </a:r>
            <a:r>
              <a:rPr sz="1600" dirty="0">
                <a:latin typeface="Times New Roman"/>
                <a:cs typeface="Times New Roman"/>
              </a:rPr>
              <a:t>the</a:t>
            </a:r>
            <a:r>
              <a:rPr sz="1600" spc="-15" dirty="0">
                <a:latin typeface="Times New Roman"/>
                <a:cs typeface="Times New Roman"/>
              </a:rPr>
              <a:t> </a:t>
            </a:r>
            <a:r>
              <a:rPr sz="1600" dirty="0">
                <a:latin typeface="Times New Roman"/>
                <a:cs typeface="Times New Roman"/>
              </a:rPr>
              <a:t>award</a:t>
            </a:r>
            <a:r>
              <a:rPr sz="1600" spc="-40" dirty="0">
                <a:latin typeface="Times New Roman"/>
                <a:cs typeface="Times New Roman"/>
              </a:rPr>
              <a:t> </a:t>
            </a:r>
            <a:r>
              <a:rPr sz="1600" dirty="0">
                <a:latin typeface="Times New Roman"/>
                <a:cs typeface="Times New Roman"/>
              </a:rPr>
              <a:t>of</a:t>
            </a:r>
            <a:r>
              <a:rPr sz="1600" spc="-55" dirty="0">
                <a:latin typeface="Times New Roman"/>
                <a:cs typeface="Times New Roman"/>
              </a:rPr>
              <a:t> </a:t>
            </a:r>
            <a:r>
              <a:rPr sz="1600" spc="-25" dirty="0">
                <a:latin typeface="Times New Roman"/>
                <a:cs typeface="Times New Roman"/>
              </a:rPr>
              <a:t>any </a:t>
            </a:r>
            <a:r>
              <a:rPr sz="1600" dirty="0">
                <a:latin typeface="Times New Roman"/>
                <a:cs typeface="Times New Roman"/>
              </a:rPr>
              <a:t>degree</a:t>
            </a:r>
            <a:r>
              <a:rPr sz="1600" spc="-15" dirty="0">
                <a:latin typeface="Times New Roman"/>
                <a:cs typeface="Times New Roman"/>
              </a:rPr>
              <a:t> </a:t>
            </a:r>
            <a:r>
              <a:rPr sz="1600" dirty="0">
                <a:latin typeface="Times New Roman"/>
                <a:cs typeface="Times New Roman"/>
              </a:rPr>
              <a:t>or</a:t>
            </a:r>
            <a:r>
              <a:rPr sz="1600" spc="-5" dirty="0">
                <a:latin typeface="Times New Roman"/>
                <a:cs typeface="Times New Roman"/>
              </a:rPr>
              <a:t> </a:t>
            </a:r>
            <a:r>
              <a:rPr sz="1600" spc="-10" dirty="0">
                <a:latin typeface="Times New Roman"/>
                <a:cs typeface="Times New Roman"/>
              </a:rPr>
              <a:t>diploma</a:t>
            </a:r>
            <a:r>
              <a:rPr sz="1600" spc="-15" dirty="0">
                <a:latin typeface="Times New Roman"/>
                <a:cs typeface="Times New Roman"/>
              </a:rPr>
              <a:t> </a:t>
            </a:r>
            <a:r>
              <a:rPr sz="1600" dirty="0">
                <a:latin typeface="Times New Roman"/>
                <a:cs typeface="Times New Roman"/>
              </a:rPr>
              <a:t>to</a:t>
            </a:r>
            <a:r>
              <a:rPr sz="1600" spc="-10" dirty="0">
                <a:latin typeface="Times New Roman"/>
                <a:cs typeface="Times New Roman"/>
              </a:rPr>
              <a:t> </a:t>
            </a:r>
            <a:r>
              <a:rPr sz="1600" dirty="0">
                <a:latin typeface="Times New Roman"/>
                <a:cs typeface="Times New Roman"/>
              </a:rPr>
              <a:t>the</a:t>
            </a:r>
            <a:r>
              <a:rPr sz="1600" spc="-15" dirty="0">
                <a:latin typeface="Times New Roman"/>
                <a:cs typeface="Times New Roman"/>
              </a:rPr>
              <a:t> </a:t>
            </a:r>
            <a:r>
              <a:rPr sz="1600" dirty="0">
                <a:latin typeface="Times New Roman"/>
                <a:cs typeface="Times New Roman"/>
              </a:rPr>
              <a:t>best</a:t>
            </a:r>
            <a:r>
              <a:rPr sz="1600" spc="-10" dirty="0">
                <a:latin typeface="Times New Roman"/>
                <a:cs typeface="Times New Roman"/>
              </a:rPr>
              <a:t> </a:t>
            </a:r>
            <a:r>
              <a:rPr sz="1600" dirty="0">
                <a:latin typeface="Times New Roman"/>
                <a:cs typeface="Times New Roman"/>
              </a:rPr>
              <a:t>of</a:t>
            </a:r>
            <a:r>
              <a:rPr sz="1600" spc="-45" dirty="0">
                <a:latin typeface="Times New Roman"/>
                <a:cs typeface="Times New Roman"/>
              </a:rPr>
              <a:t> </a:t>
            </a:r>
            <a:r>
              <a:rPr sz="1600" dirty="0">
                <a:latin typeface="Times New Roman"/>
                <a:cs typeface="Times New Roman"/>
              </a:rPr>
              <a:t>our</a:t>
            </a:r>
            <a:r>
              <a:rPr sz="1600" spc="-25" dirty="0">
                <a:latin typeface="Times New Roman"/>
                <a:cs typeface="Times New Roman"/>
              </a:rPr>
              <a:t> </a:t>
            </a:r>
            <a:r>
              <a:rPr sz="1600" dirty="0">
                <a:latin typeface="Times New Roman"/>
                <a:cs typeface="Times New Roman"/>
              </a:rPr>
              <a:t>knowledge</a:t>
            </a:r>
            <a:r>
              <a:rPr sz="1600" spc="-10" dirty="0">
                <a:latin typeface="Times New Roman"/>
                <a:cs typeface="Times New Roman"/>
              </a:rPr>
              <a:t> </a:t>
            </a:r>
            <a:r>
              <a:rPr sz="1600" dirty="0">
                <a:latin typeface="Times New Roman"/>
                <a:cs typeface="Times New Roman"/>
              </a:rPr>
              <a:t>and</a:t>
            </a:r>
            <a:r>
              <a:rPr sz="1600" spc="-10" dirty="0">
                <a:latin typeface="Times New Roman"/>
                <a:cs typeface="Times New Roman"/>
              </a:rPr>
              <a:t> belief.</a:t>
            </a:r>
            <a:endParaRPr sz="1600" dirty="0">
              <a:latin typeface="Times New Roman"/>
              <a:cs typeface="Times New Roman"/>
            </a:endParaRPr>
          </a:p>
        </p:txBody>
      </p:sp>
      <p:sp>
        <p:nvSpPr>
          <p:cNvPr id="4" name="object 4">
            <a:extLst>
              <a:ext uri="{FF2B5EF4-FFF2-40B4-BE49-F238E27FC236}">
                <a16:creationId xmlns:a16="http://schemas.microsoft.com/office/drawing/2014/main" id="{F559CFDB-CE04-8FD9-B47E-96851BB6881B}"/>
              </a:ext>
            </a:extLst>
          </p:cNvPr>
          <p:cNvSpPr txBox="1"/>
          <p:nvPr/>
        </p:nvSpPr>
        <p:spPr>
          <a:xfrm>
            <a:off x="730250" y="5717093"/>
            <a:ext cx="2286000" cy="1391278"/>
          </a:xfrm>
          <a:prstGeom prst="rect">
            <a:avLst/>
          </a:prstGeom>
        </p:spPr>
        <p:txBody>
          <a:bodyPr vert="horz" wrap="square" lIns="0" tIns="12700" rIns="0" bIns="0" rtlCol="0">
            <a:spAutoFit/>
          </a:bodyPr>
          <a:lstStyle/>
          <a:p>
            <a:pPr marL="12700">
              <a:lnSpc>
                <a:spcPct val="100000"/>
              </a:lnSpc>
              <a:spcBef>
                <a:spcPts val="100"/>
              </a:spcBef>
            </a:pPr>
            <a:r>
              <a:rPr lang="en-IN" sz="1600" dirty="0">
                <a:latin typeface="Times New Roman"/>
                <a:cs typeface="Times New Roman"/>
              </a:rPr>
              <a:t>D</a:t>
            </a:r>
            <a:r>
              <a:rPr sz="1600" dirty="0">
                <a:latin typeface="Times New Roman"/>
                <a:cs typeface="Times New Roman"/>
              </a:rPr>
              <a:t>.MADHU</a:t>
            </a:r>
            <a:r>
              <a:rPr sz="1600" spc="-15" dirty="0">
                <a:latin typeface="Times New Roman"/>
                <a:cs typeface="Times New Roman"/>
              </a:rPr>
              <a:t> </a:t>
            </a:r>
            <a:r>
              <a:rPr sz="1600" spc="-10" dirty="0">
                <a:latin typeface="Times New Roman"/>
                <a:cs typeface="Times New Roman"/>
              </a:rPr>
              <a:t>HASINI</a:t>
            </a:r>
            <a:endParaRPr sz="1600" dirty="0">
              <a:latin typeface="Times New Roman"/>
              <a:cs typeface="Times New Roman"/>
            </a:endParaRPr>
          </a:p>
          <a:p>
            <a:pPr marL="18415" marR="39370" indent="-6350">
              <a:lnSpc>
                <a:spcPct val="95800"/>
              </a:lnSpc>
              <a:spcBef>
                <a:spcPts val="1065"/>
              </a:spcBef>
            </a:pPr>
            <a:r>
              <a:rPr sz="1600" dirty="0">
                <a:latin typeface="Times New Roman"/>
                <a:cs typeface="Times New Roman"/>
              </a:rPr>
              <a:t>G.ARYAN</a:t>
            </a:r>
            <a:r>
              <a:rPr sz="1600" spc="-10" dirty="0">
                <a:latin typeface="Times New Roman"/>
                <a:cs typeface="Times New Roman"/>
              </a:rPr>
              <a:t> </a:t>
            </a:r>
            <a:r>
              <a:rPr sz="1600" spc="-20" dirty="0">
                <a:latin typeface="Times New Roman"/>
                <a:cs typeface="Times New Roman"/>
              </a:rPr>
              <a:t>REDDY </a:t>
            </a:r>
            <a:endParaRPr lang="en-IN" sz="1600" spc="-20" dirty="0">
              <a:latin typeface="Times New Roman"/>
              <a:cs typeface="Times New Roman"/>
            </a:endParaRPr>
          </a:p>
          <a:p>
            <a:pPr marL="18415" marR="39370" indent="-6350">
              <a:lnSpc>
                <a:spcPct val="95800"/>
              </a:lnSpc>
              <a:spcBef>
                <a:spcPts val="1065"/>
              </a:spcBef>
            </a:pPr>
            <a:r>
              <a:rPr sz="1600" spc="-10" dirty="0">
                <a:latin typeface="Times New Roman"/>
                <a:cs typeface="Times New Roman"/>
              </a:rPr>
              <a:t>K.HARIDEEP</a:t>
            </a:r>
            <a:endParaRPr lang="en-IN" sz="1600" spc="-10" dirty="0">
              <a:latin typeface="Times New Roman"/>
              <a:cs typeface="Times New Roman"/>
            </a:endParaRPr>
          </a:p>
          <a:p>
            <a:pPr marL="18415" marR="39370" indent="-6350">
              <a:lnSpc>
                <a:spcPct val="95800"/>
              </a:lnSpc>
              <a:spcBef>
                <a:spcPts val="1065"/>
              </a:spcBef>
            </a:pPr>
            <a:r>
              <a:rPr sz="1600" spc="-10" dirty="0">
                <a:latin typeface="Times New Roman"/>
                <a:cs typeface="Times New Roman"/>
              </a:rPr>
              <a:t> M.YAMINI</a:t>
            </a:r>
            <a:endParaRPr sz="1600" dirty="0">
              <a:latin typeface="Times New Roman"/>
              <a:cs typeface="Times New Roman"/>
            </a:endParaRPr>
          </a:p>
        </p:txBody>
      </p:sp>
      <p:sp>
        <p:nvSpPr>
          <p:cNvPr id="5" name="object 5">
            <a:extLst>
              <a:ext uri="{FF2B5EF4-FFF2-40B4-BE49-F238E27FC236}">
                <a16:creationId xmlns:a16="http://schemas.microsoft.com/office/drawing/2014/main" id="{7AB85A58-F911-3A54-0716-49B0F58F8AF6}"/>
              </a:ext>
            </a:extLst>
          </p:cNvPr>
          <p:cNvSpPr txBox="1"/>
          <p:nvPr/>
        </p:nvSpPr>
        <p:spPr>
          <a:xfrm>
            <a:off x="5364762" y="5717093"/>
            <a:ext cx="1475458" cy="1416413"/>
          </a:xfrm>
          <a:prstGeom prst="rect">
            <a:avLst/>
          </a:prstGeom>
        </p:spPr>
        <p:txBody>
          <a:bodyPr vert="horz" wrap="square" lIns="0" tIns="12700" rIns="0" bIns="0" rtlCol="0">
            <a:spAutoFit/>
          </a:bodyPr>
          <a:lstStyle/>
          <a:p>
            <a:pPr marL="12700">
              <a:lnSpc>
                <a:spcPct val="100000"/>
              </a:lnSpc>
              <a:spcBef>
                <a:spcPts val="100"/>
              </a:spcBef>
            </a:pPr>
            <a:r>
              <a:rPr sz="1600" spc="-10" dirty="0">
                <a:latin typeface="Times New Roman"/>
                <a:cs typeface="Times New Roman"/>
              </a:rPr>
              <a:t>238R1A12E4</a:t>
            </a:r>
            <a:endParaRPr sz="1600" dirty="0">
              <a:latin typeface="Times New Roman"/>
              <a:cs typeface="Times New Roman"/>
            </a:endParaRPr>
          </a:p>
          <a:p>
            <a:pPr marL="32384">
              <a:lnSpc>
                <a:spcPts val="1415"/>
              </a:lnSpc>
              <a:spcBef>
                <a:spcPts val="1005"/>
              </a:spcBef>
            </a:pPr>
            <a:r>
              <a:rPr sz="1600" spc="-10" dirty="0">
                <a:latin typeface="Times New Roman"/>
                <a:cs typeface="Times New Roman"/>
              </a:rPr>
              <a:t>238R1A12F0</a:t>
            </a:r>
            <a:endParaRPr lang="en-IN" sz="1600" spc="-10" dirty="0">
              <a:latin typeface="Times New Roman"/>
              <a:cs typeface="Times New Roman"/>
            </a:endParaRPr>
          </a:p>
          <a:p>
            <a:pPr marL="32384">
              <a:lnSpc>
                <a:spcPts val="1415"/>
              </a:lnSpc>
              <a:spcBef>
                <a:spcPts val="1005"/>
              </a:spcBef>
            </a:pPr>
            <a:endParaRPr lang="en-IN" sz="1600" spc="-10" dirty="0">
              <a:latin typeface="Times New Roman"/>
              <a:cs typeface="Times New Roman"/>
            </a:endParaRPr>
          </a:p>
          <a:p>
            <a:pPr marL="32384">
              <a:lnSpc>
                <a:spcPts val="1380"/>
              </a:lnSpc>
            </a:pPr>
            <a:r>
              <a:rPr sz="1600" spc="-10" dirty="0">
                <a:latin typeface="Times New Roman"/>
                <a:cs typeface="Times New Roman"/>
              </a:rPr>
              <a:t>238R1A12G0</a:t>
            </a:r>
            <a:endParaRPr sz="1600" dirty="0">
              <a:latin typeface="Times New Roman"/>
              <a:cs typeface="Times New Roman"/>
            </a:endParaRPr>
          </a:p>
          <a:p>
            <a:pPr marL="50800">
              <a:lnSpc>
                <a:spcPts val="1405"/>
              </a:lnSpc>
            </a:pPr>
            <a:endParaRPr lang="en-IN" sz="1600" spc="-10" dirty="0">
              <a:latin typeface="Times New Roman"/>
              <a:cs typeface="Times New Roman"/>
            </a:endParaRPr>
          </a:p>
          <a:p>
            <a:pPr marL="50800">
              <a:lnSpc>
                <a:spcPts val="1405"/>
              </a:lnSpc>
            </a:pPr>
            <a:r>
              <a:rPr sz="1600" spc="-10" dirty="0">
                <a:latin typeface="Times New Roman"/>
                <a:cs typeface="Times New Roman"/>
              </a:rPr>
              <a:t>238R1A12H5</a:t>
            </a:r>
            <a:endParaRPr sz="1600" dirty="0">
              <a:latin typeface="Times New Roman"/>
              <a:cs typeface="Times New Roman"/>
            </a:endParaRPr>
          </a:p>
        </p:txBody>
      </p:sp>
      <p:sp>
        <p:nvSpPr>
          <p:cNvPr id="6" name="Slide Number Placeholder 5">
            <a:extLst>
              <a:ext uri="{FF2B5EF4-FFF2-40B4-BE49-F238E27FC236}">
                <a16:creationId xmlns:a16="http://schemas.microsoft.com/office/drawing/2014/main" id="{B5AF6BF1-F526-6C07-A3DB-82A3DCB250CB}"/>
              </a:ext>
            </a:extLst>
          </p:cNvPr>
          <p:cNvSpPr>
            <a:spLocks noGrp="1"/>
          </p:cNvSpPr>
          <p:nvPr>
            <p:ph type="sldNum" sz="quarter" idx="7"/>
          </p:nvPr>
        </p:nvSpPr>
        <p:spPr/>
        <p:txBody>
          <a:bodyPr/>
          <a:lstStyle/>
          <a:p>
            <a:pPr marL="38100">
              <a:lnSpc>
                <a:spcPts val="1410"/>
              </a:lnSpc>
            </a:pPr>
            <a:fld id="{81D60167-4931-47E6-BA6A-407CBD079E47}" type="slidenum">
              <a:rPr lang="en-IN" spc="-50" smtClean="0"/>
              <a:t>5</a:t>
            </a:fld>
            <a:endParaRPr lang="en-IN"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304799"/>
            <a:ext cx="6958330" cy="10088245"/>
          </a:xfrm>
          <a:custGeom>
            <a:avLst/>
            <a:gdLst/>
            <a:ahLst/>
            <a:cxnLst/>
            <a:rect l="l" t="t" r="r" b="b"/>
            <a:pathLst>
              <a:path w="6958330" h="10088245">
                <a:moveTo>
                  <a:pt x="6958203" y="10079355"/>
                </a:moveTo>
                <a:lnTo>
                  <a:pt x="6955536" y="10079355"/>
                </a:lnTo>
                <a:lnTo>
                  <a:pt x="6955536" y="10067544"/>
                </a:lnTo>
                <a:lnTo>
                  <a:pt x="6955536" y="18288"/>
                </a:lnTo>
                <a:lnTo>
                  <a:pt x="6955536" y="0"/>
                </a:ln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79355"/>
                </a:lnTo>
                <a:lnTo>
                  <a:pt x="0" y="10085832"/>
                </a:lnTo>
                <a:lnTo>
                  <a:pt x="0" y="10087927"/>
                </a:lnTo>
                <a:lnTo>
                  <a:pt x="6096" y="10087927"/>
                </a:lnTo>
                <a:lnTo>
                  <a:pt x="9144" y="10087927"/>
                </a:lnTo>
                <a:lnTo>
                  <a:pt x="6949059" y="10087927"/>
                </a:lnTo>
                <a:lnTo>
                  <a:pt x="6958203" y="10087927"/>
                </a:lnTo>
                <a:lnTo>
                  <a:pt x="6958203" y="10079355"/>
                </a:lnTo>
                <a:close/>
              </a:path>
            </a:pathLst>
          </a:custGeom>
          <a:solidFill>
            <a:srgbClr val="000000"/>
          </a:solidFill>
        </p:spPr>
        <p:txBody>
          <a:bodyPr wrap="square" lIns="0" tIns="0" rIns="0" bIns="0" rtlCol="0"/>
          <a:lstStyle/>
          <a:p>
            <a:endParaRPr/>
          </a:p>
        </p:txBody>
      </p:sp>
      <p:sp>
        <p:nvSpPr>
          <p:cNvPr id="3" name="object 3"/>
          <p:cNvSpPr txBox="1"/>
          <p:nvPr/>
        </p:nvSpPr>
        <p:spPr>
          <a:xfrm>
            <a:off x="2917698" y="847089"/>
            <a:ext cx="1136015" cy="270510"/>
          </a:xfrm>
          <a:prstGeom prst="rect">
            <a:avLst/>
          </a:prstGeom>
        </p:spPr>
        <p:txBody>
          <a:bodyPr vert="horz" wrap="square" lIns="0" tIns="13335" rIns="0" bIns="0" rtlCol="0">
            <a:spAutoFit/>
          </a:bodyPr>
          <a:lstStyle/>
          <a:p>
            <a:pPr marL="12700">
              <a:lnSpc>
                <a:spcPct val="100000"/>
              </a:lnSpc>
              <a:spcBef>
                <a:spcPts val="105"/>
              </a:spcBef>
            </a:pPr>
            <a:r>
              <a:rPr sz="1600" b="1" u="sng" spc="-10" dirty="0">
                <a:uFill>
                  <a:solidFill>
                    <a:srgbClr val="000000"/>
                  </a:solidFill>
                </a:uFill>
                <a:latin typeface="Times New Roman"/>
                <a:cs typeface="Times New Roman"/>
              </a:rPr>
              <a:t>CONTENTS</a:t>
            </a:r>
            <a:endParaRPr sz="1600">
              <a:latin typeface="Times New Roman"/>
              <a:cs typeface="Times New Roman"/>
            </a:endParaRPr>
          </a:p>
        </p:txBody>
      </p:sp>
      <p:sp>
        <p:nvSpPr>
          <p:cNvPr id="4" name="object 4"/>
          <p:cNvSpPr txBox="1"/>
          <p:nvPr/>
        </p:nvSpPr>
        <p:spPr>
          <a:xfrm>
            <a:off x="978204" y="1831974"/>
            <a:ext cx="6184900" cy="3641725"/>
          </a:xfrm>
          <a:prstGeom prst="rect">
            <a:avLst/>
          </a:prstGeom>
        </p:spPr>
        <p:txBody>
          <a:bodyPr vert="horz" wrap="square" lIns="0" tIns="11430" rIns="0" bIns="0" rtlCol="0">
            <a:spAutoFit/>
          </a:bodyPr>
          <a:lstStyle/>
          <a:p>
            <a:pPr marL="1210945">
              <a:lnSpc>
                <a:spcPct val="100000"/>
              </a:lnSpc>
              <a:spcBef>
                <a:spcPts val="90"/>
              </a:spcBef>
              <a:tabLst>
                <a:tab pos="4763135" algn="l"/>
              </a:tabLst>
            </a:pPr>
            <a:r>
              <a:rPr sz="1400" b="1" spc="-10" dirty="0">
                <a:latin typeface="Times New Roman"/>
                <a:cs typeface="Times New Roman"/>
              </a:rPr>
              <a:t>Topic</a:t>
            </a:r>
            <a:r>
              <a:rPr sz="1400" b="1" dirty="0">
                <a:latin typeface="Times New Roman"/>
                <a:cs typeface="Times New Roman"/>
              </a:rPr>
              <a:t>	Page </a:t>
            </a:r>
            <a:r>
              <a:rPr sz="1400" b="1" spc="-25" dirty="0">
                <a:latin typeface="Times New Roman"/>
                <a:cs typeface="Times New Roman"/>
              </a:rPr>
              <a:t>no.</a:t>
            </a:r>
            <a:endParaRPr sz="1400">
              <a:latin typeface="Times New Roman"/>
              <a:cs typeface="Times New Roman"/>
            </a:endParaRPr>
          </a:p>
          <a:p>
            <a:pPr>
              <a:lnSpc>
                <a:spcPct val="100000"/>
              </a:lnSpc>
              <a:spcBef>
                <a:spcPts val="1040"/>
              </a:spcBef>
            </a:pPr>
            <a:endParaRPr sz="1400">
              <a:latin typeface="Times New Roman"/>
              <a:cs typeface="Times New Roman"/>
            </a:endParaRPr>
          </a:p>
          <a:p>
            <a:pPr marL="12700">
              <a:lnSpc>
                <a:spcPct val="100000"/>
              </a:lnSpc>
            </a:pPr>
            <a:r>
              <a:rPr sz="1200" dirty="0">
                <a:latin typeface="Times New Roman"/>
                <a:cs typeface="Times New Roman"/>
                <a:hlinkClick r:id="rId2" action="ppaction://hlinksldjump"/>
              </a:rPr>
              <a:t>ABSTRACT.....................................................................................................................................</a:t>
            </a:r>
            <a:r>
              <a:rPr sz="1200" spc="400" dirty="0">
                <a:latin typeface="Times New Roman"/>
                <a:cs typeface="Times New Roman"/>
                <a:hlinkClick r:id="rId2" action="ppaction://hlinksldjump"/>
              </a:rPr>
              <a:t>  </a:t>
            </a:r>
            <a:r>
              <a:rPr sz="1200" spc="-50" dirty="0">
                <a:latin typeface="Times New Roman"/>
                <a:cs typeface="Times New Roman"/>
                <a:hlinkClick r:id="rId2" action="ppaction://hlinksldjump"/>
              </a:rPr>
              <a:t>1</a:t>
            </a:r>
            <a:endParaRPr sz="1200">
              <a:latin typeface="Times New Roman"/>
              <a:cs typeface="Times New Roman"/>
            </a:endParaRPr>
          </a:p>
          <a:p>
            <a:pPr marL="167640" indent="-154940">
              <a:lnSpc>
                <a:spcPct val="100000"/>
              </a:lnSpc>
              <a:spcBef>
                <a:spcPts val="625"/>
              </a:spcBef>
              <a:buAutoNum type="arabicPeriod"/>
              <a:tabLst>
                <a:tab pos="167640" algn="l"/>
              </a:tabLst>
            </a:pPr>
            <a:r>
              <a:rPr sz="1200" dirty="0">
                <a:latin typeface="Times New Roman"/>
                <a:cs typeface="Times New Roman"/>
              </a:rPr>
              <a:t>INTRODUCTION........................................................................................................................</a:t>
            </a:r>
            <a:r>
              <a:rPr sz="1200" spc="345" dirty="0">
                <a:latin typeface="Times New Roman"/>
                <a:cs typeface="Times New Roman"/>
              </a:rPr>
              <a:t>  </a:t>
            </a:r>
            <a:r>
              <a:rPr sz="1200" spc="-50" dirty="0">
                <a:latin typeface="Times New Roman"/>
                <a:cs typeface="Times New Roman"/>
              </a:rPr>
              <a:t>2</a:t>
            </a:r>
            <a:endParaRPr sz="1200">
              <a:latin typeface="Times New Roman"/>
              <a:cs typeface="Times New Roman"/>
            </a:endParaRPr>
          </a:p>
          <a:p>
            <a:pPr marL="167640" indent="-154940">
              <a:lnSpc>
                <a:spcPct val="100000"/>
              </a:lnSpc>
              <a:spcBef>
                <a:spcPts val="625"/>
              </a:spcBef>
              <a:buAutoNum type="arabicPeriod"/>
              <a:tabLst>
                <a:tab pos="167640" algn="l"/>
              </a:tabLst>
            </a:pPr>
            <a:r>
              <a:rPr sz="1200" spc="-10" dirty="0">
                <a:latin typeface="Times New Roman"/>
                <a:cs typeface="Times New Roman"/>
                <a:hlinkClick r:id="rId3" action="ppaction://hlinksldjump"/>
              </a:rPr>
              <a:t>LITERATURE</a:t>
            </a:r>
            <a:r>
              <a:rPr sz="1200" spc="100" dirty="0">
                <a:latin typeface="Times New Roman"/>
                <a:cs typeface="Times New Roman"/>
                <a:hlinkClick r:id="rId3" action="ppaction://hlinksldjump"/>
              </a:rPr>
              <a:t>  </a:t>
            </a:r>
            <a:r>
              <a:rPr sz="1200" spc="-20" dirty="0">
                <a:latin typeface="Times New Roman"/>
                <a:cs typeface="Times New Roman"/>
                <a:hlinkClick r:id="rId3" action="ppaction://hlinksldjump"/>
              </a:rPr>
              <a:t>SURVEY</a:t>
            </a:r>
            <a:r>
              <a:rPr sz="1200" spc="85" dirty="0">
                <a:latin typeface="Times New Roman"/>
                <a:cs typeface="Times New Roman"/>
                <a:hlinkClick r:id="rId3" action="ppaction://hlinksldjump"/>
              </a:rPr>
              <a:t> </a:t>
            </a:r>
            <a:r>
              <a:rPr sz="1200" dirty="0">
                <a:latin typeface="Times New Roman"/>
                <a:cs typeface="Times New Roman"/>
                <a:hlinkClick r:id="rId3" action="ppaction://hlinksldjump"/>
              </a:rPr>
              <a:t>.............................................................................................................</a:t>
            </a:r>
            <a:r>
              <a:rPr sz="1200" spc="190" dirty="0">
                <a:latin typeface="Times New Roman"/>
                <a:cs typeface="Times New Roman"/>
                <a:hlinkClick r:id="rId3" action="ppaction://hlinksldjump"/>
              </a:rPr>
              <a:t> </a:t>
            </a:r>
            <a:r>
              <a:rPr sz="1200" spc="-50" dirty="0">
                <a:latin typeface="Times New Roman"/>
                <a:cs typeface="Times New Roman"/>
                <a:hlinkClick r:id="rId3" action="ppaction://hlinksldjump"/>
              </a:rPr>
              <a:t>3</a:t>
            </a:r>
            <a:endParaRPr sz="1200">
              <a:latin typeface="Times New Roman"/>
              <a:cs typeface="Times New Roman"/>
            </a:endParaRPr>
          </a:p>
          <a:p>
            <a:pPr marL="127635" indent="-127000">
              <a:lnSpc>
                <a:spcPct val="100000"/>
              </a:lnSpc>
              <a:spcBef>
                <a:spcPts val="625"/>
              </a:spcBef>
              <a:buAutoNum type="arabicPeriod"/>
              <a:tabLst>
                <a:tab pos="127635" algn="l"/>
              </a:tabLst>
            </a:pPr>
            <a:r>
              <a:rPr sz="1200" dirty="0">
                <a:latin typeface="Times New Roman"/>
                <a:cs typeface="Times New Roman"/>
                <a:hlinkClick r:id="rId4" action="ppaction://hlinksldjump"/>
              </a:rPr>
              <a:t>EXISTING</a:t>
            </a:r>
            <a:r>
              <a:rPr sz="1200" spc="200" dirty="0">
                <a:latin typeface="Times New Roman"/>
                <a:cs typeface="Times New Roman"/>
                <a:hlinkClick r:id="rId4" action="ppaction://hlinksldjump"/>
              </a:rPr>
              <a:t>  </a:t>
            </a:r>
            <a:r>
              <a:rPr sz="1200" dirty="0">
                <a:latin typeface="Times New Roman"/>
                <a:cs typeface="Times New Roman"/>
                <a:hlinkClick r:id="rId4" action="ppaction://hlinksldjump"/>
              </a:rPr>
              <a:t>MODEL......................................................................................................................</a:t>
            </a:r>
            <a:r>
              <a:rPr sz="1200" spc="165" dirty="0">
                <a:latin typeface="Times New Roman"/>
                <a:cs typeface="Times New Roman"/>
                <a:hlinkClick r:id="rId4" action="ppaction://hlinksldjump"/>
              </a:rPr>
              <a:t> </a:t>
            </a:r>
            <a:r>
              <a:rPr sz="1200" spc="-50" dirty="0">
                <a:latin typeface="Times New Roman"/>
                <a:cs typeface="Times New Roman"/>
                <a:hlinkClick r:id="rId4" action="ppaction://hlinksldjump"/>
              </a:rPr>
              <a:t>4</a:t>
            </a:r>
            <a:endParaRPr sz="1200">
              <a:latin typeface="Times New Roman"/>
              <a:cs typeface="Times New Roman"/>
            </a:endParaRPr>
          </a:p>
          <a:p>
            <a:pPr marL="167640" indent="-154940">
              <a:lnSpc>
                <a:spcPct val="100000"/>
              </a:lnSpc>
              <a:spcBef>
                <a:spcPts val="620"/>
              </a:spcBef>
              <a:buAutoNum type="arabicPeriod"/>
              <a:tabLst>
                <a:tab pos="167640" algn="l"/>
              </a:tabLst>
            </a:pPr>
            <a:r>
              <a:rPr sz="1200" dirty="0">
                <a:latin typeface="Times New Roman"/>
                <a:cs typeface="Times New Roman"/>
              </a:rPr>
              <a:t>PROPOSED</a:t>
            </a:r>
            <a:r>
              <a:rPr sz="1200" spc="185" dirty="0">
                <a:latin typeface="Times New Roman"/>
                <a:cs typeface="Times New Roman"/>
              </a:rPr>
              <a:t>  </a:t>
            </a:r>
            <a:r>
              <a:rPr sz="1200" dirty="0">
                <a:latin typeface="Times New Roman"/>
                <a:cs typeface="Times New Roman"/>
              </a:rPr>
              <a:t>MODEL...................................................................................................................</a:t>
            </a:r>
            <a:r>
              <a:rPr sz="1200" spc="195" dirty="0">
                <a:latin typeface="Times New Roman"/>
                <a:cs typeface="Times New Roman"/>
              </a:rPr>
              <a:t> </a:t>
            </a:r>
            <a:r>
              <a:rPr sz="1200" spc="-50" dirty="0">
                <a:latin typeface="Times New Roman"/>
                <a:cs typeface="Times New Roman"/>
              </a:rPr>
              <a:t>5</a:t>
            </a:r>
            <a:endParaRPr sz="1200">
              <a:latin typeface="Times New Roman"/>
              <a:cs typeface="Times New Roman"/>
            </a:endParaRPr>
          </a:p>
          <a:p>
            <a:pPr marL="167640" indent="-154940">
              <a:lnSpc>
                <a:spcPct val="100000"/>
              </a:lnSpc>
              <a:spcBef>
                <a:spcPts val="630"/>
              </a:spcBef>
              <a:buAutoNum type="arabicPeriod"/>
              <a:tabLst>
                <a:tab pos="167640" algn="l"/>
              </a:tabLst>
            </a:pPr>
            <a:r>
              <a:rPr sz="1200" spc="-10" dirty="0">
                <a:latin typeface="Times New Roman"/>
                <a:cs typeface="Times New Roman"/>
                <a:hlinkClick r:id="rId5" action="ppaction://hlinksldjump"/>
              </a:rPr>
              <a:t>SOFTWARE</a:t>
            </a:r>
            <a:r>
              <a:rPr sz="1200" spc="95" dirty="0">
                <a:latin typeface="Times New Roman"/>
                <a:cs typeface="Times New Roman"/>
                <a:hlinkClick r:id="rId5" action="ppaction://hlinksldjump"/>
              </a:rPr>
              <a:t> </a:t>
            </a:r>
            <a:r>
              <a:rPr sz="1200" dirty="0">
                <a:latin typeface="Times New Roman"/>
                <a:cs typeface="Times New Roman"/>
                <a:hlinkClick r:id="rId5" action="ppaction://hlinksldjump"/>
              </a:rPr>
              <a:t>AND</a:t>
            </a:r>
            <a:r>
              <a:rPr sz="1200" spc="70" dirty="0">
                <a:latin typeface="Times New Roman"/>
                <a:cs typeface="Times New Roman"/>
                <a:hlinkClick r:id="rId5" action="ppaction://hlinksldjump"/>
              </a:rPr>
              <a:t> </a:t>
            </a:r>
            <a:r>
              <a:rPr sz="1200" dirty="0">
                <a:latin typeface="Times New Roman"/>
                <a:cs typeface="Times New Roman"/>
                <a:hlinkClick r:id="rId5" action="ppaction://hlinksldjump"/>
              </a:rPr>
              <a:t>HARDWARE</a:t>
            </a:r>
            <a:r>
              <a:rPr sz="1200" spc="130" dirty="0">
                <a:latin typeface="Times New Roman"/>
                <a:cs typeface="Times New Roman"/>
                <a:hlinkClick r:id="rId5" action="ppaction://hlinksldjump"/>
              </a:rPr>
              <a:t> </a:t>
            </a:r>
            <a:r>
              <a:rPr sz="1200" dirty="0">
                <a:latin typeface="Times New Roman"/>
                <a:cs typeface="Times New Roman"/>
                <a:hlinkClick r:id="rId5" action="ppaction://hlinksldjump"/>
              </a:rPr>
              <a:t>REQUIREMENTS..................................................................</a:t>
            </a:r>
            <a:r>
              <a:rPr sz="1200" spc="-110" dirty="0">
                <a:latin typeface="Times New Roman"/>
                <a:cs typeface="Times New Roman"/>
                <a:hlinkClick r:id="rId5" action="ppaction://hlinksldjump"/>
              </a:rPr>
              <a:t> </a:t>
            </a:r>
            <a:r>
              <a:rPr sz="1200" spc="-50" dirty="0">
                <a:latin typeface="Times New Roman"/>
                <a:cs typeface="Times New Roman"/>
                <a:hlinkClick r:id="rId5" action="ppaction://hlinksldjump"/>
              </a:rPr>
              <a:t>7</a:t>
            </a:r>
            <a:endParaRPr sz="1200">
              <a:latin typeface="Times New Roman"/>
              <a:cs typeface="Times New Roman"/>
            </a:endParaRPr>
          </a:p>
          <a:p>
            <a:pPr marL="167640" indent="-154940">
              <a:lnSpc>
                <a:spcPct val="100000"/>
              </a:lnSpc>
              <a:spcBef>
                <a:spcPts val="625"/>
              </a:spcBef>
              <a:buAutoNum type="arabicPeriod"/>
              <a:tabLst>
                <a:tab pos="167640" algn="l"/>
              </a:tabLst>
            </a:pPr>
            <a:r>
              <a:rPr sz="1200" dirty="0">
                <a:latin typeface="Times New Roman"/>
                <a:cs typeface="Times New Roman"/>
                <a:hlinkClick r:id="rId6" action="ppaction://hlinksldjump"/>
              </a:rPr>
              <a:t>SYSTEM</a:t>
            </a:r>
            <a:r>
              <a:rPr sz="1200" spc="195" dirty="0">
                <a:latin typeface="Times New Roman"/>
                <a:cs typeface="Times New Roman"/>
                <a:hlinkClick r:id="rId6" action="ppaction://hlinksldjump"/>
              </a:rPr>
              <a:t>  </a:t>
            </a:r>
            <a:r>
              <a:rPr sz="1200" dirty="0">
                <a:latin typeface="Times New Roman"/>
                <a:cs typeface="Times New Roman"/>
                <a:hlinkClick r:id="rId6" action="ppaction://hlinksldjump"/>
              </a:rPr>
              <a:t>DESIGN.......................................................................................................................</a:t>
            </a:r>
            <a:r>
              <a:rPr sz="1200" spc="260" dirty="0">
                <a:latin typeface="Times New Roman"/>
                <a:cs typeface="Times New Roman"/>
                <a:hlinkClick r:id="rId6" action="ppaction://hlinksldjump"/>
              </a:rPr>
              <a:t> </a:t>
            </a:r>
            <a:r>
              <a:rPr sz="1200" spc="-50" dirty="0">
                <a:latin typeface="Times New Roman"/>
                <a:cs typeface="Times New Roman"/>
                <a:hlinkClick r:id="rId6" action="ppaction://hlinksldjump"/>
              </a:rPr>
              <a:t>8</a:t>
            </a:r>
            <a:endParaRPr sz="1200">
              <a:latin typeface="Times New Roman"/>
              <a:cs typeface="Times New Roman"/>
            </a:endParaRPr>
          </a:p>
          <a:p>
            <a:pPr marL="127635" indent="-127000">
              <a:lnSpc>
                <a:spcPct val="100000"/>
              </a:lnSpc>
              <a:spcBef>
                <a:spcPts val="620"/>
              </a:spcBef>
              <a:buAutoNum type="arabicPeriod"/>
              <a:tabLst>
                <a:tab pos="127635" algn="l"/>
              </a:tabLst>
            </a:pPr>
            <a:r>
              <a:rPr sz="1200" dirty="0">
                <a:latin typeface="Times New Roman"/>
                <a:cs typeface="Times New Roman"/>
              </a:rPr>
              <a:t>CODE</a:t>
            </a:r>
            <a:r>
              <a:rPr sz="1200" spc="120" dirty="0">
                <a:latin typeface="Times New Roman"/>
                <a:cs typeface="Times New Roman"/>
              </a:rPr>
              <a:t>  </a:t>
            </a:r>
            <a:r>
              <a:rPr sz="1200" spc="-25" dirty="0">
                <a:latin typeface="Times New Roman"/>
                <a:cs typeface="Times New Roman"/>
              </a:rPr>
              <a:t>IMPLEMENTATION</a:t>
            </a:r>
            <a:r>
              <a:rPr sz="1200" spc="33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spc="-25" dirty="0">
                <a:latin typeface="Times New Roman"/>
                <a:cs typeface="Times New Roman"/>
              </a:rPr>
              <a:t>13</a:t>
            </a:r>
            <a:endParaRPr sz="1200">
              <a:latin typeface="Times New Roman"/>
              <a:cs typeface="Times New Roman"/>
            </a:endParaRPr>
          </a:p>
          <a:p>
            <a:pPr marL="127635" indent="-127000">
              <a:lnSpc>
                <a:spcPct val="100000"/>
              </a:lnSpc>
              <a:spcBef>
                <a:spcPts val="625"/>
              </a:spcBef>
              <a:buAutoNum type="arabicPeriod"/>
              <a:tabLst>
                <a:tab pos="127635" algn="l"/>
              </a:tabLst>
            </a:pPr>
            <a:r>
              <a:rPr sz="1200" spc="-20" dirty="0">
                <a:latin typeface="Times New Roman"/>
                <a:cs typeface="Times New Roman"/>
                <a:hlinkClick r:id="" action="ppaction://noaction"/>
              </a:rPr>
              <a:t>OUTPUT/RESULT</a:t>
            </a:r>
            <a:r>
              <a:rPr sz="1200" spc="210" dirty="0">
                <a:latin typeface="Times New Roman"/>
                <a:cs typeface="Times New Roman"/>
                <a:hlinkClick r:id="" action="ppaction://noaction"/>
              </a:rPr>
              <a:t>  </a:t>
            </a:r>
            <a:r>
              <a:rPr sz="1200" dirty="0">
                <a:latin typeface="Times New Roman"/>
                <a:cs typeface="Times New Roman"/>
                <a:hlinkClick r:id="" action="ppaction://noaction"/>
              </a:rPr>
              <a:t>.....................................................................................................................</a:t>
            </a:r>
            <a:r>
              <a:rPr sz="1200" spc="235" dirty="0">
                <a:latin typeface="Times New Roman"/>
                <a:cs typeface="Times New Roman"/>
                <a:hlinkClick r:id="" action="ppaction://noaction"/>
              </a:rPr>
              <a:t> </a:t>
            </a:r>
            <a:r>
              <a:rPr sz="1200" spc="-25" dirty="0">
                <a:latin typeface="Times New Roman"/>
                <a:cs typeface="Times New Roman"/>
                <a:hlinkClick r:id="" action="ppaction://noaction"/>
              </a:rPr>
              <a:t>19</a:t>
            </a:r>
            <a:endParaRPr sz="1200">
              <a:latin typeface="Times New Roman"/>
              <a:cs typeface="Times New Roman"/>
            </a:endParaRPr>
          </a:p>
          <a:p>
            <a:pPr marL="167640" indent="-154940">
              <a:lnSpc>
                <a:spcPct val="100000"/>
              </a:lnSpc>
              <a:spcBef>
                <a:spcPts val="625"/>
              </a:spcBef>
              <a:buAutoNum type="arabicPeriod"/>
              <a:tabLst>
                <a:tab pos="167640" algn="l"/>
              </a:tabLst>
            </a:pPr>
            <a:r>
              <a:rPr sz="1200" spc="-20" dirty="0">
                <a:latin typeface="Times New Roman"/>
                <a:cs typeface="Times New Roman"/>
                <a:hlinkClick r:id="" action="ppaction://noaction"/>
              </a:rPr>
              <a:t>CONCLUSION</a:t>
            </a:r>
            <a:r>
              <a:rPr sz="1200" spc="175" dirty="0">
                <a:latin typeface="Times New Roman"/>
                <a:cs typeface="Times New Roman"/>
                <a:hlinkClick r:id="" action="ppaction://noaction"/>
              </a:rPr>
              <a:t>  </a:t>
            </a:r>
            <a:r>
              <a:rPr sz="1200" dirty="0">
                <a:latin typeface="Times New Roman"/>
                <a:cs typeface="Times New Roman"/>
                <a:hlinkClick r:id="" action="ppaction://noaction"/>
              </a:rPr>
              <a:t>..........................................................................................................................</a:t>
            </a:r>
            <a:r>
              <a:rPr sz="1200" spc="340" dirty="0">
                <a:latin typeface="Times New Roman"/>
                <a:cs typeface="Times New Roman"/>
                <a:hlinkClick r:id="" action="ppaction://noaction"/>
              </a:rPr>
              <a:t> </a:t>
            </a:r>
            <a:r>
              <a:rPr sz="1200" spc="-25" dirty="0">
                <a:latin typeface="Times New Roman"/>
                <a:cs typeface="Times New Roman"/>
                <a:hlinkClick r:id="" action="ppaction://noaction"/>
              </a:rPr>
              <a:t>20</a:t>
            </a:r>
            <a:endParaRPr sz="1200">
              <a:latin typeface="Times New Roman"/>
              <a:cs typeface="Times New Roman"/>
            </a:endParaRPr>
          </a:p>
          <a:p>
            <a:pPr marL="203835" indent="-203200">
              <a:lnSpc>
                <a:spcPct val="100000"/>
              </a:lnSpc>
              <a:spcBef>
                <a:spcPts val="625"/>
              </a:spcBef>
              <a:buAutoNum type="arabicPeriod"/>
              <a:tabLst>
                <a:tab pos="203835" algn="l"/>
              </a:tabLst>
            </a:pPr>
            <a:r>
              <a:rPr sz="1200" dirty="0">
                <a:latin typeface="Times New Roman"/>
                <a:cs typeface="Times New Roman"/>
                <a:hlinkClick r:id="" action="ppaction://noaction"/>
              </a:rPr>
              <a:t>FUTURE</a:t>
            </a:r>
            <a:r>
              <a:rPr sz="1200" spc="195" dirty="0">
                <a:latin typeface="Times New Roman"/>
                <a:cs typeface="Times New Roman"/>
                <a:hlinkClick r:id="" action="ppaction://noaction"/>
              </a:rPr>
              <a:t>  </a:t>
            </a:r>
            <a:r>
              <a:rPr sz="1200" dirty="0">
                <a:latin typeface="Times New Roman"/>
                <a:cs typeface="Times New Roman"/>
                <a:hlinkClick r:id="" action="ppaction://noaction"/>
              </a:rPr>
              <a:t>ENHANCEMENT.....................................................................................................</a:t>
            </a:r>
            <a:r>
              <a:rPr sz="1200" spc="35" dirty="0">
                <a:latin typeface="Times New Roman"/>
                <a:cs typeface="Times New Roman"/>
                <a:hlinkClick r:id="" action="ppaction://noaction"/>
              </a:rPr>
              <a:t> </a:t>
            </a:r>
            <a:r>
              <a:rPr sz="1200" spc="-25" dirty="0">
                <a:latin typeface="Times New Roman"/>
                <a:cs typeface="Times New Roman"/>
                <a:hlinkClick r:id="" action="ppaction://noaction"/>
              </a:rPr>
              <a:t>21</a:t>
            </a:r>
            <a:endParaRPr sz="1200">
              <a:latin typeface="Times New Roman"/>
              <a:cs typeface="Times New Roman"/>
            </a:endParaRPr>
          </a:p>
          <a:p>
            <a:pPr marL="243204" indent="-230504">
              <a:lnSpc>
                <a:spcPct val="100000"/>
              </a:lnSpc>
              <a:spcBef>
                <a:spcPts val="625"/>
              </a:spcBef>
              <a:buAutoNum type="arabicPeriod"/>
              <a:tabLst>
                <a:tab pos="243204" algn="l"/>
              </a:tabLst>
            </a:pPr>
            <a:r>
              <a:rPr sz="1200" spc="-10" dirty="0">
                <a:latin typeface="Times New Roman"/>
                <a:cs typeface="Times New Roman"/>
              </a:rPr>
              <a:t>BIBLIOGRAPHY</a:t>
            </a:r>
            <a:r>
              <a:rPr sz="1200" spc="290" dirty="0">
                <a:latin typeface="Times New Roman"/>
                <a:cs typeface="Times New Roman"/>
              </a:rPr>
              <a:t> </a:t>
            </a:r>
            <a:r>
              <a:rPr sz="1200" dirty="0">
                <a:latin typeface="Times New Roman"/>
                <a:cs typeface="Times New Roman"/>
              </a:rPr>
              <a:t>AND</a:t>
            </a:r>
            <a:r>
              <a:rPr sz="1200" spc="200" dirty="0">
                <a:latin typeface="Times New Roman"/>
                <a:cs typeface="Times New Roman"/>
              </a:rPr>
              <a:t> </a:t>
            </a:r>
            <a:r>
              <a:rPr sz="1200" spc="-20" dirty="0">
                <a:latin typeface="Times New Roman"/>
                <a:cs typeface="Times New Roman"/>
              </a:rPr>
              <a:t>REFERENCES</a:t>
            </a:r>
            <a:r>
              <a:rPr sz="1200" spc="170" dirty="0">
                <a:latin typeface="Times New Roman"/>
                <a:cs typeface="Times New Roman"/>
              </a:rPr>
              <a:t> </a:t>
            </a:r>
            <a:r>
              <a:rPr sz="1200" dirty="0">
                <a:latin typeface="Times New Roman"/>
                <a:cs typeface="Times New Roman"/>
              </a:rPr>
              <a:t>..................................................................................</a:t>
            </a:r>
            <a:r>
              <a:rPr sz="1200" spc="-70" dirty="0">
                <a:latin typeface="Times New Roman"/>
                <a:cs typeface="Times New Roman"/>
              </a:rPr>
              <a:t> </a:t>
            </a:r>
            <a:r>
              <a:rPr sz="1200" spc="-25" dirty="0">
                <a:latin typeface="Times New Roman"/>
                <a:cs typeface="Times New Roman"/>
              </a:rPr>
              <a:t>22</a:t>
            </a:r>
            <a:endParaRPr sz="1200">
              <a:latin typeface="Times New Roman"/>
              <a:cs typeface="Times New Roman"/>
            </a:endParaRPr>
          </a:p>
        </p:txBody>
      </p:sp>
      <p:sp>
        <p:nvSpPr>
          <p:cNvPr id="5" name="Slide Number Placeholder 4">
            <a:extLst>
              <a:ext uri="{FF2B5EF4-FFF2-40B4-BE49-F238E27FC236}">
                <a16:creationId xmlns:a16="http://schemas.microsoft.com/office/drawing/2014/main" id="{D179C350-69FA-7D7D-7D7B-9FC35AE0CF85}"/>
              </a:ext>
            </a:extLst>
          </p:cNvPr>
          <p:cNvSpPr>
            <a:spLocks noGrp="1"/>
          </p:cNvSpPr>
          <p:nvPr>
            <p:ph type="sldNum" sz="quarter" idx="7"/>
          </p:nvPr>
        </p:nvSpPr>
        <p:spPr/>
        <p:txBody>
          <a:bodyPr/>
          <a:lstStyle/>
          <a:p>
            <a:pPr marL="38100">
              <a:lnSpc>
                <a:spcPts val="1410"/>
              </a:lnSpc>
            </a:pPr>
            <a:fld id="{81D60167-4931-47E6-BA6A-407CBD079E47}" type="slidenum">
              <a:rPr lang="en-IN" spc="-50" smtClean="0"/>
              <a:t>6</a:t>
            </a:fld>
            <a:endParaRPr lang="en-IN" spc="-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304800" y="304799"/>
            <a:ext cx="6958330" cy="8890"/>
          </a:xfrm>
          <a:custGeom>
            <a:avLst/>
            <a:gdLst/>
            <a:ahLst/>
            <a:cxnLst/>
            <a:rect l="l" t="t" r="r" b="b"/>
            <a:pathLst>
              <a:path w="6958330" h="8889">
                <a:moveTo>
                  <a:pt x="6958203" y="0"/>
                </a:moveTo>
                <a:lnTo>
                  <a:pt x="6949059" y="0"/>
                </a:lnTo>
                <a:lnTo>
                  <a:pt x="9144" y="0"/>
                </a:lnTo>
                <a:lnTo>
                  <a:pt x="6096" y="0"/>
                </a:lnTo>
                <a:lnTo>
                  <a:pt x="0" y="0"/>
                </a:lnTo>
                <a:lnTo>
                  <a:pt x="0" y="8636"/>
                </a:lnTo>
                <a:lnTo>
                  <a:pt x="6096" y="8636"/>
                </a:lnTo>
                <a:lnTo>
                  <a:pt x="9144" y="8636"/>
                </a:lnTo>
                <a:lnTo>
                  <a:pt x="6949059" y="8636"/>
                </a:lnTo>
                <a:lnTo>
                  <a:pt x="6958203" y="8636"/>
                </a:lnTo>
                <a:lnTo>
                  <a:pt x="6958203" y="0"/>
                </a:lnTo>
                <a:close/>
              </a:path>
            </a:pathLst>
          </a:custGeom>
          <a:solidFill>
            <a:srgbClr val="000000"/>
          </a:solidFill>
        </p:spPr>
        <p:txBody>
          <a:bodyPr wrap="square" lIns="0" tIns="0" rIns="0" bIns="0" rtlCol="0"/>
          <a:lstStyle/>
          <a:p>
            <a:endParaRPr/>
          </a:p>
        </p:txBody>
      </p:sp>
      <p:sp>
        <p:nvSpPr>
          <p:cNvPr id="4" name="object 4"/>
          <p:cNvSpPr txBox="1"/>
          <p:nvPr/>
        </p:nvSpPr>
        <p:spPr>
          <a:xfrm>
            <a:off x="347268" y="847089"/>
            <a:ext cx="6283325" cy="3946525"/>
          </a:xfrm>
          <a:prstGeom prst="rect">
            <a:avLst/>
          </a:prstGeom>
        </p:spPr>
        <p:txBody>
          <a:bodyPr vert="horz" wrap="square" lIns="0" tIns="13335" rIns="0" bIns="0" rtlCol="0">
            <a:spAutoFit/>
          </a:bodyPr>
          <a:lstStyle/>
          <a:p>
            <a:pPr marL="194945" algn="ctr">
              <a:lnSpc>
                <a:spcPct val="100000"/>
              </a:lnSpc>
              <a:spcBef>
                <a:spcPts val="105"/>
              </a:spcBef>
            </a:pPr>
            <a:r>
              <a:rPr sz="1600" b="1" spc="-10" dirty="0">
                <a:latin typeface="Times New Roman"/>
                <a:cs typeface="Times New Roman"/>
              </a:rPr>
              <a:t>ABSTRACT</a:t>
            </a:r>
            <a:endParaRPr sz="1600">
              <a:latin typeface="Times New Roman"/>
              <a:cs typeface="Times New Roman"/>
            </a:endParaRPr>
          </a:p>
          <a:p>
            <a:pPr>
              <a:lnSpc>
                <a:spcPct val="100000"/>
              </a:lnSpc>
              <a:spcBef>
                <a:spcPts val="220"/>
              </a:spcBef>
            </a:pPr>
            <a:endParaRPr sz="1600">
              <a:latin typeface="Times New Roman"/>
              <a:cs typeface="Times New Roman"/>
            </a:endParaRPr>
          </a:p>
          <a:p>
            <a:pPr marL="12700" marR="11430" indent="511809" algn="just">
              <a:lnSpc>
                <a:spcPct val="143300"/>
              </a:lnSpc>
            </a:pPr>
            <a:r>
              <a:rPr sz="1200" spc="-10" dirty="0">
                <a:latin typeface="Times New Roman"/>
                <a:cs typeface="Times New Roman"/>
              </a:rPr>
              <a:t>Flooding is</a:t>
            </a:r>
            <a:r>
              <a:rPr sz="1200" spc="-4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natural</a:t>
            </a:r>
            <a:r>
              <a:rPr sz="1200" spc="-65" dirty="0">
                <a:latin typeface="Times New Roman"/>
                <a:cs typeface="Times New Roman"/>
              </a:rPr>
              <a:t> </a:t>
            </a:r>
            <a:r>
              <a:rPr sz="1200" spc="-10" dirty="0">
                <a:latin typeface="Times New Roman"/>
                <a:cs typeface="Times New Roman"/>
              </a:rPr>
              <a:t>phenomenon</a:t>
            </a:r>
            <a:r>
              <a:rPr sz="1200" spc="-50" dirty="0">
                <a:latin typeface="Times New Roman"/>
                <a:cs typeface="Times New Roman"/>
              </a:rPr>
              <a:t> </a:t>
            </a:r>
            <a:r>
              <a:rPr sz="1200" dirty="0">
                <a:latin typeface="Times New Roman"/>
                <a:cs typeface="Times New Roman"/>
              </a:rPr>
              <a:t>which</a:t>
            </a:r>
            <a:r>
              <a:rPr sz="1200" spc="-50" dirty="0">
                <a:latin typeface="Times New Roman"/>
                <a:cs typeface="Times New Roman"/>
              </a:rPr>
              <a:t> </a:t>
            </a:r>
            <a:r>
              <a:rPr sz="1200" dirty="0">
                <a:latin typeface="Times New Roman"/>
                <a:cs typeface="Times New Roman"/>
              </a:rPr>
              <a:t>has</a:t>
            </a:r>
            <a:r>
              <a:rPr sz="1200" spc="-40" dirty="0">
                <a:latin typeface="Times New Roman"/>
                <a:cs typeface="Times New Roman"/>
              </a:rPr>
              <a:t> </a:t>
            </a:r>
            <a:r>
              <a:rPr sz="1200" spc="-10" dirty="0">
                <a:latin typeface="Times New Roman"/>
                <a:cs typeface="Times New Roman"/>
              </a:rPr>
              <a:t>attracted</a:t>
            </a:r>
            <a:r>
              <a:rPr sz="1200" spc="-30" dirty="0">
                <a:latin typeface="Times New Roman"/>
                <a:cs typeface="Times New Roman"/>
              </a:rPr>
              <a:t> </a:t>
            </a:r>
            <a:r>
              <a:rPr sz="1200" spc="-10" dirty="0">
                <a:latin typeface="Times New Roman"/>
                <a:cs typeface="Times New Roman"/>
              </a:rPr>
              <a:t>global</a:t>
            </a:r>
            <a:r>
              <a:rPr sz="1200" spc="-50" dirty="0">
                <a:latin typeface="Times New Roman"/>
                <a:cs typeface="Times New Roman"/>
              </a:rPr>
              <a:t> </a:t>
            </a:r>
            <a:r>
              <a:rPr sz="1200" spc="-10" dirty="0">
                <a:latin typeface="Times New Roman"/>
                <a:cs typeface="Times New Roman"/>
              </a:rPr>
              <a:t>attention</a:t>
            </a:r>
            <a:r>
              <a:rPr sz="1200" spc="-50"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result</a:t>
            </a:r>
            <a:r>
              <a:rPr sz="1200" spc="-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its</a:t>
            </a:r>
            <a:r>
              <a:rPr sz="1200" spc="-40" dirty="0">
                <a:latin typeface="Times New Roman"/>
                <a:cs typeface="Times New Roman"/>
              </a:rPr>
              <a:t> </a:t>
            </a:r>
            <a:r>
              <a:rPr sz="1200" spc="-10" dirty="0">
                <a:latin typeface="Times New Roman"/>
                <a:cs typeface="Times New Roman"/>
              </a:rPr>
              <a:t>negative </a:t>
            </a:r>
            <a:r>
              <a:rPr sz="1200" dirty="0">
                <a:latin typeface="Times New Roman"/>
                <a:cs typeface="Times New Roman"/>
              </a:rPr>
              <a:t>impact</a:t>
            </a:r>
            <a:r>
              <a:rPr sz="1200" spc="-5" dirty="0">
                <a:latin typeface="Times New Roman"/>
                <a:cs typeface="Times New Roman"/>
              </a:rPr>
              <a:t> </a:t>
            </a:r>
            <a:r>
              <a:rPr sz="1200" dirty="0">
                <a:latin typeface="Times New Roman"/>
                <a:cs typeface="Times New Roman"/>
              </a:rPr>
              <a:t>on</a:t>
            </a:r>
            <a:r>
              <a:rPr sz="1200" spc="-6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society.</a:t>
            </a:r>
            <a:r>
              <a:rPr sz="1200" spc="-15" dirty="0">
                <a:latin typeface="Times New Roman"/>
                <a:cs typeface="Times New Roman"/>
              </a:rPr>
              <a:t> </a:t>
            </a:r>
            <a:r>
              <a:rPr sz="1200" dirty="0">
                <a:latin typeface="Times New Roman"/>
                <a:cs typeface="Times New Roman"/>
              </a:rPr>
              <a:t>Developing</a:t>
            </a:r>
            <a:r>
              <a:rPr sz="1200" spc="-5" dirty="0">
                <a:latin typeface="Times New Roman"/>
                <a:cs typeface="Times New Roman"/>
              </a:rPr>
              <a:t> </a:t>
            </a:r>
            <a:r>
              <a:rPr sz="1200" dirty="0">
                <a:latin typeface="Times New Roman"/>
                <a:cs typeface="Times New Roman"/>
              </a:rPr>
              <a:t>nations</a:t>
            </a:r>
            <a:r>
              <a:rPr sz="1200" spc="-30" dirty="0">
                <a:latin typeface="Times New Roman"/>
                <a:cs typeface="Times New Roman"/>
              </a:rPr>
              <a:t> </a:t>
            </a:r>
            <a:r>
              <a:rPr sz="1200" dirty="0">
                <a:latin typeface="Times New Roman"/>
                <a:cs typeface="Times New Roman"/>
              </a:rPr>
              <a:t>such</a:t>
            </a:r>
            <a:r>
              <a:rPr sz="1200" spc="-4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India</a:t>
            </a:r>
            <a:r>
              <a:rPr sz="1200" spc="-25" dirty="0">
                <a:latin typeface="Times New Roman"/>
                <a:cs typeface="Times New Roman"/>
              </a:rPr>
              <a:t> </a:t>
            </a:r>
            <a:r>
              <a:rPr sz="1200" dirty="0">
                <a:latin typeface="Times New Roman"/>
                <a:cs typeface="Times New Roman"/>
              </a:rPr>
              <a:t>have</a:t>
            </a:r>
            <a:r>
              <a:rPr sz="1200" spc="-30" dirty="0">
                <a:latin typeface="Times New Roman"/>
                <a:cs typeface="Times New Roman"/>
              </a:rPr>
              <a:t> </a:t>
            </a:r>
            <a:r>
              <a:rPr sz="1200" dirty="0">
                <a:latin typeface="Times New Roman"/>
                <a:cs typeface="Times New Roman"/>
              </a:rPr>
              <a:t>been</a:t>
            </a:r>
            <a:r>
              <a:rPr sz="1200" spc="-45" dirty="0">
                <a:latin typeface="Times New Roman"/>
                <a:cs typeface="Times New Roman"/>
              </a:rPr>
              <a:t> </a:t>
            </a:r>
            <a:r>
              <a:rPr sz="1200" dirty="0">
                <a:latin typeface="Times New Roman"/>
                <a:cs typeface="Times New Roman"/>
              </a:rPr>
              <a:t>predicted</a:t>
            </a:r>
            <a:r>
              <a:rPr sz="1200" spc="-45"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spc="-10" dirty="0">
                <a:latin typeface="Times New Roman"/>
                <a:cs typeface="Times New Roman"/>
              </a:rPr>
              <a:t>experience</a:t>
            </a:r>
            <a:endParaRPr sz="1200">
              <a:latin typeface="Times New Roman"/>
              <a:cs typeface="Times New Roman"/>
            </a:endParaRPr>
          </a:p>
          <a:p>
            <a:pPr marL="12700" marR="5080" algn="just">
              <a:lnSpc>
                <a:spcPct val="143400"/>
              </a:lnSpc>
            </a:pPr>
            <a:r>
              <a:rPr sz="1200" dirty="0">
                <a:latin typeface="Times New Roman"/>
                <a:cs typeface="Times New Roman"/>
              </a:rPr>
              <a:t>increased</a:t>
            </a:r>
            <a:r>
              <a:rPr sz="1200" spc="130" dirty="0">
                <a:latin typeface="Times New Roman"/>
                <a:cs typeface="Times New Roman"/>
              </a:rPr>
              <a:t>  </a:t>
            </a:r>
            <a:r>
              <a:rPr sz="1200" dirty="0">
                <a:latin typeface="Times New Roman"/>
                <a:cs typeface="Times New Roman"/>
              </a:rPr>
              <a:t>flood</a:t>
            </a:r>
            <a:r>
              <a:rPr sz="1200" spc="110" dirty="0">
                <a:latin typeface="Times New Roman"/>
                <a:cs typeface="Times New Roman"/>
              </a:rPr>
              <a:t>  </a:t>
            </a:r>
            <a:r>
              <a:rPr sz="1200" dirty="0">
                <a:latin typeface="Times New Roman"/>
                <a:cs typeface="Times New Roman"/>
              </a:rPr>
              <a:t>occurrences</a:t>
            </a:r>
            <a:r>
              <a:rPr sz="1200" spc="130" dirty="0">
                <a:latin typeface="Times New Roman"/>
                <a:cs typeface="Times New Roman"/>
              </a:rPr>
              <a:t>  </a:t>
            </a:r>
            <a:r>
              <a:rPr sz="1200" dirty="0">
                <a:latin typeface="Times New Roman"/>
                <a:cs typeface="Times New Roman"/>
              </a:rPr>
              <a:t>in</a:t>
            </a:r>
            <a:r>
              <a:rPr sz="1200" spc="110"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dirty="0">
                <a:latin typeface="Times New Roman"/>
                <a:cs typeface="Times New Roman"/>
              </a:rPr>
              <a:t>coming</a:t>
            </a:r>
            <a:r>
              <a:rPr sz="1200" spc="135" dirty="0">
                <a:latin typeface="Times New Roman"/>
                <a:cs typeface="Times New Roman"/>
              </a:rPr>
              <a:t>  </a:t>
            </a:r>
            <a:r>
              <a:rPr sz="1200" dirty="0">
                <a:latin typeface="Times New Roman"/>
                <a:cs typeface="Times New Roman"/>
              </a:rPr>
              <a:t>decade.The</a:t>
            </a:r>
            <a:r>
              <a:rPr sz="1200" spc="120" dirty="0">
                <a:latin typeface="Times New Roman"/>
                <a:cs typeface="Times New Roman"/>
              </a:rPr>
              <a:t>  </a:t>
            </a:r>
            <a:r>
              <a:rPr sz="1200" dirty="0">
                <a:latin typeface="Times New Roman"/>
                <a:cs typeface="Times New Roman"/>
              </a:rPr>
              <a:t>events</a:t>
            </a:r>
            <a:r>
              <a:rPr sz="1200" spc="120" dirty="0">
                <a:latin typeface="Times New Roman"/>
                <a:cs typeface="Times New Roman"/>
              </a:rPr>
              <a:t>  </a:t>
            </a:r>
            <a:r>
              <a:rPr sz="1200" dirty="0">
                <a:latin typeface="Times New Roman"/>
                <a:cs typeface="Times New Roman"/>
              </a:rPr>
              <a:t>of</a:t>
            </a:r>
            <a:r>
              <a:rPr sz="1200" spc="100" dirty="0">
                <a:latin typeface="Times New Roman"/>
                <a:cs typeface="Times New Roman"/>
              </a:rPr>
              <a:t>  </a:t>
            </a:r>
            <a:r>
              <a:rPr sz="1200" dirty="0">
                <a:latin typeface="Times New Roman"/>
                <a:cs typeface="Times New Roman"/>
              </a:rPr>
              <a:t>flooding</a:t>
            </a:r>
            <a:r>
              <a:rPr sz="1200" spc="125" dirty="0">
                <a:latin typeface="Times New Roman"/>
                <a:cs typeface="Times New Roman"/>
              </a:rPr>
              <a:t>  </a:t>
            </a:r>
            <a:r>
              <a:rPr sz="1200" dirty="0">
                <a:latin typeface="Times New Roman"/>
                <a:cs typeface="Times New Roman"/>
              </a:rPr>
              <a:t>are</a:t>
            </a:r>
            <a:r>
              <a:rPr sz="1200" spc="120" dirty="0">
                <a:latin typeface="Times New Roman"/>
                <a:cs typeface="Times New Roman"/>
              </a:rPr>
              <a:t>  </a:t>
            </a:r>
            <a:r>
              <a:rPr sz="1200" dirty="0">
                <a:latin typeface="Times New Roman"/>
                <a:cs typeface="Times New Roman"/>
              </a:rPr>
              <a:t>unlikely</a:t>
            </a:r>
            <a:r>
              <a:rPr sz="1200" spc="120" dirty="0">
                <a:latin typeface="Times New Roman"/>
                <a:cs typeface="Times New Roman"/>
              </a:rPr>
              <a:t>  </a:t>
            </a:r>
            <a:r>
              <a:rPr sz="1200" spc="-25" dirty="0">
                <a:latin typeface="Times New Roman"/>
                <a:cs typeface="Times New Roman"/>
              </a:rPr>
              <a:t>to </a:t>
            </a:r>
            <a:r>
              <a:rPr sz="1200" dirty="0">
                <a:latin typeface="Times New Roman"/>
                <a:cs typeface="Times New Roman"/>
              </a:rPr>
              <a:t>change,however,</a:t>
            </a:r>
            <a:r>
              <a:rPr sz="1200" spc="80" dirty="0">
                <a:latin typeface="Times New Roman"/>
                <a:cs typeface="Times New Roman"/>
              </a:rPr>
              <a:t> </a:t>
            </a:r>
            <a:r>
              <a:rPr sz="1200" dirty="0">
                <a:latin typeface="Times New Roman"/>
                <a:cs typeface="Times New Roman"/>
              </a:rPr>
              <a:t>its</a:t>
            </a:r>
            <a:r>
              <a:rPr sz="1200" spc="90" dirty="0">
                <a:latin typeface="Times New Roman"/>
                <a:cs typeface="Times New Roman"/>
              </a:rPr>
              <a:t> </a:t>
            </a:r>
            <a:r>
              <a:rPr sz="1200" dirty="0">
                <a:latin typeface="Times New Roman"/>
                <a:cs typeface="Times New Roman"/>
              </a:rPr>
              <a:t>impact</a:t>
            </a:r>
            <a:r>
              <a:rPr sz="1200" spc="9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our</a:t>
            </a:r>
            <a:r>
              <a:rPr sz="1200" spc="80" dirty="0">
                <a:latin typeface="Times New Roman"/>
                <a:cs typeface="Times New Roman"/>
              </a:rPr>
              <a:t> </a:t>
            </a:r>
            <a:r>
              <a:rPr sz="1200" dirty="0">
                <a:latin typeface="Times New Roman"/>
                <a:cs typeface="Times New Roman"/>
              </a:rPr>
              <a:t>society</a:t>
            </a:r>
            <a:r>
              <a:rPr sz="1200" spc="25" dirty="0">
                <a:latin typeface="Times New Roman"/>
                <a:cs typeface="Times New Roman"/>
              </a:rPr>
              <a:t> </a:t>
            </a:r>
            <a:r>
              <a:rPr sz="1200" dirty="0">
                <a:latin typeface="Times New Roman"/>
                <a:cs typeface="Times New Roman"/>
              </a:rPr>
              <a:t>can</a:t>
            </a:r>
            <a:r>
              <a:rPr sz="1200" spc="75" dirty="0">
                <a:latin typeface="Times New Roman"/>
                <a:cs typeface="Times New Roman"/>
              </a:rPr>
              <a:t> </a:t>
            </a:r>
            <a:r>
              <a:rPr sz="1200" dirty="0">
                <a:latin typeface="Times New Roman"/>
                <a:cs typeface="Times New Roman"/>
              </a:rPr>
              <a:t>be</a:t>
            </a:r>
            <a:r>
              <a:rPr sz="1200" spc="90" dirty="0">
                <a:latin typeface="Times New Roman"/>
                <a:cs typeface="Times New Roman"/>
              </a:rPr>
              <a:t> </a:t>
            </a:r>
            <a:r>
              <a:rPr sz="1200" dirty="0">
                <a:latin typeface="Times New Roman"/>
                <a:cs typeface="Times New Roman"/>
              </a:rPr>
              <a:t>very</a:t>
            </a:r>
            <a:r>
              <a:rPr sz="1200" spc="25" dirty="0">
                <a:latin typeface="Times New Roman"/>
                <a:cs typeface="Times New Roman"/>
              </a:rPr>
              <a:t> </a:t>
            </a:r>
            <a:r>
              <a:rPr sz="1200" dirty="0">
                <a:latin typeface="Times New Roman"/>
                <a:cs typeface="Times New Roman"/>
              </a:rPr>
              <a:t>well</a:t>
            </a:r>
            <a:r>
              <a:rPr sz="1200" spc="55" dirty="0">
                <a:latin typeface="Times New Roman"/>
                <a:cs typeface="Times New Roman"/>
              </a:rPr>
              <a:t> </a:t>
            </a:r>
            <a:r>
              <a:rPr sz="1200" dirty="0">
                <a:latin typeface="Times New Roman"/>
                <a:cs typeface="Times New Roman"/>
              </a:rPr>
              <a:t>reduced.</a:t>
            </a:r>
            <a:r>
              <a:rPr sz="1200" spc="85" dirty="0">
                <a:latin typeface="Times New Roman"/>
                <a:cs typeface="Times New Roman"/>
              </a:rPr>
              <a:t> </a:t>
            </a:r>
            <a:r>
              <a:rPr sz="1200" dirty="0">
                <a:latin typeface="Times New Roman"/>
                <a:cs typeface="Times New Roman"/>
              </a:rPr>
              <a:t>There</a:t>
            </a:r>
            <a:r>
              <a:rPr sz="1200" spc="65" dirty="0">
                <a:latin typeface="Times New Roman"/>
                <a:cs typeface="Times New Roman"/>
              </a:rPr>
              <a:t> </a:t>
            </a:r>
            <a:r>
              <a:rPr sz="1200" dirty="0">
                <a:latin typeface="Times New Roman"/>
                <a:cs typeface="Times New Roman"/>
              </a:rPr>
              <a:t>are</a:t>
            </a:r>
            <a:r>
              <a:rPr sz="1200" spc="70" dirty="0">
                <a:latin typeface="Times New Roman"/>
                <a:cs typeface="Times New Roman"/>
              </a:rPr>
              <a:t> </a:t>
            </a:r>
            <a:r>
              <a:rPr sz="1200" dirty="0">
                <a:latin typeface="Times New Roman"/>
                <a:cs typeface="Times New Roman"/>
              </a:rPr>
              <a:t>some</a:t>
            </a:r>
            <a:r>
              <a:rPr sz="1200" spc="70" dirty="0">
                <a:latin typeface="Times New Roman"/>
                <a:cs typeface="Times New Roman"/>
              </a:rPr>
              <a:t> </a:t>
            </a:r>
            <a:r>
              <a:rPr sz="1200" dirty="0">
                <a:latin typeface="Times New Roman"/>
                <a:cs typeface="Times New Roman"/>
              </a:rPr>
              <a:t>places</a:t>
            </a:r>
            <a:r>
              <a:rPr sz="1200" spc="65" dirty="0">
                <a:latin typeface="Times New Roman"/>
                <a:cs typeface="Times New Roman"/>
              </a:rPr>
              <a:t> </a:t>
            </a:r>
            <a:r>
              <a:rPr sz="1200" dirty="0">
                <a:latin typeface="Times New Roman"/>
                <a:cs typeface="Times New Roman"/>
              </a:rPr>
              <a:t>that</a:t>
            </a:r>
            <a:r>
              <a:rPr sz="1200" spc="95" dirty="0">
                <a:latin typeface="Times New Roman"/>
                <a:cs typeface="Times New Roman"/>
              </a:rPr>
              <a:t> </a:t>
            </a:r>
            <a:r>
              <a:rPr sz="1200" spc="-25" dirty="0">
                <a:latin typeface="Times New Roman"/>
                <a:cs typeface="Times New Roman"/>
              </a:rPr>
              <a:t>are </a:t>
            </a:r>
            <a:r>
              <a:rPr sz="1200" dirty="0">
                <a:latin typeface="Times New Roman"/>
                <a:cs typeface="Times New Roman"/>
              </a:rPr>
              <a:t>more</a:t>
            </a:r>
            <a:r>
              <a:rPr sz="1200" spc="80" dirty="0">
                <a:latin typeface="Times New Roman"/>
                <a:cs typeface="Times New Roman"/>
              </a:rPr>
              <a:t> </a:t>
            </a:r>
            <a:r>
              <a:rPr sz="1200" dirty="0">
                <a:latin typeface="Times New Roman"/>
                <a:cs typeface="Times New Roman"/>
              </a:rPr>
              <a:t>prone</a:t>
            </a:r>
            <a:r>
              <a:rPr sz="1200" spc="60" dirty="0">
                <a:latin typeface="Times New Roman"/>
                <a:cs typeface="Times New Roman"/>
              </a:rPr>
              <a:t> </a:t>
            </a:r>
            <a:r>
              <a:rPr sz="1200" dirty="0">
                <a:latin typeface="Times New Roman"/>
                <a:cs typeface="Times New Roman"/>
              </a:rPr>
              <a:t>to</a:t>
            </a:r>
            <a:r>
              <a:rPr sz="1200" spc="85" dirty="0">
                <a:latin typeface="Times New Roman"/>
                <a:cs typeface="Times New Roman"/>
              </a:rPr>
              <a:t> </a:t>
            </a:r>
            <a:r>
              <a:rPr sz="1200" dirty="0">
                <a:latin typeface="Times New Roman"/>
                <a:cs typeface="Times New Roman"/>
              </a:rPr>
              <a:t>flooding</a:t>
            </a:r>
            <a:r>
              <a:rPr sz="1200" spc="90" dirty="0">
                <a:latin typeface="Times New Roman"/>
                <a:cs typeface="Times New Roman"/>
              </a:rPr>
              <a:t> </a:t>
            </a:r>
            <a:r>
              <a:rPr sz="1200" dirty="0">
                <a:latin typeface="Times New Roman"/>
                <a:cs typeface="Times New Roman"/>
              </a:rPr>
              <a:t>than</a:t>
            </a:r>
            <a:r>
              <a:rPr sz="1200" spc="60" dirty="0">
                <a:latin typeface="Times New Roman"/>
                <a:cs typeface="Times New Roman"/>
              </a:rPr>
              <a:t> </a:t>
            </a:r>
            <a:r>
              <a:rPr sz="1200" dirty="0">
                <a:latin typeface="Times New Roman"/>
                <a:cs typeface="Times New Roman"/>
              </a:rPr>
              <a:t>other</a:t>
            </a:r>
            <a:r>
              <a:rPr sz="1200" spc="95" dirty="0">
                <a:latin typeface="Times New Roman"/>
                <a:cs typeface="Times New Roman"/>
              </a:rPr>
              <a:t> </a:t>
            </a:r>
            <a:r>
              <a:rPr sz="1200" dirty="0">
                <a:latin typeface="Times New Roman"/>
                <a:cs typeface="Times New Roman"/>
              </a:rPr>
              <a:t>places,</a:t>
            </a:r>
            <a:r>
              <a:rPr sz="1200" spc="95"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implementation</a:t>
            </a:r>
            <a:r>
              <a:rPr sz="1200" spc="65"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dirty="0">
                <a:latin typeface="Times New Roman"/>
                <a:cs typeface="Times New Roman"/>
              </a:rPr>
              <a:t>flood</a:t>
            </a:r>
            <a:r>
              <a:rPr sz="1200" spc="85" dirty="0">
                <a:latin typeface="Times New Roman"/>
                <a:cs typeface="Times New Roman"/>
              </a:rPr>
              <a:t> </a:t>
            </a:r>
            <a:r>
              <a:rPr sz="1200" dirty="0">
                <a:latin typeface="Times New Roman"/>
                <a:cs typeface="Times New Roman"/>
              </a:rPr>
              <a:t>alert</a:t>
            </a:r>
            <a:r>
              <a:rPr sz="1200" spc="110" dirty="0">
                <a:latin typeface="Times New Roman"/>
                <a:cs typeface="Times New Roman"/>
              </a:rPr>
              <a:t> </a:t>
            </a:r>
            <a:r>
              <a:rPr sz="1200" dirty="0">
                <a:latin typeface="Times New Roman"/>
                <a:cs typeface="Times New Roman"/>
              </a:rPr>
              <a:t>systems</a:t>
            </a:r>
            <a:r>
              <a:rPr sz="1200" spc="80" dirty="0">
                <a:latin typeface="Times New Roman"/>
                <a:cs typeface="Times New Roman"/>
              </a:rPr>
              <a:t> </a:t>
            </a:r>
            <a:r>
              <a:rPr sz="1200" dirty="0">
                <a:latin typeface="Times New Roman"/>
                <a:cs typeface="Times New Roman"/>
              </a:rPr>
              <a:t>near</a:t>
            </a:r>
            <a:r>
              <a:rPr sz="1200" spc="90" dirty="0">
                <a:latin typeface="Times New Roman"/>
                <a:cs typeface="Times New Roman"/>
              </a:rPr>
              <a:t> </a:t>
            </a:r>
            <a:r>
              <a:rPr sz="1200" dirty="0">
                <a:latin typeface="Times New Roman"/>
                <a:cs typeface="Times New Roman"/>
              </a:rPr>
              <a:t>any</a:t>
            </a:r>
            <a:r>
              <a:rPr sz="1200" spc="85" dirty="0">
                <a:latin typeface="Times New Roman"/>
                <a:cs typeface="Times New Roman"/>
              </a:rPr>
              <a:t> </a:t>
            </a:r>
            <a:r>
              <a:rPr sz="1200" spc="-10" dirty="0">
                <a:latin typeface="Times New Roman"/>
                <a:cs typeface="Times New Roman"/>
              </a:rPr>
              <a:t>major</a:t>
            </a:r>
            <a:endParaRPr sz="1200">
              <a:latin typeface="Times New Roman"/>
              <a:cs typeface="Times New Roman"/>
            </a:endParaRPr>
          </a:p>
          <a:p>
            <a:pPr marL="12700" marR="6985" algn="just">
              <a:lnSpc>
                <a:spcPct val="143600"/>
              </a:lnSpc>
              <a:spcBef>
                <a:spcPts val="20"/>
              </a:spcBef>
            </a:pPr>
            <a:r>
              <a:rPr sz="1200" dirty="0">
                <a:latin typeface="Times New Roman"/>
                <a:cs typeface="Times New Roman"/>
              </a:rPr>
              <a:t>water</a:t>
            </a:r>
            <a:r>
              <a:rPr sz="1200" spc="-50" dirty="0">
                <a:latin typeface="Times New Roman"/>
                <a:cs typeface="Times New Roman"/>
              </a:rPr>
              <a:t> </a:t>
            </a:r>
            <a:r>
              <a:rPr sz="1200" spc="-20" dirty="0">
                <a:latin typeface="Times New Roman"/>
                <a:cs typeface="Times New Roman"/>
              </a:rPr>
              <a:t>area</a:t>
            </a:r>
            <a:r>
              <a:rPr sz="1200" spc="-5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body</a:t>
            </a:r>
            <a:r>
              <a:rPr sz="1200" spc="-65"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dirty="0">
                <a:latin typeface="Times New Roman"/>
                <a:cs typeface="Times New Roman"/>
              </a:rPr>
              <a:t>water</a:t>
            </a:r>
            <a:r>
              <a:rPr sz="1200" spc="-20" dirty="0">
                <a:latin typeface="Times New Roman"/>
                <a:cs typeface="Times New Roman"/>
              </a:rPr>
              <a:t> </a:t>
            </a:r>
            <a:r>
              <a:rPr sz="1200" spc="-10" dirty="0">
                <a:latin typeface="Times New Roman"/>
                <a:cs typeface="Times New Roman"/>
              </a:rPr>
              <a:t>provides</a:t>
            </a:r>
            <a:r>
              <a:rPr sz="1200" spc="-40" dirty="0">
                <a:latin typeface="Times New Roman"/>
                <a:cs typeface="Times New Roman"/>
              </a:rPr>
              <a:t> </a:t>
            </a:r>
            <a:r>
              <a:rPr sz="1200" spc="-10" dirty="0">
                <a:latin typeface="Times New Roman"/>
                <a:cs typeface="Times New Roman"/>
              </a:rPr>
              <a:t>critical</a:t>
            </a:r>
            <a:r>
              <a:rPr sz="1200" spc="-25" dirty="0">
                <a:latin typeface="Times New Roman"/>
                <a:cs typeface="Times New Roman"/>
              </a:rPr>
              <a:t> </a:t>
            </a:r>
            <a:r>
              <a:rPr sz="1200" spc="-10" dirty="0">
                <a:latin typeface="Times New Roman"/>
                <a:cs typeface="Times New Roman"/>
              </a:rPr>
              <a:t>information</a:t>
            </a:r>
            <a:r>
              <a:rPr sz="1200" spc="-50" dirty="0">
                <a:latin typeface="Times New Roman"/>
                <a:cs typeface="Times New Roman"/>
              </a:rPr>
              <a:t> </a:t>
            </a:r>
            <a:r>
              <a:rPr sz="1200" dirty="0">
                <a:latin typeface="Times New Roman"/>
                <a:cs typeface="Times New Roman"/>
              </a:rPr>
              <a:t>that</a:t>
            </a:r>
            <a:r>
              <a:rPr sz="1200" spc="-10" dirty="0">
                <a:latin typeface="Times New Roman"/>
                <a:cs typeface="Times New Roman"/>
              </a:rPr>
              <a:t> can</a:t>
            </a:r>
            <a:r>
              <a:rPr sz="1200" spc="-50" dirty="0">
                <a:latin typeface="Times New Roman"/>
                <a:cs typeface="Times New Roman"/>
              </a:rPr>
              <a:t> </a:t>
            </a:r>
            <a:r>
              <a:rPr sz="1200" spc="-10" dirty="0">
                <a:latin typeface="Times New Roman"/>
                <a:cs typeface="Times New Roman"/>
              </a:rPr>
              <a:t>protect</a:t>
            </a:r>
            <a:r>
              <a:rPr sz="1200" spc="-25" dirty="0">
                <a:latin typeface="Times New Roman"/>
                <a:cs typeface="Times New Roman"/>
              </a:rPr>
              <a:t> </a:t>
            </a:r>
            <a:r>
              <a:rPr sz="1200" spc="-10" dirty="0">
                <a:latin typeface="Times New Roman"/>
                <a:cs typeface="Times New Roman"/>
              </a:rPr>
              <a:t>property</a:t>
            </a:r>
            <a:r>
              <a:rPr sz="1200" spc="-65" dirty="0">
                <a:latin typeface="Times New Roman"/>
                <a:cs typeface="Times New Roman"/>
              </a:rPr>
              <a:t> </a:t>
            </a:r>
            <a:r>
              <a:rPr sz="1200" spc="-10" dirty="0">
                <a:latin typeface="Times New Roman"/>
                <a:cs typeface="Times New Roman"/>
              </a:rPr>
              <a:t>and</a:t>
            </a:r>
            <a:r>
              <a:rPr sz="1200" spc="-30" dirty="0">
                <a:latin typeface="Times New Roman"/>
                <a:cs typeface="Times New Roman"/>
              </a:rPr>
              <a:t> </a:t>
            </a:r>
            <a:r>
              <a:rPr sz="1200" dirty="0">
                <a:latin typeface="Times New Roman"/>
                <a:cs typeface="Times New Roman"/>
              </a:rPr>
              <a:t>save</a:t>
            </a:r>
            <a:r>
              <a:rPr sz="1200" spc="-10" dirty="0">
                <a:latin typeface="Times New Roman"/>
                <a:cs typeface="Times New Roman"/>
              </a:rPr>
              <a:t> lives.</a:t>
            </a:r>
            <a:r>
              <a:rPr sz="1200" spc="-20" dirty="0">
                <a:latin typeface="Times New Roman"/>
                <a:cs typeface="Times New Roman"/>
              </a:rPr>
              <a:t> </a:t>
            </a:r>
            <a:r>
              <a:rPr sz="1200" spc="-10" dirty="0">
                <a:latin typeface="Times New Roman"/>
                <a:cs typeface="Times New Roman"/>
              </a:rPr>
              <a:t>Hence </a:t>
            </a:r>
            <a:r>
              <a:rPr sz="1200" dirty="0">
                <a:latin typeface="Times New Roman"/>
                <a:cs typeface="Times New Roman"/>
              </a:rPr>
              <a:t>we</a:t>
            </a:r>
            <a:r>
              <a:rPr sz="1200" spc="110" dirty="0">
                <a:latin typeface="Times New Roman"/>
                <a:cs typeface="Times New Roman"/>
              </a:rPr>
              <a:t> </a:t>
            </a:r>
            <a:r>
              <a:rPr sz="1200" dirty="0">
                <a:latin typeface="Times New Roman"/>
                <a:cs typeface="Times New Roman"/>
              </a:rPr>
              <a:t>are</a:t>
            </a:r>
            <a:r>
              <a:rPr sz="1200" spc="114" dirty="0">
                <a:latin typeface="Times New Roman"/>
                <a:cs typeface="Times New Roman"/>
              </a:rPr>
              <a:t> </a:t>
            </a:r>
            <a:r>
              <a:rPr sz="1200" dirty="0">
                <a:latin typeface="Times New Roman"/>
                <a:cs typeface="Times New Roman"/>
              </a:rPr>
              <a:t>designing</a:t>
            </a:r>
            <a:r>
              <a:rPr sz="1200" spc="114" dirty="0">
                <a:latin typeface="Times New Roman"/>
                <a:cs typeface="Times New Roman"/>
              </a:rPr>
              <a:t> </a:t>
            </a:r>
            <a:r>
              <a:rPr sz="1200" dirty="0">
                <a:latin typeface="Times New Roman"/>
                <a:cs typeface="Times New Roman"/>
              </a:rPr>
              <a:t>this</a:t>
            </a:r>
            <a:r>
              <a:rPr sz="1200" spc="105" dirty="0">
                <a:latin typeface="Times New Roman"/>
                <a:cs typeface="Times New Roman"/>
              </a:rPr>
              <a:t> </a:t>
            </a:r>
            <a:r>
              <a:rPr sz="1200" dirty="0">
                <a:latin typeface="Times New Roman"/>
                <a:cs typeface="Times New Roman"/>
              </a:rPr>
              <a:t>project</a:t>
            </a:r>
            <a:r>
              <a:rPr sz="1200" spc="120" dirty="0">
                <a:latin typeface="Times New Roman"/>
                <a:cs typeface="Times New Roman"/>
              </a:rPr>
              <a:t> </a:t>
            </a:r>
            <a:r>
              <a:rPr sz="1200" dirty="0">
                <a:latin typeface="Times New Roman"/>
                <a:cs typeface="Times New Roman"/>
              </a:rPr>
              <a:t>to</a:t>
            </a:r>
            <a:r>
              <a:rPr sz="1200" spc="145" dirty="0">
                <a:latin typeface="Times New Roman"/>
                <a:cs typeface="Times New Roman"/>
              </a:rPr>
              <a:t> </a:t>
            </a:r>
            <a:r>
              <a:rPr sz="1200" dirty="0">
                <a:latin typeface="Times New Roman"/>
                <a:cs typeface="Times New Roman"/>
              </a:rPr>
              <a:t>inform</a:t>
            </a:r>
            <a:r>
              <a:rPr sz="1200" spc="75"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people</a:t>
            </a:r>
            <a:r>
              <a:rPr sz="1200" spc="114" dirty="0">
                <a:latin typeface="Times New Roman"/>
                <a:cs typeface="Times New Roman"/>
              </a:rPr>
              <a:t> </a:t>
            </a:r>
            <a:r>
              <a:rPr sz="1200" dirty="0">
                <a:latin typeface="Times New Roman"/>
                <a:cs typeface="Times New Roman"/>
              </a:rPr>
              <a:t>about</a:t>
            </a:r>
            <a:r>
              <a:rPr sz="1200" spc="100"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upcoming</a:t>
            </a:r>
            <a:r>
              <a:rPr sz="1200" spc="140" dirty="0">
                <a:latin typeface="Times New Roman"/>
                <a:cs typeface="Times New Roman"/>
              </a:rPr>
              <a:t> </a:t>
            </a:r>
            <a:r>
              <a:rPr sz="1200" dirty="0">
                <a:latin typeface="Times New Roman"/>
                <a:cs typeface="Times New Roman"/>
              </a:rPr>
              <a:t>flood</a:t>
            </a:r>
            <a:r>
              <a:rPr sz="1200" spc="114" dirty="0">
                <a:latin typeface="Times New Roman"/>
                <a:cs typeface="Times New Roman"/>
              </a:rPr>
              <a:t> </a:t>
            </a:r>
            <a:r>
              <a:rPr sz="1200" dirty="0">
                <a:latin typeface="Times New Roman"/>
                <a:cs typeface="Times New Roman"/>
              </a:rPr>
              <a:t>by</a:t>
            </a:r>
            <a:r>
              <a:rPr sz="1200" spc="95" dirty="0">
                <a:latin typeface="Times New Roman"/>
                <a:cs typeface="Times New Roman"/>
              </a:rPr>
              <a:t> </a:t>
            </a:r>
            <a:r>
              <a:rPr sz="1200" dirty="0">
                <a:latin typeface="Times New Roman"/>
                <a:cs typeface="Times New Roman"/>
              </a:rPr>
              <a:t>making</a:t>
            </a:r>
            <a:r>
              <a:rPr sz="1200" spc="114" dirty="0">
                <a:latin typeface="Times New Roman"/>
                <a:cs typeface="Times New Roman"/>
              </a:rPr>
              <a:t> </a:t>
            </a:r>
            <a:r>
              <a:rPr sz="1200" dirty="0">
                <a:latin typeface="Times New Roman"/>
                <a:cs typeface="Times New Roman"/>
              </a:rPr>
              <a:t>use</a:t>
            </a:r>
            <a:r>
              <a:rPr sz="1200" spc="120" dirty="0">
                <a:latin typeface="Times New Roman"/>
                <a:cs typeface="Times New Roman"/>
              </a:rPr>
              <a:t> </a:t>
            </a:r>
            <a:r>
              <a:rPr sz="1200" dirty="0">
                <a:latin typeface="Times New Roman"/>
                <a:cs typeface="Times New Roman"/>
              </a:rPr>
              <a:t>of</a:t>
            </a:r>
            <a:r>
              <a:rPr sz="1200" spc="80" dirty="0">
                <a:latin typeface="Times New Roman"/>
                <a:cs typeface="Times New Roman"/>
              </a:rPr>
              <a:t> </a:t>
            </a:r>
            <a:r>
              <a:rPr sz="1200" spc="-25" dirty="0">
                <a:latin typeface="Times New Roman"/>
                <a:cs typeface="Times New Roman"/>
              </a:rPr>
              <a:t>the </a:t>
            </a:r>
            <a:r>
              <a:rPr sz="1200" dirty="0">
                <a:latin typeface="Times New Roman"/>
                <a:cs typeface="Times New Roman"/>
              </a:rPr>
              <a:t>concept</a:t>
            </a:r>
            <a:r>
              <a:rPr sz="1200" spc="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Internet</a:t>
            </a:r>
            <a:r>
              <a:rPr sz="1200" spc="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Things.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purpose we</a:t>
            </a:r>
            <a:r>
              <a:rPr sz="1200" spc="-25" dirty="0">
                <a:latin typeface="Times New Roman"/>
                <a:cs typeface="Times New Roman"/>
              </a:rPr>
              <a:t> </a:t>
            </a:r>
            <a:r>
              <a:rPr sz="1200" dirty="0">
                <a:latin typeface="Times New Roman"/>
                <a:cs typeface="Times New Roman"/>
              </a:rPr>
              <a:t>are going</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use an</a:t>
            </a:r>
            <a:r>
              <a:rPr sz="1200" spc="-15" dirty="0">
                <a:latin typeface="Times New Roman"/>
                <a:cs typeface="Times New Roman"/>
              </a:rPr>
              <a:t> </a:t>
            </a:r>
            <a:r>
              <a:rPr sz="1200" dirty="0">
                <a:latin typeface="Times New Roman"/>
                <a:cs typeface="Times New Roman"/>
              </a:rPr>
              <a:t>android</a:t>
            </a:r>
            <a:r>
              <a:rPr sz="1200" spc="20" dirty="0">
                <a:latin typeface="Times New Roman"/>
                <a:cs typeface="Times New Roman"/>
              </a:rPr>
              <a:t> </a:t>
            </a:r>
            <a:r>
              <a:rPr sz="1200" dirty="0">
                <a:latin typeface="Times New Roman"/>
                <a:cs typeface="Times New Roman"/>
              </a:rPr>
              <a:t>Application</a:t>
            </a:r>
            <a:r>
              <a:rPr sz="1200" spc="-1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intimate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10"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Project</a:t>
            </a:r>
            <a:r>
              <a:rPr sz="1200" spc="40" dirty="0">
                <a:latin typeface="Times New Roman"/>
                <a:cs typeface="Times New Roman"/>
              </a:rPr>
              <a:t> </a:t>
            </a:r>
            <a:r>
              <a:rPr sz="1200" dirty="0">
                <a:latin typeface="Times New Roman"/>
                <a:cs typeface="Times New Roman"/>
              </a:rPr>
              <a:t>focuses</a:t>
            </a:r>
            <a:r>
              <a:rPr sz="1200" spc="10" dirty="0">
                <a:latin typeface="Times New Roman"/>
                <a:cs typeface="Times New Roman"/>
              </a:rPr>
              <a:t> </a:t>
            </a:r>
            <a:r>
              <a:rPr sz="1200" dirty="0">
                <a:latin typeface="Times New Roman"/>
                <a:cs typeface="Times New Roman"/>
              </a:rPr>
              <a:t>on</a:t>
            </a:r>
            <a:r>
              <a:rPr sz="1200" spc="-10" dirty="0">
                <a:latin typeface="Times New Roman"/>
                <a:cs typeface="Times New Roman"/>
              </a:rPr>
              <a:t> </a:t>
            </a:r>
            <a:r>
              <a:rPr sz="1200" dirty="0">
                <a:latin typeface="Times New Roman"/>
                <a:cs typeface="Times New Roman"/>
              </a:rPr>
              <a:t>providing</a:t>
            </a:r>
            <a:r>
              <a:rPr sz="1200" spc="20" dirty="0">
                <a:latin typeface="Times New Roman"/>
                <a:cs typeface="Times New Roman"/>
              </a:rPr>
              <a:t> </a:t>
            </a:r>
            <a:r>
              <a:rPr sz="1200" dirty="0">
                <a:latin typeface="Times New Roman"/>
                <a:cs typeface="Times New Roman"/>
              </a:rPr>
              <a:t>early</a:t>
            </a:r>
            <a:r>
              <a:rPr sz="1200" spc="15" dirty="0">
                <a:latin typeface="Times New Roman"/>
                <a:cs typeface="Times New Roman"/>
              </a:rPr>
              <a:t> </a:t>
            </a:r>
            <a:r>
              <a:rPr sz="1200" dirty="0">
                <a:latin typeface="Times New Roman"/>
                <a:cs typeface="Times New Roman"/>
              </a:rPr>
              <a:t>detection</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flooding</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measures</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minimise </a:t>
            </a:r>
            <a:r>
              <a:rPr sz="1200" dirty="0">
                <a:latin typeface="Times New Roman"/>
                <a:cs typeface="Times New Roman"/>
              </a:rPr>
              <a:t>and</a:t>
            </a:r>
            <a:r>
              <a:rPr sz="1200" spc="105" dirty="0">
                <a:latin typeface="Times New Roman"/>
                <a:cs typeface="Times New Roman"/>
              </a:rPr>
              <a:t> </a:t>
            </a:r>
            <a:r>
              <a:rPr sz="1200" dirty="0">
                <a:latin typeface="Times New Roman"/>
                <a:cs typeface="Times New Roman"/>
              </a:rPr>
              <a:t>avoid</a:t>
            </a:r>
            <a:r>
              <a:rPr sz="1200" spc="125" dirty="0">
                <a:latin typeface="Times New Roman"/>
                <a:cs typeface="Times New Roman"/>
              </a:rPr>
              <a:t> </a:t>
            </a:r>
            <a:r>
              <a:rPr sz="1200" dirty="0">
                <a:latin typeface="Times New Roman"/>
                <a:cs typeface="Times New Roman"/>
              </a:rPr>
              <a:t>floods.</a:t>
            </a:r>
            <a:r>
              <a:rPr sz="1200" spc="120" dirty="0">
                <a:latin typeface="Times New Roman"/>
                <a:cs typeface="Times New Roman"/>
              </a:rPr>
              <a:t> </a:t>
            </a:r>
            <a:r>
              <a:rPr sz="1200" dirty="0">
                <a:latin typeface="Times New Roman"/>
                <a:cs typeface="Times New Roman"/>
              </a:rPr>
              <a:t>The</a:t>
            </a:r>
            <a:r>
              <a:rPr sz="1200" spc="105" dirty="0">
                <a:latin typeface="Times New Roman"/>
                <a:cs typeface="Times New Roman"/>
              </a:rPr>
              <a:t> </a:t>
            </a:r>
            <a:r>
              <a:rPr sz="1200" dirty="0">
                <a:latin typeface="Times New Roman"/>
                <a:cs typeface="Times New Roman"/>
              </a:rPr>
              <a:t>system</a:t>
            </a:r>
            <a:r>
              <a:rPr sz="1200" spc="85" dirty="0">
                <a:latin typeface="Times New Roman"/>
                <a:cs typeface="Times New Roman"/>
              </a:rPr>
              <a:t> </a:t>
            </a:r>
            <a:r>
              <a:rPr sz="1200" dirty="0">
                <a:latin typeface="Times New Roman"/>
                <a:cs typeface="Times New Roman"/>
              </a:rPr>
              <a:t>involves</a:t>
            </a:r>
            <a:r>
              <a:rPr sz="1200" spc="95" dirty="0">
                <a:latin typeface="Times New Roman"/>
                <a:cs typeface="Times New Roman"/>
              </a:rPr>
              <a:t> </a:t>
            </a:r>
            <a:r>
              <a:rPr sz="1200" dirty="0">
                <a:latin typeface="Times New Roman"/>
                <a:cs typeface="Times New Roman"/>
              </a:rPr>
              <a:t>the</a:t>
            </a:r>
            <a:r>
              <a:rPr sz="1200" spc="105" dirty="0">
                <a:latin typeface="Times New Roman"/>
                <a:cs typeface="Times New Roman"/>
              </a:rPr>
              <a:t> </a:t>
            </a:r>
            <a:r>
              <a:rPr sz="1200" dirty="0">
                <a:latin typeface="Times New Roman"/>
                <a:cs typeface="Times New Roman"/>
              </a:rPr>
              <a:t>deployment</a:t>
            </a:r>
            <a:r>
              <a:rPr sz="1200" spc="110"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dirty="0">
                <a:latin typeface="Times New Roman"/>
                <a:cs typeface="Times New Roman"/>
              </a:rPr>
              <a:t>sensor</a:t>
            </a:r>
            <a:r>
              <a:rPr sz="1200" spc="160" dirty="0">
                <a:latin typeface="Times New Roman"/>
                <a:cs typeface="Times New Roman"/>
              </a:rPr>
              <a:t> </a:t>
            </a:r>
            <a:r>
              <a:rPr sz="1200" dirty="0">
                <a:latin typeface="Times New Roman"/>
                <a:cs typeface="Times New Roman"/>
              </a:rPr>
              <a:t>nodes</a:t>
            </a:r>
            <a:r>
              <a:rPr sz="1200" spc="95" dirty="0">
                <a:latin typeface="Times New Roman"/>
                <a:cs typeface="Times New Roman"/>
              </a:rPr>
              <a:t> </a:t>
            </a:r>
            <a:r>
              <a:rPr sz="1200" dirty="0">
                <a:latin typeface="Times New Roman"/>
                <a:cs typeface="Times New Roman"/>
              </a:rPr>
              <a:t>at</a:t>
            </a:r>
            <a:r>
              <a:rPr sz="1200" spc="110" dirty="0">
                <a:latin typeface="Times New Roman"/>
                <a:cs typeface="Times New Roman"/>
              </a:rPr>
              <a:t> </a:t>
            </a:r>
            <a:r>
              <a:rPr sz="1200" dirty="0">
                <a:latin typeface="Times New Roman"/>
                <a:cs typeface="Times New Roman"/>
              </a:rPr>
              <a:t>specific</a:t>
            </a:r>
            <a:r>
              <a:rPr sz="1200" spc="125" dirty="0">
                <a:latin typeface="Times New Roman"/>
                <a:cs typeface="Times New Roman"/>
              </a:rPr>
              <a:t> </a:t>
            </a:r>
            <a:r>
              <a:rPr sz="1200" dirty="0">
                <a:latin typeface="Times New Roman"/>
                <a:cs typeface="Times New Roman"/>
              </a:rPr>
              <a:t>flood</a:t>
            </a:r>
            <a:r>
              <a:rPr sz="1200" spc="105" dirty="0">
                <a:latin typeface="Times New Roman"/>
                <a:cs typeface="Times New Roman"/>
              </a:rPr>
              <a:t> </a:t>
            </a:r>
            <a:r>
              <a:rPr sz="1200" spc="-10" dirty="0">
                <a:latin typeface="Times New Roman"/>
                <a:cs typeface="Times New Roman"/>
              </a:rPr>
              <a:t>vulnerable </a:t>
            </a:r>
            <a:r>
              <a:rPr sz="1200" dirty="0">
                <a:latin typeface="Times New Roman"/>
                <a:cs typeface="Times New Roman"/>
              </a:rPr>
              <a:t>locations</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5" dirty="0">
                <a:latin typeface="Times New Roman"/>
                <a:cs typeface="Times New Roman"/>
              </a:rPr>
              <a:t> </a:t>
            </a:r>
            <a:r>
              <a:rPr sz="1200" dirty="0">
                <a:latin typeface="Times New Roman"/>
                <a:cs typeface="Times New Roman"/>
              </a:rPr>
              <a:t>flood</a:t>
            </a:r>
            <a:r>
              <a:rPr sz="1200" spc="-10" dirty="0">
                <a:latin typeface="Times New Roman"/>
                <a:cs typeface="Times New Roman"/>
              </a:rPr>
              <a:t> monitoring</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detection.</a:t>
            </a:r>
            <a:r>
              <a:rPr sz="1200" spc="-15" dirty="0">
                <a:latin typeface="Times New Roman"/>
                <a:cs typeface="Times New Roman"/>
              </a:rPr>
              <a:t> </a:t>
            </a:r>
            <a:r>
              <a:rPr sz="1200" dirty="0">
                <a:latin typeface="Times New Roman"/>
                <a:cs typeface="Times New Roman"/>
              </a:rPr>
              <a:t>Flood</a:t>
            </a:r>
            <a:r>
              <a:rPr sz="1200" spc="-25" dirty="0">
                <a:latin typeface="Times New Roman"/>
                <a:cs typeface="Times New Roman"/>
              </a:rPr>
              <a:t> </a:t>
            </a:r>
            <a:r>
              <a:rPr sz="1200" dirty="0">
                <a:latin typeface="Times New Roman"/>
                <a:cs typeface="Times New Roman"/>
              </a:rPr>
              <a:t>events</a:t>
            </a:r>
            <a:r>
              <a:rPr sz="1200" spc="-35" dirty="0">
                <a:latin typeface="Times New Roman"/>
                <a:cs typeface="Times New Roman"/>
              </a:rPr>
              <a:t> </a:t>
            </a:r>
            <a:r>
              <a:rPr sz="1200" dirty="0">
                <a:latin typeface="Times New Roman"/>
                <a:cs typeface="Times New Roman"/>
              </a:rPr>
              <a:t>relating</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flash</a:t>
            </a:r>
            <a:r>
              <a:rPr sz="1200" spc="-25" dirty="0">
                <a:latin typeface="Times New Roman"/>
                <a:cs typeface="Times New Roman"/>
              </a:rPr>
              <a:t> </a:t>
            </a:r>
            <a:r>
              <a:rPr sz="1200" dirty="0">
                <a:latin typeface="Times New Roman"/>
                <a:cs typeface="Times New Roman"/>
              </a:rPr>
              <a:t>flooding</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run- </a:t>
            </a:r>
            <a:r>
              <a:rPr sz="1200" dirty="0">
                <a:latin typeface="Times New Roman"/>
                <a:cs typeface="Times New Roman"/>
              </a:rPr>
              <a:t>off</a:t>
            </a:r>
            <a:r>
              <a:rPr sz="1200" spc="-55" dirty="0">
                <a:latin typeface="Times New Roman"/>
                <a:cs typeface="Times New Roman"/>
              </a:rPr>
              <a:t> </a:t>
            </a:r>
            <a:r>
              <a:rPr sz="1200" dirty="0">
                <a:latin typeface="Times New Roman"/>
                <a:cs typeface="Times New Roman"/>
              </a:rPr>
              <a:t>water</a:t>
            </a:r>
            <a:r>
              <a:rPr sz="1200" spc="-2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overflow</a:t>
            </a:r>
            <a:r>
              <a:rPr sz="1200" spc="-1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successfully</a:t>
            </a:r>
            <a:r>
              <a:rPr sz="1200" spc="-15" dirty="0">
                <a:latin typeface="Times New Roman"/>
                <a:cs typeface="Times New Roman"/>
              </a:rPr>
              <a:t> </a:t>
            </a:r>
            <a:r>
              <a:rPr sz="1200" dirty="0">
                <a:latin typeface="Times New Roman"/>
                <a:cs typeface="Times New Roman"/>
              </a:rPr>
              <a:t>monitored</a:t>
            </a:r>
            <a:r>
              <a:rPr sz="1200" spc="-1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real</a:t>
            </a:r>
            <a:r>
              <a:rPr sz="1200" spc="-55"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which</a:t>
            </a:r>
            <a:r>
              <a:rPr sz="1200" spc="-10" dirty="0">
                <a:latin typeface="Times New Roman"/>
                <a:cs typeface="Times New Roman"/>
              </a:rPr>
              <a:t> </a:t>
            </a:r>
            <a:r>
              <a:rPr sz="1200" dirty="0">
                <a:latin typeface="Times New Roman"/>
                <a:cs typeface="Times New Roman"/>
              </a:rPr>
              <a:t>saves</a:t>
            </a:r>
            <a:r>
              <a:rPr sz="1200" spc="-5" dirty="0">
                <a:latin typeface="Times New Roman"/>
                <a:cs typeface="Times New Roman"/>
              </a:rPr>
              <a:t> </a:t>
            </a:r>
            <a:r>
              <a:rPr sz="1200" spc="-10" dirty="0">
                <a:latin typeface="Times New Roman"/>
                <a:cs typeface="Times New Roman"/>
              </a:rPr>
              <a:t>individuals</a:t>
            </a:r>
            <a:r>
              <a:rPr sz="1200" spc="-25" dirty="0">
                <a:latin typeface="Times New Roman"/>
                <a:cs typeface="Times New Roman"/>
              </a:rPr>
              <a:t> </a:t>
            </a:r>
            <a:r>
              <a:rPr sz="1200" dirty="0">
                <a:latin typeface="Times New Roman"/>
                <a:cs typeface="Times New Roman"/>
              </a:rPr>
              <a:t>plenty</a:t>
            </a:r>
            <a:r>
              <a:rPr sz="1200" spc="-60"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time</a:t>
            </a:r>
            <a:r>
              <a:rPr sz="1200" spc="5" dirty="0">
                <a:latin typeface="Times New Roman"/>
                <a:cs typeface="Times New Roman"/>
              </a:rPr>
              <a:t> </a:t>
            </a:r>
            <a:r>
              <a:rPr sz="1200" spc="-25" dirty="0">
                <a:latin typeface="Times New Roman"/>
                <a:cs typeface="Times New Roman"/>
              </a:rPr>
              <a:t>to </a:t>
            </a:r>
            <a:r>
              <a:rPr sz="1200" dirty="0">
                <a:latin typeface="Times New Roman"/>
                <a:cs typeface="Times New Roman"/>
              </a:rPr>
              <a:t>prepare</a:t>
            </a:r>
            <a:r>
              <a:rPr sz="1200" spc="-30" dirty="0">
                <a:latin typeface="Times New Roman"/>
                <a:cs typeface="Times New Roman"/>
              </a:rPr>
              <a:t> </a:t>
            </a:r>
            <a:r>
              <a:rPr sz="1200" dirty="0">
                <a:latin typeface="Times New Roman"/>
                <a:cs typeface="Times New Roman"/>
              </a:rPr>
              <a:t>against predicted</a:t>
            </a:r>
            <a:r>
              <a:rPr sz="1200" spc="-5" dirty="0">
                <a:latin typeface="Times New Roman"/>
                <a:cs typeface="Times New Roman"/>
              </a:rPr>
              <a:t> </a:t>
            </a:r>
            <a:r>
              <a:rPr sz="1200" dirty="0">
                <a:latin typeface="Times New Roman"/>
                <a:cs typeface="Times New Roman"/>
              </a:rPr>
              <a:t>flood</a:t>
            </a:r>
            <a:r>
              <a:rPr sz="1200" spc="-50" dirty="0">
                <a:latin typeface="Times New Roman"/>
                <a:cs typeface="Times New Roman"/>
              </a:rPr>
              <a:t> </a:t>
            </a:r>
            <a:r>
              <a:rPr sz="1200" dirty="0">
                <a:latin typeface="Times New Roman"/>
                <a:cs typeface="Times New Roman"/>
              </a:rPr>
              <a:t>occurrence,</a:t>
            </a:r>
            <a:r>
              <a:rPr sz="1200" spc="-15" dirty="0">
                <a:latin typeface="Times New Roman"/>
                <a:cs typeface="Times New Roman"/>
              </a:rPr>
              <a:t> </a:t>
            </a:r>
            <a:r>
              <a:rPr sz="1200" dirty="0">
                <a:latin typeface="Times New Roman"/>
                <a:cs typeface="Times New Roman"/>
              </a:rPr>
              <a:t>saving</a:t>
            </a:r>
            <a:r>
              <a:rPr sz="1200" spc="-20" dirty="0">
                <a:latin typeface="Times New Roman"/>
                <a:cs typeface="Times New Roman"/>
              </a:rPr>
              <a:t> </a:t>
            </a:r>
            <a:r>
              <a:rPr sz="1200" dirty="0">
                <a:latin typeface="Times New Roman"/>
                <a:cs typeface="Times New Roman"/>
              </a:rPr>
              <a:t>them</a:t>
            </a:r>
            <a:r>
              <a:rPr sz="1200" spc="-45" dirty="0">
                <a:latin typeface="Times New Roman"/>
                <a:cs typeface="Times New Roman"/>
              </a:rPr>
              <a:t> </a:t>
            </a:r>
            <a:r>
              <a:rPr sz="1200" dirty="0">
                <a:latin typeface="Times New Roman"/>
                <a:cs typeface="Times New Roman"/>
              </a:rPr>
              <a:t>from</a:t>
            </a:r>
            <a:r>
              <a:rPr sz="1200" spc="-6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aftermath</a:t>
            </a:r>
            <a:r>
              <a:rPr sz="1200" spc="-4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flood</a:t>
            </a:r>
            <a:r>
              <a:rPr sz="1200" spc="-25" dirty="0">
                <a:latin typeface="Times New Roman"/>
                <a:cs typeface="Times New Roman"/>
              </a:rPr>
              <a:t> </a:t>
            </a:r>
            <a:r>
              <a:rPr sz="1200" spc="-10" dirty="0">
                <a:latin typeface="Times New Roman"/>
                <a:cs typeface="Times New Roman"/>
              </a:rPr>
              <a:t>disaster</a:t>
            </a:r>
            <a:endParaRPr sz="1200">
              <a:latin typeface="Times New Roman"/>
              <a:cs typeface="Times New Roman"/>
            </a:endParaRPr>
          </a:p>
        </p:txBody>
      </p:sp>
      <p:sp>
        <p:nvSpPr>
          <p:cNvPr id="5" name="object 5"/>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6" name="Slide Number Placeholder 5">
            <a:extLst>
              <a:ext uri="{FF2B5EF4-FFF2-40B4-BE49-F238E27FC236}">
                <a16:creationId xmlns:a16="http://schemas.microsoft.com/office/drawing/2014/main" id="{B103A78D-DC61-5E0C-2C98-7729AF095CE1}"/>
              </a:ext>
            </a:extLst>
          </p:cNvPr>
          <p:cNvSpPr>
            <a:spLocks noGrp="1"/>
          </p:cNvSpPr>
          <p:nvPr>
            <p:ph type="sldNum" sz="quarter" idx="7"/>
          </p:nvPr>
        </p:nvSpPr>
        <p:spPr/>
        <p:txBody>
          <a:bodyPr/>
          <a:lstStyle/>
          <a:p>
            <a:pPr marL="38100">
              <a:lnSpc>
                <a:spcPts val="1410"/>
              </a:lnSpc>
            </a:pPr>
            <a:fld id="{81D60167-4931-47E6-BA6A-407CBD079E47}" type="slidenum">
              <a:rPr lang="en-IN" spc="-50" smtClean="0"/>
              <a:t>7</a:t>
            </a:fld>
            <a:endParaRPr lang="en-IN" spc="-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304800" y="304799"/>
            <a:ext cx="6958330" cy="10086340"/>
          </a:xfrm>
          <a:custGeom>
            <a:avLst/>
            <a:gdLst/>
            <a:ahLst/>
            <a:cxnLst/>
            <a:rect l="l" t="t" r="r" b="b"/>
            <a:pathLst>
              <a:path w="6958330" h="10086340">
                <a:moveTo>
                  <a:pt x="6958203" y="0"/>
                </a:moveTo>
                <a:lnTo>
                  <a:pt x="6955536" y="0"/>
                </a:lnTo>
                <a:lnTo>
                  <a:pt x="6949059" y="0"/>
                </a:lnTo>
                <a:lnTo>
                  <a:pt x="6937248" y="0"/>
                </a:lnTo>
                <a:lnTo>
                  <a:pt x="6937248" y="18288"/>
                </a:lnTo>
                <a:lnTo>
                  <a:pt x="6937248" y="10067544"/>
                </a:lnTo>
                <a:lnTo>
                  <a:pt x="18288" y="10067544"/>
                </a:lnTo>
                <a:lnTo>
                  <a:pt x="18288" y="18288"/>
                </a:lnTo>
                <a:lnTo>
                  <a:pt x="6937248" y="18288"/>
                </a:lnTo>
                <a:lnTo>
                  <a:pt x="6937248" y="0"/>
                </a:lnTo>
                <a:lnTo>
                  <a:pt x="18288" y="0"/>
                </a:lnTo>
                <a:lnTo>
                  <a:pt x="9144" y="0"/>
                </a:lnTo>
                <a:lnTo>
                  <a:pt x="6096" y="0"/>
                </a:lnTo>
                <a:lnTo>
                  <a:pt x="0" y="0"/>
                </a:lnTo>
                <a:lnTo>
                  <a:pt x="0" y="8636"/>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8636"/>
                </a:lnTo>
                <a:lnTo>
                  <a:pt x="6958203" y="8636"/>
                </a:lnTo>
                <a:lnTo>
                  <a:pt x="6958203" y="0"/>
                </a:lnTo>
                <a:close/>
              </a:path>
            </a:pathLst>
          </a:custGeom>
          <a:solidFill>
            <a:srgbClr val="000000"/>
          </a:solidFill>
        </p:spPr>
        <p:txBody>
          <a:bodyPr wrap="square" lIns="0" tIns="0" rIns="0" bIns="0" rtlCol="0"/>
          <a:lstStyle/>
          <a:p>
            <a:endParaRPr/>
          </a:p>
        </p:txBody>
      </p:sp>
      <p:sp>
        <p:nvSpPr>
          <p:cNvPr id="4" name="object 4"/>
          <p:cNvSpPr txBox="1"/>
          <p:nvPr/>
        </p:nvSpPr>
        <p:spPr>
          <a:xfrm>
            <a:off x="575868" y="844041"/>
            <a:ext cx="6090920" cy="7282180"/>
          </a:xfrm>
          <a:prstGeom prst="rect">
            <a:avLst/>
          </a:prstGeom>
        </p:spPr>
        <p:txBody>
          <a:bodyPr vert="horz" wrap="square" lIns="0" tIns="13335" rIns="0" bIns="0" rtlCol="0">
            <a:spAutoFit/>
          </a:bodyPr>
          <a:lstStyle/>
          <a:p>
            <a:pPr marL="2247265">
              <a:lnSpc>
                <a:spcPct val="100000"/>
              </a:lnSpc>
              <a:spcBef>
                <a:spcPts val="105"/>
              </a:spcBef>
            </a:pPr>
            <a:r>
              <a:rPr sz="1600" b="1" dirty="0">
                <a:latin typeface="Times New Roman"/>
                <a:cs typeface="Times New Roman"/>
              </a:rPr>
              <a:t>1. </a:t>
            </a:r>
            <a:r>
              <a:rPr sz="1600" b="1" spc="-10" dirty="0">
                <a:latin typeface="Times New Roman"/>
                <a:cs typeface="Times New Roman"/>
              </a:rPr>
              <a:t>INTRODUCTION</a:t>
            </a:r>
            <a:endParaRPr sz="1600">
              <a:latin typeface="Times New Roman"/>
              <a:cs typeface="Times New Roman"/>
            </a:endParaRPr>
          </a:p>
          <a:p>
            <a:pPr>
              <a:lnSpc>
                <a:spcPct val="100000"/>
              </a:lnSpc>
              <a:spcBef>
                <a:spcPts val="1580"/>
              </a:spcBef>
            </a:pPr>
            <a:endParaRPr sz="1600">
              <a:latin typeface="Times New Roman"/>
              <a:cs typeface="Times New Roman"/>
            </a:endParaRPr>
          </a:p>
          <a:p>
            <a:pPr marL="338455" marR="6350" algn="just">
              <a:lnSpc>
                <a:spcPct val="143800"/>
              </a:lnSpc>
            </a:pP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Floods</a:t>
            </a:r>
            <a:r>
              <a:rPr sz="1200" spc="85" dirty="0">
                <a:latin typeface="Times New Roman"/>
                <a:cs typeface="Times New Roman"/>
              </a:rPr>
              <a:t> </a:t>
            </a:r>
            <a:r>
              <a:rPr sz="1200" dirty="0">
                <a:latin typeface="Times New Roman"/>
                <a:cs typeface="Times New Roman"/>
              </a:rPr>
              <a:t>are</a:t>
            </a:r>
            <a:r>
              <a:rPr sz="1200" spc="65" dirty="0">
                <a:latin typeface="Times New Roman"/>
                <a:cs typeface="Times New Roman"/>
              </a:rPr>
              <a:t> </a:t>
            </a:r>
            <a:r>
              <a:rPr sz="1200" dirty="0">
                <a:latin typeface="Times New Roman"/>
                <a:cs typeface="Times New Roman"/>
              </a:rPr>
              <a:t>one</a:t>
            </a:r>
            <a:r>
              <a:rPr sz="1200" spc="70"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most</a:t>
            </a:r>
            <a:r>
              <a:rPr sz="1200" spc="95" dirty="0">
                <a:latin typeface="Times New Roman"/>
                <a:cs typeface="Times New Roman"/>
              </a:rPr>
              <a:t> </a:t>
            </a:r>
            <a:r>
              <a:rPr sz="1200" dirty="0">
                <a:latin typeface="Times New Roman"/>
                <a:cs typeface="Times New Roman"/>
              </a:rPr>
              <a:t>frequent</a:t>
            </a:r>
            <a:r>
              <a:rPr sz="1200" spc="120" dirty="0">
                <a:latin typeface="Times New Roman"/>
                <a:cs typeface="Times New Roman"/>
              </a:rPr>
              <a:t> </a:t>
            </a:r>
            <a:r>
              <a:rPr sz="1200" dirty="0">
                <a:latin typeface="Times New Roman"/>
                <a:cs typeface="Times New Roman"/>
              </a:rPr>
              <a:t>and</a:t>
            </a:r>
            <a:r>
              <a:rPr sz="1200" spc="95" dirty="0">
                <a:latin typeface="Times New Roman"/>
                <a:cs typeface="Times New Roman"/>
              </a:rPr>
              <a:t> </a:t>
            </a:r>
            <a:r>
              <a:rPr sz="1200" dirty="0">
                <a:latin typeface="Times New Roman"/>
                <a:cs typeface="Times New Roman"/>
              </a:rPr>
              <a:t>devastating</a:t>
            </a:r>
            <a:r>
              <a:rPr sz="1200" spc="114" dirty="0">
                <a:latin typeface="Times New Roman"/>
                <a:cs typeface="Times New Roman"/>
              </a:rPr>
              <a:t> </a:t>
            </a:r>
            <a:r>
              <a:rPr sz="1200" dirty="0">
                <a:latin typeface="Times New Roman"/>
                <a:cs typeface="Times New Roman"/>
              </a:rPr>
              <a:t>natural</a:t>
            </a:r>
            <a:r>
              <a:rPr sz="1200" spc="50" dirty="0">
                <a:latin typeface="Times New Roman"/>
                <a:cs typeface="Times New Roman"/>
              </a:rPr>
              <a:t> </a:t>
            </a:r>
            <a:r>
              <a:rPr sz="1200" dirty="0">
                <a:latin typeface="Times New Roman"/>
                <a:cs typeface="Times New Roman"/>
              </a:rPr>
              <a:t>disasters</a:t>
            </a:r>
            <a:r>
              <a:rPr sz="1200" spc="90" dirty="0">
                <a:latin typeface="Times New Roman"/>
                <a:cs typeface="Times New Roman"/>
              </a:rPr>
              <a:t> </a:t>
            </a:r>
            <a:r>
              <a:rPr sz="1200" dirty="0">
                <a:latin typeface="Times New Roman"/>
                <a:cs typeface="Times New Roman"/>
              </a:rPr>
              <a:t>across</a:t>
            </a:r>
            <a:r>
              <a:rPr sz="1200" spc="85"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spc="-10" dirty="0">
                <a:latin typeface="Times New Roman"/>
                <a:cs typeface="Times New Roman"/>
              </a:rPr>
              <a:t>world, </a:t>
            </a:r>
            <a:r>
              <a:rPr sz="1200" dirty="0">
                <a:latin typeface="Times New Roman"/>
                <a:cs typeface="Times New Roman"/>
              </a:rPr>
              <a:t>especially</a:t>
            </a:r>
            <a:r>
              <a:rPr sz="1200" spc="-1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developing</a:t>
            </a:r>
            <a:r>
              <a:rPr sz="1200" spc="-15" dirty="0">
                <a:latin typeface="Times New Roman"/>
                <a:cs typeface="Times New Roman"/>
              </a:rPr>
              <a:t> </a:t>
            </a:r>
            <a:r>
              <a:rPr sz="1200" dirty="0">
                <a:latin typeface="Times New Roman"/>
                <a:cs typeface="Times New Roman"/>
              </a:rPr>
              <a:t>countries like</a:t>
            </a:r>
            <a:r>
              <a:rPr sz="1200" spc="-15" dirty="0">
                <a:latin typeface="Times New Roman"/>
                <a:cs typeface="Times New Roman"/>
              </a:rPr>
              <a:t> </a:t>
            </a:r>
            <a:r>
              <a:rPr sz="1200" dirty="0">
                <a:latin typeface="Times New Roman"/>
                <a:cs typeface="Times New Roman"/>
              </a:rPr>
              <a:t>India. They</a:t>
            </a:r>
            <a:r>
              <a:rPr sz="1200" spc="-15" dirty="0">
                <a:latin typeface="Times New Roman"/>
                <a:cs typeface="Times New Roman"/>
              </a:rPr>
              <a:t> </a:t>
            </a:r>
            <a:r>
              <a:rPr sz="1200" dirty="0">
                <a:latin typeface="Times New Roman"/>
                <a:cs typeface="Times New Roman"/>
              </a:rPr>
              <a:t>result</a:t>
            </a:r>
            <a:r>
              <a:rPr sz="1200" spc="1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significant</a:t>
            </a:r>
            <a:r>
              <a:rPr sz="1200" spc="25" dirty="0">
                <a:latin typeface="Times New Roman"/>
                <a:cs typeface="Times New Roman"/>
              </a:rPr>
              <a:t> </a:t>
            </a:r>
            <a:r>
              <a:rPr sz="1200" dirty="0">
                <a:latin typeface="Times New Roman"/>
                <a:cs typeface="Times New Roman"/>
              </a:rPr>
              <a:t>loss</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life, damage</a:t>
            </a:r>
            <a:r>
              <a:rPr sz="1200" spc="-15" dirty="0">
                <a:latin typeface="Times New Roman"/>
                <a:cs typeface="Times New Roman"/>
              </a:rPr>
              <a:t> </a:t>
            </a:r>
            <a:r>
              <a:rPr sz="1200" spc="-25" dirty="0">
                <a:latin typeface="Times New Roman"/>
                <a:cs typeface="Times New Roman"/>
              </a:rPr>
              <a:t>to </a:t>
            </a:r>
            <a:r>
              <a:rPr sz="1200" dirty="0">
                <a:latin typeface="Times New Roman"/>
                <a:cs typeface="Times New Roman"/>
              </a:rPr>
              <a:t>infrastructure,</a:t>
            </a:r>
            <a:r>
              <a:rPr sz="1200" spc="145" dirty="0">
                <a:latin typeface="Times New Roman"/>
                <a:cs typeface="Times New Roman"/>
              </a:rPr>
              <a:t> </a:t>
            </a:r>
            <a:r>
              <a:rPr sz="1200" dirty="0">
                <a:latin typeface="Times New Roman"/>
                <a:cs typeface="Times New Roman"/>
              </a:rPr>
              <a:t>displacement</a:t>
            </a:r>
            <a:r>
              <a:rPr sz="1200" spc="150" dirty="0">
                <a:latin typeface="Times New Roman"/>
                <a:cs typeface="Times New Roman"/>
              </a:rPr>
              <a:t> </a:t>
            </a:r>
            <a:r>
              <a:rPr sz="1200" dirty="0">
                <a:latin typeface="Times New Roman"/>
                <a:cs typeface="Times New Roman"/>
              </a:rPr>
              <a:t>of</a:t>
            </a:r>
            <a:r>
              <a:rPr sz="1200" spc="120" dirty="0">
                <a:latin typeface="Times New Roman"/>
                <a:cs typeface="Times New Roman"/>
              </a:rPr>
              <a:t> </a:t>
            </a:r>
            <a:r>
              <a:rPr sz="1200" dirty="0">
                <a:latin typeface="Times New Roman"/>
                <a:cs typeface="Times New Roman"/>
              </a:rPr>
              <a:t>people,</a:t>
            </a:r>
            <a:r>
              <a:rPr sz="1200" spc="165" dirty="0">
                <a:latin typeface="Times New Roman"/>
                <a:cs typeface="Times New Roman"/>
              </a:rPr>
              <a:t> </a:t>
            </a:r>
            <a:r>
              <a:rPr sz="1200" dirty="0">
                <a:latin typeface="Times New Roman"/>
                <a:cs typeface="Times New Roman"/>
              </a:rPr>
              <a:t>and</a:t>
            </a:r>
            <a:r>
              <a:rPr sz="1200" spc="150" dirty="0">
                <a:latin typeface="Times New Roman"/>
                <a:cs typeface="Times New Roman"/>
              </a:rPr>
              <a:t> </a:t>
            </a:r>
            <a:r>
              <a:rPr sz="1200" dirty="0">
                <a:latin typeface="Times New Roman"/>
                <a:cs typeface="Times New Roman"/>
              </a:rPr>
              <a:t>disruption</a:t>
            </a:r>
            <a:r>
              <a:rPr sz="1200" spc="135" dirty="0">
                <a:latin typeface="Times New Roman"/>
                <a:cs typeface="Times New Roman"/>
              </a:rPr>
              <a:t> </a:t>
            </a:r>
            <a:r>
              <a:rPr sz="1200" dirty="0">
                <a:latin typeface="Times New Roman"/>
                <a:cs typeface="Times New Roman"/>
              </a:rPr>
              <a:t>of</a:t>
            </a:r>
            <a:r>
              <a:rPr sz="1200" spc="114" dirty="0">
                <a:latin typeface="Times New Roman"/>
                <a:cs typeface="Times New Roman"/>
              </a:rPr>
              <a:t> </a:t>
            </a:r>
            <a:r>
              <a:rPr sz="1200" dirty="0">
                <a:latin typeface="Times New Roman"/>
                <a:cs typeface="Times New Roman"/>
              </a:rPr>
              <a:t>daily</a:t>
            </a:r>
            <a:r>
              <a:rPr sz="1200" spc="135" dirty="0">
                <a:latin typeface="Times New Roman"/>
                <a:cs typeface="Times New Roman"/>
              </a:rPr>
              <a:t> </a:t>
            </a:r>
            <a:r>
              <a:rPr sz="1200" dirty="0">
                <a:latin typeface="Times New Roman"/>
                <a:cs typeface="Times New Roman"/>
              </a:rPr>
              <a:t>life.</a:t>
            </a:r>
            <a:r>
              <a:rPr sz="1200" spc="165" dirty="0">
                <a:latin typeface="Times New Roman"/>
                <a:cs typeface="Times New Roman"/>
              </a:rPr>
              <a:t> </a:t>
            </a:r>
            <a:r>
              <a:rPr sz="1200" dirty="0">
                <a:latin typeface="Times New Roman"/>
                <a:cs typeface="Times New Roman"/>
              </a:rPr>
              <a:t>With</a:t>
            </a:r>
            <a:r>
              <a:rPr sz="1200" spc="130" dirty="0">
                <a:latin typeface="Times New Roman"/>
                <a:cs typeface="Times New Roman"/>
              </a:rPr>
              <a:t> </a:t>
            </a:r>
            <a:r>
              <a:rPr sz="1200" dirty="0">
                <a:latin typeface="Times New Roman"/>
                <a:cs typeface="Times New Roman"/>
              </a:rPr>
              <a:t>changing</a:t>
            </a:r>
            <a:r>
              <a:rPr sz="1200" spc="155" dirty="0">
                <a:latin typeface="Times New Roman"/>
                <a:cs typeface="Times New Roman"/>
              </a:rPr>
              <a:t> </a:t>
            </a:r>
            <a:r>
              <a:rPr sz="1200" spc="-10" dirty="0">
                <a:latin typeface="Times New Roman"/>
                <a:cs typeface="Times New Roman"/>
              </a:rPr>
              <a:t>climate </a:t>
            </a:r>
            <a:r>
              <a:rPr sz="1200" dirty="0">
                <a:latin typeface="Times New Roman"/>
                <a:cs typeface="Times New Roman"/>
              </a:rPr>
              <a:t>conditions</a:t>
            </a:r>
            <a:r>
              <a:rPr sz="1200" spc="455" dirty="0">
                <a:latin typeface="Times New Roman"/>
                <a:cs typeface="Times New Roman"/>
              </a:rPr>
              <a:t> </a:t>
            </a:r>
            <a:r>
              <a:rPr sz="1200" dirty="0">
                <a:latin typeface="Times New Roman"/>
                <a:cs typeface="Times New Roman"/>
              </a:rPr>
              <a:t>and</a:t>
            </a:r>
            <a:r>
              <a:rPr sz="1200" spc="490" dirty="0">
                <a:latin typeface="Times New Roman"/>
                <a:cs typeface="Times New Roman"/>
              </a:rPr>
              <a:t> </a:t>
            </a:r>
            <a:r>
              <a:rPr sz="1200" dirty="0">
                <a:latin typeface="Times New Roman"/>
                <a:cs typeface="Times New Roman"/>
              </a:rPr>
              <a:t>increasing</a:t>
            </a:r>
            <a:r>
              <a:rPr sz="1200" spc="465" dirty="0">
                <a:latin typeface="Times New Roman"/>
                <a:cs typeface="Times New Roman"/>
              </a:rPr>
              <a:t> </a:t>
            </a:r>
            <a:r>
              <a:rPr sz="1200" dirty="0">
                <a:latin typeface="Times New Roman"/>
                <a:cs typeface="Times New Roman"/>
              </a:rPr>
              <a:t>urbanization,</a:t>
            </a:r>
            <a:r>
              <a:rPr sz="1200" spc="484" dirty="0">
                <a:latin typeface="Times New Roman"/>
                <a:cs typeface="Times New Roman"/>
              </a:rPr>
              <a:t> </a:t>
            </a:r>
            <a:r>
              <a:rPr sz="1200" dirty="0">
                <a:latin typeface="Times New Roman"/>
                <a:cs typeface="Times New Roman"/>
              </a:rPr>
              <a:t>the</a:t>
            </a:r>
            <a:r>
              <a:rPr sz="1200" spc="465" dirty="0">
                <a:latin typeface="Times New Roman"/>
                <a:cs typeface="Times New Roman"/>
              </a:rPr>
              <a:t> </a:t>
            </a:r>
            <a:r>
              <a:rPr sz="1200" dirty="0">
                <a:latin typeface="Times New Roman"/>
                <a:cs typeface="Times New Roman"/>
              </a:rPr>
              <a:t>risk</a:t>
            </a:r>
            <a:r>
              <a:rPr sz="1200" spc="465" dirty="0">
                <a:latin typeface="Times New Roman"/>
                <a:cs typeface="Times New Roman"/>
              </a:rPr>
              <a:t> </a:t>
            </a:r>
            <a:r>
              <a:rPr sz="1200" dirty="0">
                <a:latin typeface="Times New Roman"/>
                <a:cs typeface="Times New Roman"/>
              </a:rPr>
              <a:t>of</a:t>
            </a:r>
            <a:r>
              <a:rPr sz="1200" spc="455" dirty="0">
                <a:latin typeface="Times New Roman"/>
                <a:cs typeface="Times New Roman"/>
              </a:rPr>
              <a:t> </a:t>
            </a:r>
            <a:r>
              <a:rPr sz="1200" dirty="0">
                <a:latin typeface="Times New Roman"/>
                <a:cs typeface="Times New Roman"/>
              </a:rPr>
              <a:t>flooding</a:t>
            </a:r>
            <a:r>
              <a:rPr sz="1200" spc="490" dirty="0">
                <a:latin typeface="Times New Roman"/>
                <a:cs typeface="Times New Roman"/>
              </a:rPr>
              <a:t> </a:t>
            </a:r>
            <a:r>
              <a:rPr sz="1200" dirty="0">
                <a:latin typeface="Times New Roman"/>
                <a:cs typeface="Times New Roman"/>
              </a:rPr>
              <a:t>has</a:t>
            </a:r>
            <a:r>
              <a:rPr sz="1200" spc="480" dirty="0">
                <a:latin typeface="Times New Roman"/>
                <a:cs typeface="Times New Roman"/>
              </a:rPr>
              <a:t> </a:t>
            </a:r>
            <a:r>
              <a:rPr sz="1200" dirty="0">
                <a:latin typeface="Times New Roman"/>
                <a:cs typeface="Times New Roman"/>
              </a:rPr>
              <a:t>become</a:t>
            </a:r>
            <a:r>
              <a:rPr sz="1200" spc="470" dirty="0">
                <a:latin typeface="Times New Roman"/>
                <a:cs typeface="Times New Roman"/>
              </a:rPr>
              <a:t> </a:t>
            </a:r>
            <a:r>
              <a:rPr sz="1200" dirty="0">
                <a:latin typeface="Times New Roman"/>
                <a:cs typeface="Times New Roman"/>
              </a:rPr>
              <a:t>even</a:t>
            </a:r>
            <a:r>
              <a:rPr sz="1200" spc="465" dirty="0">
                <a:latin typeface="Times New Roman"/>
                <a:cs typeface="Times New Roman"/>
              </a:rPr>
              <a:t> </a:t>
            </a:r>
            <a:r>
              <a:rPr sz="1200" spc="-20" dirty="0">
                <a:latin typeface="Times New Roman"/>
                <a:cs typeface="Times New Roman"/>
              </a:rPr>
              <a:t>more </a:t>
            </a:r>
            <a:r>
              <a:rPr sz="1200" spc="-10" dirty="0">
                <a:latin typeface="Times New Roman"/>
                <a:cs typeface="Times New Roman"/>
              </a:rPr>
              <a:t>unpredictable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severe.</a:t>
            </a:r>
            <a:endParaRPr sz="1200">
              <a:latin typeface="Times New Roman"/>
              <a:cs typeface="Times New Roman"/>
            </a:endParaRPr>
          </a:p>
          <a:p>
            <a:pPr marL="338455" algn="just">
              <a:lnSpc>
                <a:spcPct val="100000"/>
              </a:lnSpc>
              <a:spcBef>
                <a:spcPts val="625"/>
              </a:spcBef>
            </a:pPr>
            <a:r>
              <a:rPr sz="1200" dirty="0">
                <a:latin typeface="Times New Roman"/>
                <a:cs typeface="Times New Roman"/>
              </a:rPr>
              <a:t>Traditional</a:t>
            </a:r>
            <a:r>
              <a:rPr sz="1200" spc="60" dirty="0">
                <a:latin typeface="Times New Roman"/>
                <a:cs typeface="Times New Roman"/>
              </a:rPr>
              <a:t> </a:t>
            </a:r>
            <a:r>
              <a:rPr sz="1200" dirty="0">
                <a:latin typeface="Times New Roman"/>
                <a:cs typeface="Times New Roman"/>
              </a:rPr>
              <a:t>flood</a:t>
            </a:r>
            <a:r>
              <a:rPr sz="1200" spc="65" dirty="0">
                <a:latin typeface="Times New Roman"/>
                <a:cs typeface="Times New Roman"/>
              </a:rPr>
              <a:t> </a:t>
            </a:r>
            <a:r>
              <a:rPr sz="1200" dirty="0">
                <a:latin typeface="Times New Roman"/>
                <a:cs typeface="Times New Roman"/>
              </a:rPr>
              <a:t>monitoring</a:t>
            </a:r>
            <a:r>
              <a:rPr sz="1200" spc="65" dirty="0">
                <a:latin typeface="Times New Roman"/>
                <a:cs typeface="Times New Roman"/>
              </a:rPr>
              <a:t> </a:t>
            </a:r>
            <a:r>
              <a:rPr sz="1200" dirty="0">
                <a:latin typeface="Times New Roman"/>
                <a:cs typeface="Times New Roman"/>
              </a:rPr>
              <a:t>systems</a:t>
            </a:r>
            <a:r>
              <a:rPr sz="1200" spc="55" dirty="0">
                <a:latin typeface="Times New Roman"/>
                <a:cs typeface="Times New Roman"/>
              </a:rPr>
              <a:t> </a:t>
            </a:r>
            <a:r>
              <a:rPr sz="1200" dirty="0">
                <a:latin typeface="Times New Roman"/>
                <a:cs typeface="Times New Roman"/>
              </a:rPr>
              <a:t>are</a:t>
            </a:r>
            <a:r>
              <a:rPr sz="1200" spc="55" dirty="0">
                <a:latin typeface="Times New Roman"/>
                <a:cs typeface="Times New Roman"/>
              </a:rPr>
              <a:t> </a:t>
            </a:r>
            <a:r>
              <a:rPr sz="1200" dirty="0">
                <a:latin typeface="Times New Roman"/>
                <a:cs typeface="Times New Roman"/>
              </a:rPr>
              <a:t>often</a:t>
            </a:r>
            <a:r>
              <a:rPr sz="1200" spc="45" dirty="0">
                <a:latin typeface="Times New Roman"/>
                <a:cs typeface="Times New Roman"/>
              </a:rPr>
              <a:t> </a:t>
            </a:r>
            <a:r>
              <a:rPr sz="1200" dirty="0">
                <a:latin typeface="Times New Roman"/>
                <a:cs typeface="Times New Roman"/>
              </a:rPr>
              <a:t>expensive,</a:t>
            </a:r>
            <a:r>
              <a:rPr sz="1200" spc="70" dirty="0">
                <a:latin typeface="Times New Roman"/>
                <a:cs typeface="Times New Roman"/>
              </a:rPr>
              <a:t> </a:t>
            </a:r>
            <a:r>
              <a:rPr sz="1200" dirty="0">
                <a:latin typeface="Times New Roman"/>
                <a:cs typeface="Times New Roman"/>
              </a:rPr>
              <a:t>slow,</a:t>
            </a:r>
            <a:r>
              <a:rPr sz="1200" spc="75" dirty="0">
                <a:latin typeface="Times New Roman"/>
                <a:cs typeface="Times New Roman"/>
              </a:rPr>
              <a:t> </a:t>
            </a:r>
            <a:r>
              <a:rPr sz="1200" dirty="0">
                <a:latin typeface="Times New Roman"/>
                <a:cs typeface="Times New Roman"/>
              </a:rPr>
              <a:t>and</a:t>
            </a:r>
            <a:r>
              <a:rPr sz="1200" spc="85" dirty="0">
                <a:latin typeface="Times New Roman"/>
                <a:cs typeface="Times New Roman"/>
              </a:rPr>
              <a:t> </a:t>
            </a:r>
            <a:r>
              <a:rPr sz="1200" dirty="0">
                <a:latin typeface="Times New Roman"/>
                <a:cs typeface="Times New Roman"/>
              </a:rPr>
              <a:t>limited</a:t>
            </a:r>
            <a:r>
              <a:rPr sz="1200" spc="85" dirty="0">
                <a:latin typeface="Times New Roman"/>
                <a:cs typeface="Times New Roman"/>
              </a:rPr>
              <a:t> </a:t>
            </a:r>
            <a:r>
              <a:rPr sz="1200" dirty="0">
                <a:latin typeface="Times New Roman"/>
                <a:cs typeface="Times New Roman"/>
              </a:rPr>
              <a:t>in</a:t>
            </a:r>
            <a:r>
              <a:rPr sz="1200" spc="65" dirty="0">
                <a:latin typeface="Times New Roman"/>
                <a:cs typeface="Times New Roman"/>
              </a:rPr>
              <a:t> </a:t>
            </a:r>
            <a:r>
              <a:rPr sz="1200" dirty="0">
                <a:latin typeface="Times New Roman"/>
                <a:cs typeface="Times New Roman"/>
              </a:rPr>
              <a:t>coverage.</a:t>
            </a:r>
            <a:r>
              <a:rPr sz="1200" spc="70" dirty="0">
                <a:latin typeface="Times New Roman"/>
                <a:cs typeface="Times New Roman"/>
              </a:rPr>
              <a:t> </a:t>
            </a:r>
            <a:r>
              <a:rPr sz="1200" spc="-25" dirty="0">
                <a:latin typeface="Times New Roman"/>
                <a:cs typeface="Times New Roman"/>
              </a:rPr>
              <a:t>In</a:t>
            </a:r>
            <a:endParaRPr sz="1200">
              <a:latin typeface="Times New Roman"/>
              <a:cs typeface="Times New Roman"/>
            </a:endParaRPr>
          </a:p>
          <a:p>
            <a:pPr marL="338455" marR="7620" algn="just">
              <a:lnSpc>
                <a:spcPct val="143400"/>
              </a:lnSpc>
              <a:spcBef>
                <a:spcPts val="25"/>
              </a:spcBef>
            </a:pPr>
            <a:r>
              <a:rPr sz="1200" dirty="0">
                <a:latin typeface="Times New Roman"/>
                <a:cs typeface="Times New Roman"/>
              </a:rPr>
              <a:t>contrast,</a:t>
            </a:r>
            <a:r>
              <a:rPr sz="1200" spc="-4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integration</a:t>
            </a:r>
            <a:r>
              <a:rPr sz="1200" spc="-3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b="1" dirty="0">
                <a:latin typeface="Times New Roman"/>
                <a:cs typeface="Times New Roman"/>
              </a:rPr>
              <a:t>Internet</a:t>
            </a:r>
            <a:r>
              <a:rPr sz="1200" b="1" spc="-5" dirty="0">
                <a:latin typeface="Times New Roman"/>
                <a:cs typeface="Times New Roman"/>
              </a:rPr>
              <a:t> </a:t>
            </a:r>
            <a:r>
              <a:rPr sz="1200" b="1" dirty="0">
                <a:latin typeface="Times New Roman"/>
                <a:cs typeface="Times New Roman"/>
              </a:rPr>
              <a:t>of</a:t>
            </a:r>
            <a:r>
              <a:rPr sz="1200" b="1" spc="-30" dirty="0">
                <a:latin typeface="Times New Roman"/>
                <a:cs typeface="Times New Roman"/>
              </a:rPr>
              <a:t> </a:t>
            </a:r>
            <a:r>
              <a:rPr sz="1200" b="1" dirty="0">
                <a:latin typeface="Times New Roman"/>
                <a:cs typeface="Times New Roman"/>
              </a:rPr>
              <a:t>Things</a:t>
            </a:r>
            <a:r>
              <a:rPr sz="1200" b="1" spc="-20" dirty="0">
                <a:latin typeface="Times New Roman"/>
                <a:cs typeface="Times New Roman"/>
              </a:rPr>
              <a:t> </a:t>
            </a:r>
            <a:r>
              <a:rPr sz="1200" b="1" dirty="0">
                <a:latin typeface="Times New Roman"/>
                <a:cs typeface="Times New Roman"/>
              </a:rPr>
              <a:t>(IoT)</a:t>
            </a:r>
            <a:r>
              <a:rPr sz="1200" b="1" spc="30" dirty="0">
                <a:latin typeface="Times New Roman"/>
                <a:cs typeface="Times New Roman"/>
              </a:rPr>
              <a:t> </a:t>
            </a:r>
            <a:r>
              <a:rPr sz="1200" dirty="0">
                <a:latin typeface="Times New Roman"/>
                <a:cs typeface="Times New Roman"/>
              </a:rPr>
              <a:t>into</a:t>
            </a:r>
            <a:r>
              <a:rPr sz="1200" spc="15" dirty="0">
                <a:latin typeface="Times New Roman"/>
                <a:cs typeface="Times New Roman"/>
              </a:rPr>
              <a:t> </a:t>
            </a:r>
            <a:r>
              <a:rPr sz="1200" dirty="0">
                <a:latin typeface="Times New Roman"/>
                <a:cs typeface="Times New Roman"/>
              </a:rPr>
              <a:t>disaster</a:t>
            </a:r>
            <a:r>
              <a:rPr sz="1200" spc="-5" dirty="0">
                <a:latin typeface="Times New Roman"/>
                <a:cs typeface="Times New Roman"/>
              </a:rPr>
              <a:t> </a:t>
            </a:r>
            <a:r>
              <a:rPr sz="1200" dirty="0">
                <a:latin typeface="Times New Roman"/>
                <a:cs typeface="Times New Roman"/>
              </a:rPr>
              <a:t>management</a:t>
            </a:r>
            <a:r>
              <a:rPr sz="1200" spc="10" dirty="0">
                <a:latin typeface="Times New Roman"/>
                <a:cs typeface="Times New Roman"/>
              </a:rPr>
              <a:t> </a:t>
            </a:r>
            <a:r>
              <a:rPr sz="1200" dirty="0">
                <a:latin typeface="Times New Roman"/>
                <a:cs typeface="Times New Roman"/>
              </a:rPr>
              <a:t>provides </a:t>
            </a:r>
            <a:r>
              <a:rPr sz="1200" spc="-50" dirty="0">
                <a:latin typeface="Times New Roman"/>
                <a:cs typeface="Times New Roman"/>
              </a:rPr>
              <a:t>a </a:t>
            </a:r>
            <a:r>
              <a:rPr sz="1200" dirty="0">
                <a:latin typeface="Times New Roman"/>
                <a:cs typeface="Times New Roman"/>
              </a:rPr>
              <a:t>modern</a:t>
            </a:r>
            <a:r>
              <a:rPr sz="1200" spc="385" dirty="0">
                <a:latin typeface="Times New Roman"/>
                <a:cs typeface="Times New Roman"/>
              </a:rPr>
              <a:t> </a:t>
            </a:r>
            <a:r>
              <a:rPr sz="1200" dirty="0">
                <a:latin typeface="Times New Roman"/>
                <a:cs typeface="Times New Roman"/>
              </a:rPr>
              <a:t>solution.</a:t>
            </a:r>
            <a:r>
              <a:rPr sz="1200" spc="415" dirty="0">
                <a:latin typeface="Times New Roman"/>
                <a:cs typeface="Times New Roman"/>
              </a:rPr>
              <a:t> </a:t>
            </a:r>
            <a:r>
              <a:rPr sz="1200" dirty="0">
                <a:latin typeface="Times New Roman"/>
                <a:cs typeface="Times New Roman"/>
              </a:rPr>
              <a:t>IoT</a:t>
            </a:r>
            <a:r>
              <a:rPr sz="1200" spc="420" dirty="0">
                <a:latin typeface="Times New Roman"/>
                <a:cs typeface="Times New Roman"/>
              </a:rPr>
              <a:t> </a:t>
            </a:r>
            <a:r>
              <a:rPr sz="1200" dirty="0">
                <a:latin typeface="Times New Roman"/>
                <a:cs typeface="Times New Roman"/>
              </a:rPr>
              <a:t>allows</a:t>
            </a:r>
            <a:r>
              <a:rPr sz="1200" spc="445" dirty="0">
                <a:latin typeface="Times New Roman"/>
                <a:cs typeface="Times New Roman"/>
              </a:rPr>
              <a:t> </a:t>
            </a:r>
            <a:r>
              <a:rPr sz="1200" dirty="0">
                <a:latin typeface="Times New Roman"/>
                <a:cs typeface="Times New Roman"/>
              </a:rPr>
              <a:t>for</a:t>
            </a:r>
            <a:r>
              <a:rPr sz="1200" spc="420" dirty="0">
                <a:latin typeface="Times New Roman"/>
                <a:cs typeface="Times New Roman"/>
              </a:rPr>
              <a:t> </a:t>
            </a:r>
            <a:r>
              <a:rPr sz="1200" b="1" spc="-20" dirty="0">
                <a:latin typeface="Times New Roman"/>
                <a:cs typeface="Times New Roman"/>
              </a:rPr>
              <a:t>real-</a:t>
            </a:r>
            <a:r>
              <a:rPr sz="1200" b="1" dirty="0">
                <a:latin typeface="Times New Roman"/>
                <a:cs typeface="Times New Roman"/>
              </a:rPr>
              <a:t>time</a:t>
            </a:r>
            <a:r>
              <a:rPr sz="1200" b="1" spc="405" dirty="0">
                <a:latin typeface="Times New Roman"/>
                <a:cs typeface="Times New Roman"/>
              </a:rPr>
              <a:t> </a:t>
            </a:r>
            <a:r>
              <a:rPr sz="1200" b="1" dirty="0">
                <a:latin typeface="Times New Roman"/>
                <a:cs typeface="Times New Roman"/>
              </a:rPr>
              <a:t>data</a:t>
            </a:r>
            <a:r>
              <a:rPr sz="1200" b="1" spc="409" dirty="0">
                <a:latin typeface="Times New Roman"/>
                <a:cs typeface="Times New Roman"/>
              </a:rPr>
              <a:t> </a:t>
            </a:r>
            <a:r>
              <a:rPr sz="1200" b="1" dirty="0">
                <a:latin typeface="Times New Roman"/>
                <a:cs typeface="Times New Roman"/>
              </a:rPr>
              <a:t>collection,</a:t>
            </a:r>
            <a:r>
              <a:rPr sz="1200" b="1" spc="420" dirty="0">
                <a:latin typeface="Times New Roman"/>
                <a:cs typeface="Times New Roman"/>
              </a:rPr>
              <a:t> </a:t>
            </a:r>
            <a:r>
              <a:rPr sz="1200" b="1" dirty="0">
                <a:latin typeface="Times New Roman"/>
                <a:cs typeface="Times New Roman"/>
              </a:rPr>
              <a:t>remote</a:t>
            </a:r>
            <a:r>
              <a:rPr sz="1200" b="1" spc="400" dirty="0">
                <a:latin typeface="Times New Roman"/>
                <a:cs typeface="Times New Roman"/>
              </a:rPr>
              <a:t> </a:t>
            </a:r>
            <a:r>
              <a:rPr sz="1200" b="1" dirty="0">
                <a:latin typeface="Times New Roman"/>
                <a:cs typeface="Times New Roman"/>
              </a:rPr>
              <a:t>monitoring,</a:t>
            </a:r>
            <a:r>
              <a:rPr sz="1200" b="1" spc="420" dirty="0">
                <a:latin typeface="Times New Roman"/>
                <a:cs typeface="Times New Roman"/>
              </a:rPr>
              <a:t> </a:t>
            </a:r>
            <a:r>
              <a:rPr sz="1200" b="1" spc="-25" dirty="0">
                <a:latin typeface="Times New Roman"/>
                <a:cs typeface="Times New Roman"/>
              </a:rPr>
              <a:t>and </a:t>
            </a:r>
            <a:r>
              <a:rPr sz="1200" b="1" dirty="0">
                <a:latin typeface="Times New Roman"/>
                <a:cs typeface="Times New Roman"/>
              </a:rPr>
              <a:t>automated</a:t>
            </a:r>
            <a:r>
              <a:rPr sz="1200" b="1" spc="-40" dirty="0">
                <a:latin typeface="Times New Roman"/>
                <a:cs typeface="Times New Roman"/>
              </a:rPr>
              <a:t> </a:t>
            </a:r>
            <a:r>
              <a:rPr sz="1200" b="1" dirty="0">
                <a:latin typeface="Times New Roman"/>
                <a:cs typeface="Times New Roman"/>
              </a:rPr>
              <a:t>alerts</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making</a:t>
            </a:r>
            <a:r>
              <a:rPr sz="1200" spc="-20"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ideal</a:t>
            </a:r>
            <a:r>
              <a:rPr sz="1200" spc="-6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flood</a:t>
            </a:r>
            <a:r>
              <a:rPr sz="1200" spc="-40" dirty="0">
                <a:latin typeface="Times New Roman"/>
                <a:cs typeface="Times New Roman"/>
              </a:rPr>
              <a:t> </a:t>
            </a:r>
            <a:r>
              <a:rPr sz="1200" dirty="0">
                <a:latin typeface="Times New Roman"/>
                <a:cs typeface="Times New Roman"/>
              </a:rPr>
              <a:t>detection</a:t>
            </a:r>
            <a:r>
              <a:rPr sz="1200" spc="-60" dirty="0">
                <a:latin typeface="Times New Roman"/>
                <a:cs typeface="Times New Roman"/>
              </a:rPr>
              <a:t> </a:t>
            </a:r>
            <a:r>
              <a:rPr sz="1200" spc="-10" dirty="0">
                <a:latin typeface="Times New Roman"/>
                <a:cs typeface="Times New Roman"/>
              </a:rPr>
              <a:t>systems.</a:t>
            </a:r>
            <a:endParaRPr sz="1200">
              <a:latin typeface="Times New Roman"/>
              <a:cs typeface="Times New Roman"/>
            </a:endParaRPr>
          </a:p>
          <a:p>
            <a:pPr marL="338455" marR="6350" algn="just">
              <a:lnSpc>
                <a:spcPts val="2090"/>
              </a:lnSpc>
              <a:spcBef>
                <a:spcPts val="150"/>
              </a:spcBef>
            </a:pPr>
            <a:r>
              <a:rPr sz="1200" dirty="0">
                <a:latin typeface="Times New Roman"/>
                <a:cs typeface="Times New Roman"/>
              </a:rPr>
              <a:t>This</a:t>
            </a:r>
            <a:r>
              <a:rPr sz="1200" spc="425" dirty="0">
                <a:latin typeface="Times New Roman"/>
                <a:cs typeface="Times New Roman"/>
              </a:rPr>
              <a:t> </a:t>
            </a:r>
            <a:r>
              <a:rPr sz="1200" dirty="0">
                <a:latin typeface="Times New Roman"/>
                <a:cs typeface="Times New Roman"/>
              </a:rPr>
              <a:t>project</a:t>
            </a:r>
            <a:r>
              <a:rPr sz="1200" spc="459" dirty="0">
                <a:latin typeface="Times New Roman"/>
                <a:cs typeface="Times New Roman"/>
              </a:rPr>
              <a:t> </a:t>
            </a:r>
            <a:r>
              <a:rPr sz="1200" dirty="0">
                <a:latin typeface="Times New Roman"/>
                <a:cs typeface="Times New Roman"/>
              </a:rPr>
              <a:t>proposes</a:t>
            </a:r>
            <a:r>
              <a:rPr sz="1200" spc="430" dirty="0">
                <a:latin typeface="Times New Roman"/>
                <a:cs typeface="Times New Roman"/>
              </a:rPr>
              <a:t> </a:t>
            </a:r>
            <a:r>
              <a:rPr sz="1200" dirty="0">
                <a:latin typeface="Times New Roman"/>
                <a:cs typeface="Times New Roman"/>
              </a:rPr>
              <a:t>an</a:t>
            </a:r>
            <a:r>
              <a:rPr sz="1200" spc="430" dirty="0">
                <a:latin typeface="Times New Roman"/>
                <a:cs typeface="Times New Roman"/>
              </a:rPr>
              <a:t> </a:t>
            </a:r>
            <a:r>
              <a:rPr sz="1200" b="1" spc="-10" dirty="0">
                <a:latin typeface="Times New Roman"/>
                <a:cs typeface="Times New Roman"/>
              </a:rPr>
              <a:t>IoT-</a:t>
            </a:r>
            <a:r>
              <a:rPr sz="1200" b="1" dirty="0">
                <a:latin typeface="Times New Roman"/>
                <a:cs typeface="Times New Roman"/>
              </a:rPr>
              <a:t>based</a:t>
            </a:r>
            <a:r>
              <a:rPr sz="1200" b="1" spc="445" dirty="0">
                <a:latin typeface="Times New Roman"/>
                <a:cs typeface="Times New Roman"/>
              </a:rPr>
              <a:t> </a:t>
            </a:r>
            <a:r>
              <a:rPr sz="1200" b="1" dirty="0">
                <a:latin typeface="Times New Roman"/>
                <a:cs typeface="Times New Roman"/>
              </a:rPr>
              <a:t>Flood</a:t>
            </a:r>
            <a:r>
              <a:rPr sz="1200" b="1" spc="440" dirty="0">
                <a:latin typeface="Times New Roman"/>
                <a:cs typeface="Times New Roman"/>
              </a:rPr>
              <a:t> </a:t>
            </a:r>
            <a:r>
              <a:rPr sz="1200" b="1" dirty="0">
                <a:latin typeface="Times New Roman"/>
                <a:cs typeface="Times New Roman"/>
              </a:rPr>
              <a:t>Detection</a:t>
            </a:r>
            <a:r>
              <a:rPr sz="1200" b="1" spc="445" dirty="0">
                <a:latin typeface="Times New Roman"/>
                <a:cs typeface="Times New Roman"/>
              </a:rPr>
              <a:t> </a:t>
            </a:r>
            <a:r>
              <a:rPr sz="1200" b="1" dirty="0">
                <a:latin typeface="Times New Roman"/>
                <a:cs typeface="Times New Roman"/>
              </a:rPr>
              <a:t>System</a:t>
            </a:r>
            <a:r>
              <a:rPr sz="1200" b="1" spc="420" dirty="0">
                <a:latin typeface="Times New Roman"/>
                <a:cs typeface="Times New Roman"/>
              </a:rPr>
              <a:t> </a:t>
            </a:r>
            <a:r>
              <a:rPr sz="1200" dirty="0">
                <a:latin typeface="Times New Roman"/>
                <a:cs typeface="Times New Roman"/>
              </a:rPr>
              <a:t>that</a:t>
            </a:r>
            <a:r>
              <a:rPr sz="1200" spc="465" dirty="0">
                <a:latin typeface="Times New Roman"/>
                <a:cs typeface="Times New Roman"/>
              </a:rPr>
              <a:t> </a:t>
            </a:r>
            <a:r>
              <a:rPr sz="1200" dirty="0">
                <a:latin typeface="Times New Roman"/>
                <a:cs typeface="Times New Roman"/>
              </a:rPr>
              <a:t>uses</a:t>
            </a:r>
            <a:r>
              <a:rPr sz="1200" spc="425" dirty="0">
                <a:latin typeface="Times New Roman"/>
                <a:cs typeface="Times New Roman"/>
              </a:rPr>
              <a:t> </a:t>
            </a:r>
            <a:r>
              <a:rPr sz="1200" dirty="0">
                <a:latin typeface="Times New Roman"/>
                <a:cs typeface="Times New Roman"/>
              </a:rPr>
              <a:t>an</a:t>
            </a:r>
            <a:r>
              <a:rPr sz="1200" spc="425" dirty="0">
                <a:latin typeface="Times New Roman"/>
                <a:cs typeface="Times New Roman"/>
              </a:rPr>
              <a:t> </a:t>
            </a:r>
            <a:r>
              <a:rPr sz="1200" b="1" spc="-10" dirty="0">
                <a:latin typeface="Times New Roman"/>
                <a:cs typeface="Times New Roman"/>
              </a:rPr>
              <a:t>Arduino </a:t>
            </a:r>
            <a:r>
              <a:rPr sz="1200" b="1" dirty="0">
                <a:latin typeface="Times New Roman"/>
                <a:cs typeface="Times New Roman"/>
              </a:rPr>
              <a:t>microcontroller</a:t>
            </a:r>
            <a:r>
              <a:rPr sz="1200" b="1" spc="295" dirty="0">
                <a:latin typeface="Times New Roman"/>
                <a:cs typeface="Times New Roman"/>
              </a:rPr>
              <a:t> </a:t>
            </a:r>
            <a:r>
              <a:rPr sz="1200" dirty="0">
                <a:latin typeface="Times New Roman"/>
                <a:cs typeface="Times New Roman"/>
              </a:rPr>
              <a:t>and</a:t>
            </a:r>
            <a:r>
              <a:rPr sz="1200" spc="310" dirty="0">
                <a:latin typeface="Times New Roman"/>
                <a:cs typeface="Times New Roman"/>
              </a:rPr>
              <a:t> </a:t>
            </a:r>
            <a:r>
              <a:rPr sz="1200" dirty="0">
                <a:latin typeface="Times New Roman"/>
                <a:cs typeface="Times New Roman"/>
              </a:rPr>
              <a:t>a</a:t>
            </a:r>
            <a:r>
              <a:rPr sz="1200" spc="305" dirty="0">
                <a:latin typeface="Times New Roman"/>
                <a:cs typeface="Times New Roman"/>
              </a:rPr>
              <a:t> </a:t>
            </a:r>
            <a:r>
              <a:rPr sz="1200" dirty="0">
                <a:latin typeface="Times New Roman"/>
                <a:cs typeface="Times New Roman"/>
              </a:rPr>
              <a:t>set</a:t>
            </a:r>
            <a:r>
              <a:rPr sz="1200" spc="290" dirty="0">
                <a:latin typeface="Times New Roman"/>
                <a:cs typeface="Times New Roman"/>
              </a:rPr>
              <a:t> </a:t>
            </a:r>
            <a:r>
              <a:rPr sz="1200" dirty="0">
                <a:latin typeface="Times New Roman"/>
                <a:cs typeface="Times New Roman"/>
              </a:rPr>
              <a:t>of</a:t>
            </a:r>
            <a:r>
              <a:rPr sz="1200" spc="270" dirty="0">
                <a:latin typeface="Times New Roman"/>
                <a:cs typeface="Times New Roman"/>
              </a:rPr>
              <a:t> </a:t>
            </a:r>
            <a:r>
              <a:rPr sz="1200" dirty="0">
                <a:latin typeface="Times New Roman"/>
                <a:cs typeface="Times New Roman"/>
              </a:rPr>
              <a:t>sensors</a:t>
            </a:r>
            <a:r>
              <a:rPr sz="1200" spc="275" dirty="0">
                <a:latin typeface="Times New Roman"/>
                <a:cs typeface="Times New Roman"/>
              </a:rPr>
              <a:t> </a:t>
            </a:r>
            <a:r>
              <a:rPr sz="1200" dirty="0">
                <a:latin typeface="Times New Roman"/>
                <a:cs typeface="Times New Roman"/>
              </a:rPr>
              <a:t>to</a:t>
            </a:r>
            <a:r>
              <a:rPr sz="1200" spc="310" dirty="0">
                <a:latin typeface="Times New Roman"/>
                <a:cs typeface="Times New Roman"/>
              </a:rPr>
              <a:t> </a:t>
            </a:r>
            <a:r>
              <a:rPr sz="1200" dirty="0">
                <a:latin typeface="Times New Roman"/>
                <a:cs typeface="Times New Roman"/>
              </a:rPr>
              <a:t>monitor</a:t>
            </a:r>
            <a:r>
              <a:rPr sz="1200" spc="300" dirty="0">
                <a:latin typeface="Times New Roman"/>
                <a:cs typeface="Times New Roman"/>
              </a:rPr>
              <a:t> </a:t>
            </a:r>
            <a:r>
              <a:rPr sz="1200" dirty="0">
                <a:latin typeface="Times New Roman"/>
                <a:cs typeface="Times New Roman"/>
              </a:rPr>
              <a:t>critical</a:t>
            </a:r>
            <a:r>
              <a:rPr sz="1200" spc="265" dirty="0">
                <a:latin typeface="Times New Roman"/>
                <a:cs typeface="Times New Roman"/>
              </a:rPr>
              <a:t> </a:t>
            </a:r>
            <a:r>
              <a:rPr sz="1200" dirty="0">
                <a:latin typeface="Times New Roman"/>
                <a:cs typeface="Times New Roman"/>
              </a:rPr>
              <a:t>environmental</a:t>
            </a:r>
            <a:r>
              <a:rPr sz="1200" spc="290" dirty="0">
                <a:latin typeface="Times New Roman"/>
                <a:cs typeface="Times New Roman"/>
              </a:rPr>
              <a:t> </a:t>
            </a:r>
            <a:r>
              <a:rPr sz="1200" dirty="0">
                <a:latin typeface="Times New Roman"/>
                <a:cs typeface="Times New Roman"/>
              </a:rPr>
              <a:t>factors</a:t>
            </a:r>
            <a:r>
              <a:rPr sz="1200" spc="300" dirty="0">
                <a:latin typeface="Times New Roman"/>
                <a:cs typeface="Times New Roman"/>
              </a:rPr>
              <a:t> </a:t>
            </a:r>
            <a:r>
              <a:rPr sz="1200" dirty="0">
                <a:latin typeface="Times New Roman"/>
                <a:cs typeface="Times New Roman"/>
              </a:rPr>
              <a:t>such</a:t>
            </a:r>
            <a:r>
              <a:rPr sz="1200" spc="285" dirty="0">
                <a:latin typeface="Times New Roman"/>
                <a:cs typeface="Times New Roman"/>
              </a:rPr>
              <a:t> </a:t>
            </a:r>
            <a:r>
              <a:rPr sz="1200" spc="-25" dirty="0">
                <a:latin typeface="Times New Roman"/>
                <a:cs typeface="Times New Roman"/>
              </a:rPr>
              <a:t>as</a:t>
            </a:r>
            <a:endParaRPr sz="1200">
              <a:latin typeface="Times New Roman"/>
              <a:cs typeface="Times New Roman"/>
            </a:endParaRPr>
          </a:p>
          <a:p>
            <a:pPr marL="338455" algn="just">
              <a:lnSpc>
                <a:spcPct val="100000"/>
              </a:lnSpc>
              <a:spcBef>
                <a:spcPts val="445"/>
              </a:spcBef>
            </a:pPr>
            <a:r>
              <a:rPr sz="1200" b="1" dirty="0">
                <a:latin typeface="Times New Roman"/>
                <a:cs typeface="Times New Roman"/>
              </a:rPr>
              <a:t>temperature,</a:t>
            </a:r>
            <a:r>
              <a:rPr sz="1200" b="1" spc="100" dirty="0">
                <a:latin typeface="Times New Roman"/>
                <a:cs typeface="Times New Roman"/>
              </a:rPr>
              <a:t> </a:t>
            </a:r>
            <a:r>
              <a:rPr sz="1200" b="1" dirty="0">
                <a:latin typeface="Times New Roman"/>
                <a:cs typeface="Times New Roman"/>
              </a:rPr>
              <a:t>humidity,</a:t>
            </a:r>
            <a:r>
              <a:rPr sz="1200" b="1" spc="100" dirty="0">
                <a:latin typeface="Times New Roman"/>
                <a:cs typeface="Times New Roman"/>
              </a:rPr>
              <a:t> </a:t>
            </a:r>
            <a:r>
              <a:rPr sz="1200" b="1" dirty="0">
                <a:latin typeface="Times New Roman"/>
                <a:cs typeface="Times New Roman"/>
              </a:rPr>
              <a:t>water</a:t>
            </a:r>
            <a:r>
              <a:rPr sz="1200" b="1" spc="65" dirty="0">
                <a:latin typeface="Times New Roman"/>
                <a:cs typeface="Times New Roman"/>
              </a:rPr>
              <a:t> </a:t>
            </a:r>
            <a:r>
              <a:rPr sz="1200" b="1" dirty="0">
                <a:latin typeface="Times New Roman"/>
                <a:cs typeface="Times New Roman"/>
              </a:rPr>
              <a:t>level,</a:t>
            </a:r>
            <a:r>
              <a:rPr sz="1200" b="1" spc="105" dirty="0">
                <a:latin typeface="Times New Roman"/>
                <a:cs typeface="Times New Roman"/>
              </a:rPr>
              <a:t> </a:t>
            </a:r>
            <a:r>
              <a:rPr sz="1200" b="1" dirty="0">
                <a:latin typeface="Times New Roman"/>
                <a:cs typeface="Times New Roman"/>
              </a:rPr>
              <a:t>and</a:t>
            </a:r>
            <a:r>
              <a:rPr sz="1200" b="1" spc="90" dirty="0">
                <a:latin typeface="Times New Roman"/>
                <a:cs typeface="Times New Roman"/>
              </a:rPr>
              <a:t> </a:t>
            </a:r>
            <a:r>
              <a:rPr sz="1200" b="1" dirty="0">
                <a:latin typeface="Times New Roman"/>
                <a:cs typeface="Times New Roman"/>
              </a:rPr>
              <a:t>flow</a:t>
            </a:r>
            <a:r>
              <a:rPr sz="1200" b="1" spc="110" dirty="0">
                <a:latin typeface="Times New Roman"/>
                <a:cs typeface="Times New Roman"/>
              </a:rPr>
              <a:t> </a:t>
            </a:r>
            <a:r>
              <a:rPr sz="1200" b="1" dirty="0">
                <a:latin typeface="Times New Roman"/>
                <a:cs typeface="Times New Roman"/>
              </a:rPr>
              <a:t>rate</a:t>
            </a:r>
            <a:r>
              <a:rPr sz="1200" dirty="0">
                <a:latin typeface="Times New Roman"/>
                <a:cs typeface="Times New Roman"/>
              </a:rPr>
              <a:t>.</a:t>
            </a:r>
            <a:r>
              <a:rPr sz="1200" spc="105" dirty="0">
                <a:latin typeface="Times New Roman"/>
                <a:cs typeface="Times New Roman"/>
              </a:rPr>
              <a:t> </a:t>
            </a:r>
            <a:r>
              <a:rPr sz="1200" dirty="0">
                <a:latin typeface="Times New Roman"/>
                <a:cs typeface="Times New Roman"/>
              </a:rPr>
              <a:t>The</a:t>
            </a:r>
            <a:r>
              <a:rPr sz="1200" spc="85" dirty="0">
                <a:latin typeface="Times New Roman"/>
                <a:cs typeface="Times New Roman"/>
              </a:rPr>
              <a:t> </a:t>
            </a:r>
            <a:r>
              <a:rPr sz="1200" dirty="0">
                <a:latin typeface="Times New Roman"/>
                <a:cs typeface="Times New Roman"/>
              </a:rPr>
              <a:t>system</a:t>
            </a:r>
            <a:r>
              <a:rPr sz="1200" spc="50" dirty="0">
                <a:latin typeface="Times New Roman"/>
                <a:cs typeface="Times New Roman"/>
              </a:rPr>
              <a:t> </a:t>
            </a:r>
            <a:r>
              <a:rPr sz="1200" dirty="0">
                <a:latin typeface="Times New Roman"/>
                <a:cs typeface="Times New Roman"/>
              </a:rPr>
              <a:t>continuously</a:t>
            </a:r>
            <a:r>
              <a:rPr sz="1200" spc="70" dirty="0">
                <a:latin typeface="Times New Roman"/>
                <a:cs typeface="Times New Roman"/>
              </a:rPr>
              <a:t> </a:t>
            </a:r>
            <a:r>
              <a:rPr sz="1200" dirty="0">
                <a:latin typeface="Times New Roman"/>
                <a:cs typeface="Times New Roman"/>
              </a:rPr>
              <a:t>collects</a:t>
            </a:r>
            <a:r>
              <a:rPr sz="1200" spc="85" dirty="0">
                <a:latin typeface="Times New Roman"/>
                <a:cs typeface="Times New Roman"/>
              </a:rPr>
              <a:t> </a:t>
            </a:r>
            <a:r>
              <a:rPr sz="1200" spc="-25" dirty="0">
                <a:latin typeface="Times New Roman"/>
                <a:cs typeface="Times New Roman"/>
              </a:rPr>
              <a:t>and</a:t>
            </a:r>
            <a:endParaRPr sz="1200">
              <a:latin typeface="Times New Roman"/>
              <a:cs typeface="Times New Roman"/>
            </a:endParaRPr>
          </a:p>
          <a:p>
            <a:pPr marL="338455" marR="6985" algn="just">
              <a:lnSpc>
                <a:spcPct val="143300"/>
              </a:lnSpc>
            </a:pPr>
            <a:r>
              <a:rPr sz="1200" dirty="0">
                <a:latin typeface="Times New Roman"/>
                <a:cs typeface="Times New Roman"/>
              </a:rPr>
              <a:t>displays</a:t>
            </a:r>
            <a:r>
              <a:rPr sz="1200" spc="80" dirty="0">
                <a:latin typeface="Times New Roman"/>
                <a:cs typeface="Times New Roman"/>
              </a:rPr>
              <a:t> </a:t>
            </a:r>
            <a:r>
              <a:rPr sz="1200" dirty="0">
                <a:latin typeface="Times New Roman"/>
                <a:cs typeface="Times New Roman"/>
              </a:rPr>
              <a:t>this</a:t>
            </a:r>
            <a:r>
              <a:rPr sz="1200" spc="60" dirty="0">
                <a:latin typeface="Times New Roman"/>
                <a:cs typeface="Times New Roman"/>
              </a:rPr>
              <a:t> </a:t>
            </a:r>
            <a:r>
              <a:rPr sz="1200" dirty="0">
                <a:latin typeface="Times New Roman"/>
                <a:cs typeface="Times New Roman"/>
              </a:rPr>
              <a:t>data</a:t>
            </a:r>
            <a:r>
              <a:rPr sz="1200" spc="70" dirty="0">
                <a:latin typeface="Times New Roman"/>
                <a:cs typeface="Times New Roman"/>
              </a:rPr>
              <a:t> </a:t>
            </a:r>
            <a:r>
              <a:rPr sz="1200" dirty="0">
                <a:latin typeface="Times New Roman"/>
                <a:cs typeface="Times New Roman"/>
              </a:rPr>
              <a:t>and</a:t>
            </a:r>
            <a:r>
              <a:rPr sz="1200" spc="70" dirty="0">
                <a:latin typeface="Times New Roman"/>
                <a:cs typeface="Times New Roman"/>
              </a:rPr>
              <a:t> </a:t>
            </a:r>
            <a:r>
              <a:rPr sz="1200" dirty="0">
                <a:latin typeface="Times New Roman"/>
                <a:cs typeface="Times New Roman"/>
              </a:rPr>
              <a:t>transmits</a:t>
            </a:r>
            <a:r>
              <a:rPr sz="1200" spc="85" dirty="0">
                <a:latin typeface="Times New Roman"/>
                <a:cs typeface="Times New Roman"/>
              </a:rPr>
              <a:t> </a:t>
            </a:r>
            <a:r>
              <a:rPr sz="1200" dirty="0">
                <a:latin typeface="Times New Roman"/>
                <a:cs typeface="Times New Roman"/>
              </a:rPr>
              <a:t>it</a:t>
            </a:r>
            <a:r>
              <a:rPr sz="1200" spc="95" dirty="0">
                <a:latin typeface="Times New Roman"/>
                <a:cs typeface="Times New Roman"/>
              </a:rPr>
              <a:t> </a:t>
            </a:r>
            <a:r>
              <a:rPr sz="1200" dirty="0">
                <a:latin typeface="Times New Roman"/>
                <a:cs typeface="Times New Roman"/>
              </a:rPr>
              <a:t>over</a:t>
            </a:r>
            <a:r>
              <a:rPr sz="1200" spc="80"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dirty="0">
                <a:latin typeface="Times New Roman"/>
                <a:cs typeface="Times New Roman"/>
              </a:rPr>
              <a:t>internet</a:t>
            </a:r>
            <a:r>
              <a:rPr sz="1200" spc="70" dirty="0">
                <a:latin typeface="Times New Roman"/>
                <a:cs typeface="Times New Roman"/>
              </a:rPr>
              <a:t> </a:t>
            </a:r>
            <a:r>
              <a:rPr sz="1200" dirty="0">
                <a:latin typeface="Times New Roman"/>
                <a:cs typeface="Times New Roman"/>
              </a:rPr>
              <a:t>to</a:t>
            </a:r>
            <a:r>
              <a:rPr sz="1200" spc="95" dirty="0">
                <a:latin typeface="Times New Roman"/>
                <a:cs typeface="Times New Roman"/>
              </a:rPr>
              <a:t> </a:t>
            </a:r>
            <a:r>
              <a:rPr sz="1200" dirty="0">
                <a:latin typeface="Times New Roman"/>
                <a:cs typeface="Times New Roman"/>
              </a:rPr>
              <a:t>provide</a:t>
            </a:r>
            <a:r>
              <a:rPr sz="1200" spc="70" dirty="0">
                <a:latin typeface="Times New Roman"/>
                <a:cs typeface="Times New Roman"/>
              </a:rPr>
              <a:t> </a:t>
            </a:r>
            <a:r>
              <a:rPr sz="1200" dirty="0">
                <a:latin typeface="Times New Roman"/>
                <a:cs typeface="Times New Roman"/>
              </a:rPr>
              <a:t>timely</a:t>
            </a:r>
            <a:r>
              <a:rPr sz="1200" spc="50" dirty="0">
                <a:latin typeface="Times New Roman"/>
                <a:cs typeface="Times New Roman"/>
              </a:rPr>
              <a:t> </a:t>
            </a:r>
            <a:r>
              <a:rPr sz="1200" dirty="0">
                <a:latin typeface="Times New Roman"/>
                <a:cs typeface="Times New Roman"/>
              </a:rPr>
              <a:t>alerts</a:t>
            </a:r>
            <a:r>
              <a:rPr sz="1200" spc="9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case</a:t>
            </a:r>
            <a:r>
              <a:rPr sz="1200" spc="7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rising </a:t>
            </a:r>
            <a:r>
              <a:rPr sz="1200" dirty="0">
                <a:latin typeface="Times New Roman"/>
                <a:cs typeface="Times New Roman"/>
              </a:rPr>
              <a:t>flood</a:t>
            </a:r>
            <a:r>
              <a:rPr sz="1200" spc="100" dirty="0">
                <a:latin typeface="Times New Roman"/>
                <a:cs typeface="Times New Roman"/>
              </a:rPr>
              <a:t> </a:t>
            </a:r>
            <a:r>
              <a:rPr sz="1200" dirty="0">
                <a:latin typeface="Times New Roman"/>
                <a:cs typeface="Times New Roman"/>
              </a:rPr>
              <a:t>risks.</a:t>
            </a:r>
            <a:r>
              <a:rPr sz="1200" spc="120" dirty="0">
                <a:latin typeface="Times New Roman"/>
                <a:cs typeface="Times New Roman"/>
              </a:rPr>
              <a:t> </a:t>
            </a:r>
            <a:r>
              <a:rPr sz="1200" dirty="0">
                <a:latin typeface="Times New Roman"/>
                <a:cs typeface="Times New Roman"/>
              </a:rPr>
              <a:t>This</a:t>
            </a:r>
            <a:r>
              <a:rPr sz="1200" spc="95" dirty="0">
                <a:latin typeface="Times New Roman"/>
                <a:cs typeface="Times New Roman"/>
              </a:rPr>
              <a:t> </a:t>
            </a:r>
            <a:r>
              <a:rPr sz="1200" dirty="0">
                <a:latin typeface="Times New Roman"/>
                <a:cs typeface="Times New Roman"/>
              </a:rPr>
              <a:t>allows</a:t>
            </a:r>
            <a:r>
              <a:rPr sz="1200" spc="114" dirty="0">
                <a:latin typeface="Times New Roman"/>
                <a:cs typeface="Times New Roman"/>
              </a:rPr>
              <a:t> </a:t>
            </a:r>
            <a:r>
              <a:rPr sz="1200" dirty="0">
                <a:latin typeface="Times New Roman"/>
                <a:cs typeface="Times New Roman"/>
              </a:rPr>
              <a:t>individuals,</a:t>
            </a:r>
            <a:r>
              <a:rPr sz="1200" spc="120" dirty="0">
                <a:latin typeface="Times New Roman"/>
                <a:cs typeface="Times New Roman"/>
              </a:rPr>
              <a:t> </a:t>
            </a:r>
            <a:r>
              <a:rPr sz="1200" dirty="0">
                <a:latin typeface="Times New Roman"/>
                <a:cs typeface="Times New Roman"/>
              </a:rPr>
              <a:t>authorities,</a:t>
            </a:r>
            <a:r>
              <a:rPr sz="1200" spc="135" dirty="0">
                <a:latin typeface="Times New Roman"/>
                <a:cs typeface="Times New Roman"/>
              </a:rPr>
              <a:t> </a:t>
            </a:r>
            <a:r>
              <a:rPr sz="1200" dirty="0">
                <a:latin typeface="Times New Roman"/>
                <a:cs typeface="Times New Roman"/>
              </a:rPr>
              <a:t>and</a:t>
            </a:r>
            <a:r>
              <a:rPr sz="1200" spc="105" dirty="0">
                <a:latin typeface="Times New Roman"/>
                <a:cs typeface="Times New Roman"/>
              </a:rPr>
              <a:t> </a:t>
            </a:r>
            <a:r>
              <a:rPr sz="1200" dirty="0">
                <a:latin typeface="Times New Roman"/>
                <a:cs typeface="Times New Roman"/>
              </a:rPr>
              <a:t>communities</a:t>
            </a:r>
            <a:r>
              <a:rPr sz="1200" spc="90" dirty="0">
                <a:latin typeface="Times New Roman"/>
                <a:cs typeface="Times New Roman"/>
              </a:rPr>
              <a:t> </a:t>
            </a:r>
            <a:r>
              <a:rPr sz="1200" dirty="0">
                <a:latin typeface="Times New Roman"/>
                <a:cs typeface="Times New Roman"/>
              </a:rPr>
              <a:t>to</a:t>
            </a:r>
            <a:r>
              <a:rPr sz="1200" spc="105" dirty="0">
                <a:latin typeface="Times New Roman"/>
                <a:cs typeface="Times New Roman"/>
              </a:rPr>
              <a:t> </a:t>
            </a:r>
            <a:r>
              <a:rPr sz="1200" dirty="0">
                <a:latin typeface="Times New Roman"/>
                <a:cs typeface="Times New Roman"/>
              </a:rPr>
              <a:t>take</a:t>
            </a:r>
            <a:r>
              <a:rPr sz="1200" spc="105" dirty="0">
                <a:latin typeface="Times New Roman"/>
                <a:cs typeface="Times New Roman"/>
              </a:rPr>
              <a:t> </a:t>
            </a:r>
            <a:r>
              <a:rPr sz="1200" dirty="0">
                <a:latin typeface="Times New Roman"/>
                <a:cs typeface="Times New Roman"/>
              </a:rPr>
              <a:t>preventive</a:t>
            </a:r>
            <a:r>
              <a:rPr sz="1200" spc="105" dirty="0">
                <a:latin typeface="Times New Roman"/>
                <a:cs typeface="Times New Roman"/>
              </a:rPr>
              <a:t> </a:t>
            </a:r>
            <a:r>
              <a:rPr sz="1200" spc="-10" dirty="0">
                <a:latin typeface="Times New Roman"/>
                <a:cs typeface="Times New Roman"/>
              </a:rPr>
              <a:t>action</a:t>
            </a:r>
            <a:endParaRPr sz="1200">
              <a:latin typeface="Times New Roman"/>
              <a:cs typeface="Times New Roman"/>
            </a:endParaRPr>
          </a:p>
          <a:p>
            <a:pPr marL="338455" algn="just">
              <a:lnSpc>
                <a:spcPct val="100000"/>
              </a:lnSpc>
              <a:spcBef>
                <a:spcPts val="650"/>
              </a:spcBef>
            </a:pPr>
            <a:r>
              <a:rPr sz="1200" dirty="0">
                <a:latin typeface="Times New Roman"/>
                <a:cs typeface="Times New Roman"/>
              </a:rPr>
              <a:t>before</a:t>
            </a:r>
            <a:r>
              <a:rPr sz="1200" spc="-3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disaster</a:t>
            </a:r>
            <a:r>
              <a:rPr sz="1200" spc="-20" dirty="0">
                <a:latin typeface="Times New Roman"/>
                <a:cs typeface="Times New Roman"/>
              </a:rPr>
              <a:t> </a:t>
            </a:r>
            <a:r>
              <a:rPr sz="1200" spc="-10" dirty="0">
                <a:latin typeface="Times New Roman"/>
                <a:cs typeface="Times New Roman"/>
              </a:rPr>
              <a:t>strikes.</a:t>
            </a:r>
            <a:endParaRPr sz="1200">
              <a:latin typeface="Times New Roman"/>
              <a:cs typeface="Times New Roman"/>
            </a:endParaRPr>
          </a:p>
          <a:p>
            <a:pPr marL="338455" algn="just">
              <a:lnSpc>
                <a:spcPct val="100000"/>
              </a:lnSpc>
              <a:spcBef>
                <a:spcPts val="650"/>
              </a:spcBef>
            </a:pPr>
            <a:r>
              <a:rPr sz="1200" b="1" dirty="0">
                <a:latin typeface="Times New Roman"/>
                <a:cs typeface="Times New Roman"/>
              </a:rPr>
              <a:t>Main</a:t>
            </a:r>
            <a:r>
              <a:rPr sz="1200" b="1" spc="-10" dirty="0">
                <a:latin typeface="Times New Roman"/>
                <a:cs typeface="Times New Roman"/>
              </a:rPr>
              <a:t> Objectives</a:t>
            </a:r>
            <a:endParaRPr sz="1200">
              <a:latin typeface="Times New Roman"/>
              <a:cs typeface="Times New Roman"/>
            </a:endParaRPr>
          </a:p>
          <a:p>
            <a:pPr marL="241300" indent="-228600">
              <a:lnSpc>
                <a:spcPct val="100000"/>
              </a:lnSpc>
              <a:spcBef>
                <a:spcPts val="625"/>
              </a:spcBef>
              <a:buFont typeface="Times New Roman"/>
              <a:buAutoNum type="arabicPeriod"/>
              <a:tabLst>
                <a:tab pos="241300" algn="l"/>
              </a:tabLst>
            </a:pPr>
            <a:r>
              <a:rPr sz="1200" b="1" dirty="0">
                <a:latin typeface="Times New Roman"/>
                <a:cs typeface="Times New Roman"/>
              </a:rPr>
              <a:t>To</a:t>
            </a:r>
            <a:r>
              <a:rPr sz="1200" b="1" spc="-15" dirty="0">
                <a:latin typeface="Times New Roman"/>
                <a:cs typeface="Times New Roman"/>
              </a:rPr>
              <a:t> </a:t>
            </a:r>
            <a:r>
              <a:rPr sz="1200" b="1" dirty="0">
                <a:latin typeface="Times New Roman"/>
                <a:cs typeface="Times New Roman"/>
              </a:rPr>
              <a:t>develop</a:t>
            </a:r>
            <a:r>
              <a:rPr sz="1200" b="1" spc="-10" dirty="0">
                <a:latin typeface="Times New Roman"/>
                <a:cs typeface="Times New Roman"/>
              </a:rPr>
              <a:t> </a:t>
            </a:r>
            <a:r>
              <a:rPr sz="1200" b="1" dirty="0">
                <a:latin typeface="Times New Roman"/>
                <a:cs typeface="Times New Roman"/>
              </a:rPr>
              <a:t>a</a:t>
            </a:r>
            <a:r>
              <a:rPr sz="1200" b="1" spc="-15" dirty="0">
                <a:latin typeface="Times New Roman"/>
                <a:cs typeface="Times New Roman"/>
              </a:rPr>
              <a:t> </a:t>
            </a:r>
            <a:r>
              <a:rPr sz="1200" b="1" spc="-10" dirty="0">
                <a:latin typeface="Times New Roman"/>
                <a:cs typeface="Times New Roman"/>
              </a:rPr>
              <a:t>low-</a:t>
            </a:r>
            <a:r>
              <a:rPr sz="1200" b="1" dirty="0">
                <a:latin typeface="Times New Roman"/>
                <a:cs typeface="Times New Roman"/>
              </a:rPr>
              <a:t>cost, </a:t>
            </a:r>
            <a:r>
              <a:rPr sz="1200" b="1" spc="-20" dirty="0">
                <a:latin typeface="Times New Roman"/>
                <a:cs typeface="Times New Roman"/>
              </a:rPr>
              <a:t>real-</a:t>
            </a:r>
            <a:r>
              <a:rPr sz="1200" b="1" dirty="0">
                <a:latin typeface="Times New Roman"/>
                <a:cs typeface="Times New Roman"/>
              </a:rPr>
              <a:t>time</a:t>
            </a:r>
            <a:r>
              <a:rPr sz="1200" b="1" spc="-20" dirty="0">
                <a:latin typeface="Times New Roman"/>
                <a:cs typeface="Times New Roman"/>
              </a:rPr>
              <a:t> </a:t>
            </a:r>
            <a:r>
              <a:rPr sz="1200" b="1" dirty="0">
                <a:latin typeface="Times New Roman"/>
                <a:cs typeface="Times New Roman"/>
              </a:rPr>
              <a:t>flood</a:t>
            </a:r>
            <a:r>
              <a:rPr sz="1200" b="1" spc="-10" dirty="0">
                <a:latin typeface="Times New Roman"/>
                <a:cs typeface="Times New Roman"/>
              </a:rPr>
              <a:t> </a:t>
            </a:r>
            <a:r>
              <a:rPr sz="1200" b="1" dirty="0">
                <a:latin typeface="Times New Roman"/>
                <a:cs typeface="Times New Roman"/>
              </a:rPr>
              <a:t>detection</a:t>
            </a:r>
            <a:r>
              <a:rPr sz="1200" b="1" spc="-30" dirty="0">
                <a:latin typeface="Times New Roman"/>
                <a:cs typeface="Times New Roman"/>
              </a:rPr>
              <a:t> </a:t>
            </a:r>
            <a:r>
              <a:rPr sz="1200" b="1" dirty="0">
                <a:latin typeface="Times New Roman"/>
                <a:cs typeface="Times New Roman"/>
              </a:rPr>
              <a:t>and</a:t>
            </a:r>
            <a:r>
              <a:rPr sz="1200" b="1" spc="-10" dirty="0">
                <a:latin typeface="Times New Roman"/>
                <a:cs typeface="Times New Roman"/>
              </a:rPr>
              <a:t> </a:t>
            </a:r>
            <a:r>
              <a:rPr sz="1200" b="1" dirty="0">
                <a:latin typeface="Times New Roman"/>
                <a:cs typeface="Times New Roman"/>
              </a:rPr>
              <a:t>alert</a:t>
            </a:r>
            <a:r>
              <a:rPr sz="1200" b="1" spc="-10" dirty="0">
                <a:latin typeface="Times New Roman"/>
                <a:cs typeface="Times New Roman"/>
              </a:rPr>
              <a:t> </a:t>
            </a:r>
            <a:r>
              <a:rPr sz="1200" b="1" dirty="0">
                <a:latin typeface="Times New Roman"/>
                <a:cs typeface="Times New Roman"/>
              </a:rPr>
              <a:t>system</a:t>
            </a:r>
            <a:r>
              <a:rPr sz="1200" b="1" spc="-25" dirty="0">
                <a:latin typeface="Times New Roman"/>
                <a:cs typeface="Times New Roman"/>
              </a:rPr>
              <a:t> </a:t>
            </a:r>
            <a:r>
              <a:rPr sz="1200" b="1" dirty="0">
                <a:latin typeface="Times New Roman"/>
                <a:cs typeface="Times New Roman"/>
              </a:rPr>
              <a:t>using</a:t>
            </a:r>
            <a:r>
              <a:rPr sz="1200" b="1" spc="-10" dirty="0">
                <a:latin typeface="Times New Roman"/>
                <a:cs typeface="Times New Roman"/>
              </a:rPr>
              <a:t> </a:t>
            </a:r>
            <a:r>
              <a:rPr sz="1200" b="1" dirty="0">
                <a:latin typeface="Times New Roman"/>
                <a:cs typeface="Times New Roman"/>
              </a:rPr>
              <a:t>IoT</a:t>
            </a:r>
            <a:r>
              <a:rPr sz="1200" b="1" spc="-25" dirty="0">
                <a:latin typeface="Times New Roman"/>
                <a:cs typeface="Times New Roman"/>
              </a:rPr>
              <a:t> </a:t>
            </a:r>
            <a:r>
              <a:rPr sz="1200" b="1" spc="-10" dirty="0">
                <a:latin typeface="Times New Roman"/>
                <a:cs typeface="Times New Roman"/>
              </a:rPr>
              <a:t>technology.</a:t>
            </a:r>
            <a:endParaRPr sz="1200">
              <a:latin typeface="Times New Roman"/>
              <a:cs typeface="Times New Roman"/>
            </a:endParaRPr>
          </a:p>
          <a:p>
            <a:pPr marL="240665" marR="5080" indent="-228600">
              <a:lnSpc>
                <a:spcPts val="2090"/>
              </a:lnSpc>
              <a:spcBef>
                <a:spcPts val="150"/>
              </a:spcBef>
              <a:buFont typeface="Times New Roman"/>
              <a:buAutoNum type="arabicPeriod"/>
              <a:tabLst>
                <a:tab pos="240665" algn="l"/>
              </a:tabLst>
            </a:pPr>
            <a:r>
              <a:rPr sz="1200" b="1" dirty="0">
                <a:latin typeface="Times New Roman"/>
                <a:cs typeface="Times New Roman"/>
              </a:rPr>
              <a:t>To</a:t>
            </a:r>
            <a:r>
              <a:rPr sz="1200" b="1" spc="270" dirty="0">
                <a:latin typeface="Times New Roman"/>
                <a:cs typeface="Times New Roman"/>
              </a:rPr>
              <a:t> </a:t>
            </a:r>
            <a:r>
              <a:rPr sz="1200" b="1" dirty="0">
                <a:latin typeface="Times New Roman"/>
                <a:cs typeface="Times New Roman"/>
              </a:rPr>
              <a:t>monitor</a:t>
            </a:r>
            <a:r>
              <a:rPr sz="1200" b="1" spc="245" dirty="0">
                <a:latin typeface="Times New Roman"/>
                <a:cs typeface="Times New Roman"/>
              </a:rPr>
              <a:t> </a:t>
            </a:r>
            <a:r>
              <a:rPr sz="1200" b="1" dirty="0">
                <a:latin typeface="Times New Roman"/>
                <a:cs typeface="Times New Roman"/>
              </a:rPr>
              <a:t>key</a:t>
            </a:r>
            <a:r>
              <a:rPr sz="1200" b="1" spc="270" dirty="0">
                <a:latin typeface="Times New Roman"/>
                <a:cs typeface="Times New Roman"/>
              </a:rPr>
              <a:t> </a:t>
            </a:r>
            <a:r>
              <a:rPr sz="1200" b="1" dirty="0">
                <a:latin typeface="Times New Roman"/>
                <a:cs typeface="Times New Roman"/>
              </a:rPr>
              <a:t>environmental</a:t>
            </a:r>
            <a:r>
              <a:rPr sz="1200" b="1" spc="254" dirty="0">
                <a:latin typeface="Times New Roman"/>
                <a:cs typeface="Times New Roman"/>
              </a:rPr>
              <a:t> </a:t>
            </a:r>
            <a:r>
              <a:rPr sz="1200" b="1" dirty="0">
                <a:latin typeface="Times New Roman"/>
                <a:cs typeface="Times New Roman"/>
              </a:rPr>
              <a:t>parameters</a:t>
            </a:r>
            <a:r>
              <a:rPr sz="1200" b="1" spc="260" dirty="0">
                <a:latin typeface="Times New Roman"/>
                <a:cs typeface="Times New Roman"/>
              </a:rPr>
              <a:t> </a:t>
            </a:r>
            <a:r>
              <a:rPr sz="1200" b="1" dirty="0">
                <a:latin typeface="Times New Roman"/>
                <a:cs typeface="Times New Roman"/>
              </a:rPr>
              <a:t>(water</a:t>
            </a:r>
            <a:r>
              <a:rPr sz="1200" b="1" spc="265" dirty="0">
                <a:latin typeface="Times New Roman"/>
                <a:cs typeface="Times New Roman"/>
              </a:rPr>
              <a:t> </a:t>
            </a:r>
            <a:r>
              <a:rPr sz="1200" b="1" dirty="0">
                <a:latin typeface="Times New Roman"/>
                <a:cs typeface="Times New Roman"/>
              </a:rPr>
              <a:t>level,</a:t>
            </a:r>
            <a:r>
              <a:rPr sz="1200" b="1" spc="285" dirty="0">
                <a:latin typeface="Times New Roman"/>
                <a:cs typeface="Times New Roman"/>
              </a:rPr>
              <a:t> </a:t>
            </a:r>
            <a:r>
              <a:rPr sz="1200" b="1" dirty="0">
                <a:latin typeface="Times New Roman"/>
                <a:cs typeface="Times New Roman"/>
              </a:rPr>
              <a:t>flow</a:t>
            </a:r>
            <a:r>
              <a:rPr sz="1200" b="1" spc="290" dirty="0">
                <a:latin typeface="Times New Roman"/>
                <a:cs typeface="Times New Roman"/>
              </a:rPr>
              <a:t> </a:t>
            </a:r>
            <a:r>
              <a:rPr sz="1200" b="1" dirty="0">
                <a:latin typeface="Times New Roman"/>
                <a:cs typeface="Times New Roman"/>
              </a:rPr>
              <a:t>rate,</a:t>
            </a:r>
            <a:r>
              <a:rPr sz="1200" b="1" spc="325" dirty="0">
                <a:latin typeface="Times New Roman"/>
                <a:cs typeface="Times New Roman"/>
              </a:rPr>
              <a:t> </a:t>
            </a:r>
            <a:r>
              <a:rPr sz="1200" b="1" dirty="0">
                <a:latin typeface="Times New Roman"/>
                <a:cs typeface="Times New Roman"/>
              </a:rPr>
              <a:t>temperature,</a:t>
            </a:r>
            <a:r>
              <a:rPr sz="1200" b="1" spc="280" dirty="0">
                <a:latin typeface="Times New Roman"/>
                <a:cs typeface="Times New Roman"/>
              </a:rPr>
              <a:t> </a:t>
            </a:r>
            <a:r>
              <a:rPr sz="1200" b="1" spc="-25" dirty="0">
                <a:latin typeface="Times New Roman"/>
                <a:cs typeface="Times New Roman"/>
              </a:rPr>
              <a:t>and </a:t>
            </a:r>
            <a:r>
              <a:rPr sz="1200" b="1" dirty="0">
                <a:latin typeface="Times New Roman"/>
                <a:cs typeface="Times New Roman"/>
              </a:rPr>
              <a:t>humidity)</a:t>
            </a:r>
            <a:r>
              <a:rPr sz="1200" b="1" spc="-15" dirty="0">
                <a:latin typeface="Times New Roman"/>
                <a:cs typeface="Times New Roman"/>
              </a:rPr>
              <a:t> </a:t>
            </a:r>
            <a:r>
              <a:rPr sz="1200" b="1" dirty="0">
                <a:latin typeface="Times New Roman"/>
                <a:cs typeface="Times New Roman"/>
              </a:rPr>
              <a:t>using</a:t>
            </a:r>
            <a:r>
              <a:rPr sz="1200" b="1" spc="5" dirty="0">
                <a:latin typeface="Times New Roman"/>
                <a:cs typeface="Times New Roman"/>
              </a:rPr>
              <a:t> </a:t>
            </a:r>
            <a:r>
              <a:rPr sz="1200" b="1" spc="-10" dirty="0">
                <a:latin typeface="Times New Roman"/>
                <a:cs typeface="Times New Roman"/>
              </a:rPr>
              <a:t>appropriate</a:t>
            </a:r>
            <a:r>
              <a:rPr sz="1200" b="1" spc="-5" dirty="0">
                <a:latin typeface="Times New Roman"/>
                <a:cs typeface="Times New Roman"/>
              </a:rPr>
              <a:t> </a:t>
            </a:r>
            <a:r>
              <a:rPr sz="1200" b="1" spc="-10" dirty="0">
                <a:latin typeface="Times New Roman"/>
                <a:cs typeface="Times New Roman"/>
              </a:rPr>
              <a:t>sensors.</a:t>
            </a:r>
            <a:endParaRPr sz="1200">
              <a:latin typeface="Times New Roman"/>
              <a:cs typeface="Times New Roman"/>
            </a:endParaRPr>
          </a:p>
          <a:p>
            <a:pPr marL="241300" indent="-228600">
              <a:lnSpc>
                <a:spcPct val="100000"/>
              </a:lnSpc>
              <a:spcBef>
                <a:spcPts val="445"/>
              </a:spcBef>
              <a:buFont typeface="Times New Roman"/>
              <a:buAutoNum type="arabicPeriod"/>
              <a:tabLst>
                <a:tab pos="241300" algn="l"/>
              </a:tabLst>
            </a:pPr>
            <a:r>
              <a:rPr sz="1200" b="1" dirty="0">
                <a:latin typeface="Times New Roman"/>
                <a:cs typeface="Times New Roman"/>
              </a:rPr>
              <a:t>To</a:t>
            </a:r>
            <a:r>
              <a:rPr sz="1200" b="1" spc="25" dirty="0">
                <a:latin typeface="Times New Roman"/>
                <a:cs typeface="Times New Roman"/>
              </a:rPr>
              <a:t> </a:t>
            </a:r>
            <a:r>
              <a:rPr sz="1200" b="1" dirty="0">
                <a:latin typeface="Times New Roman"/>
                <a:cs typeface="Times New Roman"/>
              </a:rPr>
              <a:t>integrate</a:t>
            </a:r>
            <a:r>
              <a:rPr sz="1200" b="1" spc="25" dirty="0">
                <a:latin typeface="Times New Roman"/>
                <a:cs typeface="Times New Roman"/>
              </a:rPr>
              <a:t> </a:t>
            </a:r>
            <a:r>
              <a:rPr sz="1200" b="1" dirty="0">
                <a:latin typeface="Times New Roman"/>
                <a:cs typeface="Times New Roman"/>
              </a:rPr>
              <a:t>an</a:t>
            </a:r>
            <a:r>
              <a:rPr sz="1200" b="1" spc="10" dirty="0">
                <a:latin typeface="Times New Roman"/>
                <a:cs typeface="Times New Roman"/>
              </a:rPr>
              <a:t> </a:t>
            </a:r>
            <a:r>
              <a:rPr sz="1200" b="1" spc="-10" dirty="0">
                <a:latin typeface="Times New Roman"/>
                <a:cs typeface="Times New Roman"/>
              </a:rPr>
              <a:t>Arduino-</a:t>
            </a:r>
            <a:r>
              <a:rPr sz="1200" b="1" dirty="0">
                <a:latin typeface="Times New Roman"/>
                <a:cs typeface="Times New Roman"/>
              </a:rPr>
              <a:t>based</a:t>
            </a:r>
            <a:r>
              <a:rPr sz="1200" b="1" spc="30" dirty="0">
                <a:latin typeface="Times New Roman"/>
                <a:cs typeface="Times New Roman"/>
              </a:rPr>
              <a:t> </a:t>
            </a:r>
            <a:r>
              <a:rPr sz="1200" b="1" dirty="0">
                <a:latin typeface="Times New Roman"/>
                <a:cs typeface="Times New Roman"/>
              </a:rPr>
              <a:t>system</a:t>
            </a:r>
            <a:r>
              <a:rPr sz="1200" b="1" spc="15" dirty="0">
                <a:latin typeface="Times New Roman"/>
                <a:cs typeface="Times New Roman"/>
              </a:rPr>
              <a:t> </a:t>
            </a:r>
            <a:r>
              <a:rPr sz="1200" b="1" dirty="0">
                <a:latin typeface="Times New Roman"/>
                <a:cs typeface="Times New Roman"/>
              </a:rPr>
              <a:t>capable</a:t>
            </a:r>
            <a:r>
              <a:rPr sz="1200" b="1" spc="20"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dirty="0">
                <a:latin typeface="Times New Roman"/>
                <a:cs typeface="Times New Roman"/>
              </a:rPr>
              <a:t>collecting,</a:t>
            </a:r>
            <a:r>
              <a:rPr sz="1200" b="1" spc="40" dirty="0">
                <a:latin typeface="Times New Roman"/>
                <a:cs typeface="Times New Roman"/>
              </a:rPr>
              <a:t> </a:t>
            </a:r>
            <a:r>
              <a:rPr sz="1200" b="1" dirty="0">
                <a:latin typeface="Times New Roman"/>
                <a:cs typeface="Times New Roman"/>
              </a:rPr>
              <a:t>processing,</a:t>
            </a:r>
            <a:r>
              <a:rPr sz="1200" b="1" spc="35" dirty="0">
                <a:latin typeface="Times New Roman"/>
                <a:cs typeface="Times New Roman"/>
              </a:rPr>
              <a:t> </a:t>
            </a:r>
            <a:r>
              <a:rPr sz="1200" b="1" dirty="0">
                <a:latin typeface="Times New Roman"/>
                <a:cs typeface="Times New Roman"/>
              </a:rPr>
              <a:t>and</a:t>
            </a:r>
            <a:r>
              <a:rPr sz="1200" b="1" spc="-10" dirty="0">
                <a:latin typeface="Times New Roman"/>
                <a:cs typeface="Times New Roman"/>
              </a:rPr>
              <a:t> transmitting</a:t>
            </a:r>
            <a:endParaRPr sz="1200">
              <a:latin typeface="Times New Roman"/>
              <a:cs typeface="Times New Roman"/>
            </a:endParaRPr>
          </a:p>
          <a:p>
            <a:pPr marL="240665">
              <a:lnSpc>
                <a:spcPct val="100000"/>
              </a:lnSpc>
              <a:spcBef>
                <a:spcPts val="625"/>
              </a:spcBef>
            </a:pPr>
            <a:r>
              <a:rPr sz="1200" b="1" spc="-10" dirty="0">
                <a:latin typeface="Times New Roman"/>
                <a:cs typeface="Times New Roman"/>
              </a:rPr>
              <a:t>data.</a:t>
            </a:r>
            <a:endParaRPr sz="1200">
              <a:latin typeface="Times New Roman"/>
              <a:cs typeface="Times New Roman"/>
            </a:endParaRPr>
          </a:p>
          <a:p>
            <a:pPr marL="240665" marR="11430" indent="-228600">
              <a:lnSpc>
                <a:spcPts val="2090"/>
              </a:lnSpc>
              <a:spcBef>
                <a:spcPts val="155"/>
              </a:spcBef>
              <a:buFont typeface="Times New Roman"/>
              <a:buAutoNum type="arabicPeriod" startAt="4"/>
              <a:tabLst>
                <a:tab pos="240665" algn="l"/>
              </a:tabLst>
            </a:pPr>
            <a:r>
              <a:rPr sz="1200" b="1" dirty="0">
                <a:latin typeface="Times New Roman"/>
                <a:cs typeface="Times New Roman"/>
              </a:rPr>
              <a:t>To</a:t>
            </a:r>
            <a:r>
              <a:rPr sz="1200" b="1" spc="300" dirty="0">
                <a:latin typeface="Times New Roman"/>
                <a:cs typeface="Times New Roman"/>
              </a:rPr>
              <a:t> </a:t>
            </a:r>
            <a:r>
              <a:rPr sz="1200" b="1" dirty="0">
                <a:latin typeface="Times New Roman"/>
                <a:cs typeface="Times New Roman"/>
              </a:rPr>
              <a:t>display</a:t>
            </a:r>
            <a:r>
              <a:rPr sz="1200" b="1" spc="300" dirty="0">
                <a:latin typeface="Times New Roman"/>
                <a:cs typeface="Times New Roman"/>
              </a:rPr>
              <a:t> </a:t>
            </a:r>
            <a:r>
              <a:rPr sz="1200" b="1" dirty="0">
                <a:latin typeface="Times New Roman"/>
                <a:cs typeface="Times New Roman"/>
              </a:rPr>
              <a:t>live</a:t>
            </a:r>
            <a:r>
              <a:rPr sz="1200" b="1" spc="300" dirty="0">
                <a:latin typeface="Times New Roman"/>
                <a:cs typeface="Times New Roman"/>
              </a:rPr>
              <a:t> </a:t>
            </a:r>
            <a:r>
              <a:rPr sz="1200" b="1" dirty="0">
                <a:latin typeface="Times New Roman"/>
                <a:cs typeface="Times New Roman"/>
              </a:rPr>
              <a:t>sensor</a:t>
            </a:r>
            <a:r>
              <a:rPr sz="1200" b="1" spc="270" dirty="0">
                <a:latin typeface="Times New Roman"/>
                <a:cs typeface="Times New Roman"/>
              </a:rPr>
              <a:t> </a:t>
            </a:r>
            <a:r>
              <a:rPr sz="1200" b="1" dirty="0">
                <a:latin typeface="Times New Roman"/>
                <a:cs typeface="Times New Roman"/>
              </a:rPr>
              <a:t>data</a:t>
            </a:r>
            <a:r>
              <a:rPr sz="1200" b="1" spc="300" dirty="0">
                <a:latin typeface="Times New Roman"/>
                <a:cs typeface="Times New Roman"/>
              </a:rPr>
              <a:t> </a:t>
            </a:r>
            <a:r>
              <a:rPr sz="1200" b="1" dirty="0">
                <a:latin typeface="Times New Roman"/>
                <a:cs typeface="Times New Roman"/>
              </a:rPr>
              <a:t>on</a:t>
            </a:r>
            <a:r>
              <a:rPr sz="1200" b="1" spc="280" dirty="0">
                <a:latin typeface="Times New Roman"/>
                <a:cs typeface="Times New Roman"/>
              </a:rPr>
              <a:t> </a:t>
            </a:r>
            <a:r>
              <a:rPr sz="1200" b="1" dirty="0">
                <a:latin typeface="Times New Roman"/>
                <a:cs typeface="Times New Roman"/>
              </a:rPr>
              <a:t>an</a:t>
            </a:r>
            <a:r>
              <a:rPr sz="1200" b="1" spc="280" dirty="0">
                <a:latin typeface="Times New Roman"/>
                <a:cs typeface="Times New Roman"/>
              </a:rPr>
              <a:t> </a:t>
            </a:r>
            <a:r>
              <a:rPr sz="1200" b="1" dirty="0">
                <a:latin typeface="Times New Roman"/>
                <a:cs typeface="Times New Roman"/>
              </a:rPr>
              <a:t>LCD</a:t>
            </a:r>
            <a:r>
              <a:rPr sz="1200" b="1" spc="270" dirty="0">
                <a:latin typeface="Times New Roman"/>
                <a:cs typeface="Times New Roman"/>
              </a:rPr>
              <a:t> </a:t>
            </a:r>
            <a:r>
              <a:rPr sz="1200" b="1" dirty="0">
                <a:latin typeface="Times New Roman"/>
                <a:cs typeface="Times New Roman"/>
              </a:rPr>
              <a:t>and</a:t>
            </a:r>
            <a:r>
              <a:rPr sz="1200" b="1" spc="285" dirty="0">
                <a:latin typeface="Times New Roman"/>
                <a:cs typeface="Times New Roman"/>
              </a:rPr>
              <a:t> </a:t>
            </a:r>
            <a:r>
              <a:rPr sz="1200" b="1" dirty="0">
                <a:latin typeface="Times New Roman"/>
                <a:cs typeface="Times New Roman"/>
              </a:rPr>
              <a:t>send</a:t>
            </a:r>
            <a:r>
              <a:rPr sz="1200" b="1" spc="305" dirty="0">
                <a:latin typeface="Times New Roman"/>
                <a:cs typeface="Times New Roman"/>
              </a:rPr>
              <a:t> </a:t>
            </a:r>
            <a:r>
              <a:rPr sz="1200" b="1" dirty="0">
                <a:latin typeface="Times New Roman"/>
                <a:cs typeface="Times New Roman"/>
              </a:rPr>
              <a:t>it</a:t>
            </a:r>
            <a:r>
              <a:rPr sz="1200" b="1" spc="285" dirty="0">
                <a:latin typeface="Times New Roman"/>
                <a:cs typeface="Times New Roman"/>
              </a:rPr>
              <a:t> </a:t>
            </a:r>
            <a:r>
              <a:rPr sz="1200" b="1" dirty="0">
                <a:latin typeface="Times New Roman"/>
                <a:cs typeface="Times New Roman"/>
              </a:rPr>
              <a:t>to</a:t>
            </a:r>
            <a:r>
              <a:rPr sz="1200" b="1" spc="275" dirty="0">
                <a:latin typeface="Times New Roman"/>
                <a:cs typeface="Times New Roman"/>
              </a:rPr>
              <a:t> </a:t>
            </a:r>
            <a:r>
              <a:rPr sz="1200" b="1" dirty="0">
                <a:latin typeface="Times New Roman"/>
                <a:cs typeface="Times New Roman"/>
              </a:rPr>
              <a:t>an</a:t>
            </a:r>
            <a:r>
              <a:rPr sz="1200" b="1" spc="280" dirty="0">
                <a:latin typeface="Times New Roman"/>
                <a:cs typeface="Times New Roman"/>
              </a:rPr>
              <a:t> </a:t>
            </a:r>
            <a:r>
              <a:rPr sz="1200" b="1" dirty="0">
                <a:latin typeface="Times New Roman"/>
                <a:cs typeface="Times New Roman"/>
              </a:rPr>
              <a:t>IoT</a:t>
            </a:r>
            <a:r>
              <a:rPr sz="1200" b="1" spc="290" dirty="0">
                <a:latin typeface="Times New Roman"/>
                <a:cs typeface="Times New Roman"/>
              </a:rPr>
              <a:t> </a:t>
            </a:r>
            <a:r>
              <a:rPr sz="1200" b="1" dirty="0">
                <a:latin typeface="Times New Roman"/>
                <a:cs typeface="Times New Roman"/>
              </a:rPr>
              <a:t>platform</a:t>
            </a:r>
            <a:r>
              <a:rPr sz="1200" b="1" spc="285" dirty="0">
                <a:latin typeface="Times New Roman"/>
                <a:cs typeface="Times New Roman"/>
              </a:rPr>
              <a:t> </a:t>
            </a:r>
            <a:r>
              <a:rPr sz="1200" b="1" dirty="0">
                <a:latin typeface="Times New Roman"/>
                <a:cs typeface="Times New Roman"/>
              </a:rPr>
              <a:t>for</a:t>
            </a:r>
            <a:r>
              <a:rPr sz="1200" b="1" spc="295" dirty="0">
                <a:latin typeface="Times New Roman"/>
                <a:cs typeface="Times New Roman"/>
              </a:rPr>
              <a:t> </a:t>
            </a:r>
            <a:r>
              <a:rPr sz="1200" b="1" spc="-10" dirty="0">
                <a:latin typeface="Times New Roman"/>
                <a:cs typeface="Times New Roman"/>
              </a:rPr>
              <a:t>remote monitoring.</a:t>
            </a:r>
            <a:endParaRPr sz="1200">
              <a:latin typeface="Times New Roman"/>
              <a:cs typeface="Times New Roman"/>
            </a:endParaRPr>
          </a:p>
          <a:p>
            <a:pPr marL="241300" indent="-228600">
              <a:lnSpc>
                <a:spcPct val="100000"/>
              </a:lnSpc>
              <a:spcBef>
                <a:spcPts val="445"/>
              </a:spcBef>
              <a:buFont typeface="Times New Roman"/>
              <a:buAutoNum type="arabicPeriod" startAt="4"/>
              <a:tabLst>
                <a:tab pos="241300" algn="l"/>
              </a:tabLst>
            </a:pPr>
            <a:r>
              <a:rPr sz="1200" b="1" dirty="0">
                <a:latin typeface="Times New Roman"/>
                <a:cs typeface="Times New Roman"/>
              </a:rPr>
              <a:t>To</a:t>
            </a:r>
            <a:r>
              <a:rPr sz="1200" b="1" spc="55" dirty="0">
                <a:latin typeface="Times New Roman"/>
                <a:cs typeface="Times New Roman"/>
              </a:rPr>
              <a:t> </a:t>
            </a:r>
            <a:r>
              <a:rPr sz="1200" b="1" dirty="0">
                <a:latin typeface="Times New Roman"/>
                <a:cs typeface="Times New Roman"/>
              </a:rPr>
              <a:t>trigger</a:t>
            </a:r>
            <a:r>
              <a:rPr sz="1200" b="1" spc="30" dirty="0">
                <a:latin typeface="Times New Roman"/>
                <a:cs typeface="Times New Roman"/>
              </a:rPr>
              <a:t> </a:t>
            </a:r>
            <a:r>
              <a:rPr sz="1200" b="1" dirty="0">
                <a:latin typeface="Times New Roman"/>
                <a:cs typeface="Times New Roman"/>
              </a:rPr>
              <a:t>alerts</a:t>
            </a:r>
            <a:r>
              <a:rPr sz="1200" b="1" spc="50" dirty="0">
                <a:latin typeface="Times New Roman"/>
                <a:cs typeface="Times New Roman"/>
              </a:rPr>
              <a:t> </a:t>
            </a:r>
            <a:r>
              <a:rPr sz="1200" b="1" dirty="0">
                <a:latin typeface="Times New Roman"/>
                <a:cs typeface="Times New Roman"/>
              </a:rPr>
              <a:t>automatically</a:t>
            </a:r>
            <a:r>
              <a:rPr sz="1200" b="1" spc="55" dirty="0">
                <a:latin typeface="Times New Roman"/>
                <a:cs typeface="Times New Roman"/>
              </a:rPr>
              <a:t> </a:t>
            </a:r>
            <a:r>
              <a:rPr sz="1200" b="1" dirty="0">
                <a:latin typeface="Times New Roman"/>
                <a:cs typeface="Times New Roman"/>
              </a:rPr>
              <a:t>when</a:t>
            </a:r>
            <a:r>
              <a:rPr sz="1200" b="1" spc="60" dirty="0">
                <a:latin typeface="Times New Roman"/>
                <a:cs typeface="Times New Roman"/>
              </a:rPr>
              <a:t> </a:t>
            </a:r>
            <a:r>
              <a:rPr sz="1200" b="1" dirty="0">
                <a:latin typeface="Times New Roman"/>
                <a:cs typeface="Times New Roman"/>
              </a:rPr>
              <a:t>predefined</a:t>
            </a:r>
            <a:r>
              <a:rPr sz="1200" b="1" spc="60" dirty="0">
                <a:latin typeface="Times New Roman"/>
                <a:cs typeface="Times New Roman"/>
              </a:rPr>
              <a:t> </a:t>
            </a:r>
            <a:r>
              <a:rPr sz="1200" b="1" dirty="0">
                <a:latin typeface="Times New Roman"/>
                <a:cs typeface="Times New Roman"/>
              </a:rPr>
              <a:t>thresholds</a:t>
            </a:r>
            <a:r>
              <a:rPr sz="1200" b="1" spc="50" dirty="0">
                <a:latin typeface="Times New Roman"/>
                <a:cs typeface="Times New Roman"/>
              </a:rPr>
              <a:t> </a:t>
            </a:r>
            <a:r>
              <a:rPr sz="1200" b="1" dirty="0">
                <a:latin typeface="Times New Roman"/>
                <a:cs typeface="Times New Roman"/>
              </a:rPr>
              <a:t>are</a:t>
            </a:r>
            <a:r>
              <a:rPr sz="1200" b="1" spc="55" dirty="0">
                <a:latin typeface="Times New Roman"/>
                <a:cs typeface="Times New Roman"/>
              </a:rPr>
              <a:t> </a:t>
            </a:r>
            <a:r>
              <a:rPr sz="1200" b="1" dirty="0">
                <a:latin typeface="Times New Roman"/>
                <a:cs typeface="Times New Roman"/>
              </a:rPr>
              <a:t>exceeded,</a:t>
            </a:r>
            <a:r>
              <a:rPr sz="1200" b="1" spc="65" dirty="0">
                <a:latin typeface="Times New Roman"/>
                <a:cs typeface="Times New Roman"/>
              </a:rPr>
              <a:t> </a:t>
            </a:r>
            <a:r>
              <a:rPr sz="1200" b="1" dirty="0">
                <a:latin typeface="Times New Roman"/>
                <a:cs typeface="Times New Roman"/>
              </a:rPr>
              <a:t>ensuring</a:t>
            </a:r>
            <a:r>
              <a:rPr sz="1200" b="1" spc="55" dirty="0">
                <a:latin typeface="Times New Roman"/>
                <a:cs typeface="Times New Roman"/>
              </a:rPr>
              <a:t> </a:t>
            </a:r>
            <a:r>
              <a:rPr sz="1200" b="1" spc="-10" dirty="0">
                <a:latin typeface="Times New Roman"/>
                <a:cs typeface="Times New Roman"/>
              </a:rPr>
              <a:t>early</a:t>
            </a:r>
            <a:endParaRPr sz="1200">
              <a:latin typeface="Times New Roman"/>
              <a:cs typeface="Times New Roman"/>
            </a:endParaRPr>
          </a:p>
          <a:p>
            <a:pPr marL="240665">
              <a:lnSpc>
                <a:spcPct val="100000"/>
              </a:lnSpc>
              <a:spcBef>
                <a:spcPts val="625"/>
              </a:spcBef>
            </a:pPr>
            <a:r>
              <a:rPr sz="1200" b="1" dirty="0">
                <a:latin typeface="Times New Roman"/>
                <a:cs typeface="Times New Roman"/>
              </a:rPr>
              <a:t>warning</a:t>
            </a:r>
            <a:r>
              <a:rPr sz="1200" b="1" spc="-15" dirty="0">
                <a:latin typeface="Times New Roman"/>
                <a:cs typeface="Times New Roman"/>
              </a:rPr>
              <a:t> </a:t>
            </a:r>
            <a:r>
              <a:rPr sz="1200" b="1" dirty="0">
                <a:latin typeface="Times New Roman"/>
                <a:cs typeface="Times New Roman"/>
              </a:rPr>
              <a:t>and</a:t>
            </a:r>
            <a:r>
              <a:rPr sz="1200" b="1" spc="-10" dirty="0">
                <a:latin typeface="Times New Roman"/>
                <a:cs typeface="Times New Roman"/>
              </a:rPr>
              <a:t> </a:t>
            </a:r>
            <a:r>
              <a:rPr sz="1200" b="1" dirty="0">
                <a:latin typeface="Times New Roman"/>
                <a:cs typeface="Times New Roman"/>
              </a:rPr>
              <a:t>quick</a:t>
            </a:r>
            <a:r>
              <a:rPr sz="1200" b="1" spc="-40" dirty="0">
                <a:latin typeface="Times New Roman"/>
                <a:cs typeface="Times New Roman"/>
              </a:rPr>
              <a:t> </a:t>
            </a:r>
            <a:r>
              <a:rPr sz="1200" b="1" spc="-10" dirty="0">
                <a:latin typeface="Times New Roman"/>
                <a:cs typeface="Times New Roman"/>
              </a:rPr>
              <a:t>response.</a:t>
            </a:r>
            <a:endParaRPr sz="1200">
              <a:latin typeface="Times New Roman"/>
              <a:cs typeface="Times New Roman"/>
            </a:endParaRPr>
          </a:p>
        </p:txBody>
      </p:sp>
      <p:sp>
        <p:nvSpPr>
          <p:cNvPr id="5" name="Slide Number Placeholder 4">
            <a:extLst>
              <a:ext uri="{FF2B5EF4-FFF2-40B4-BE49-F238E27FC236}">
                <a16:creationId xmlns:a16="http://schemas.microsoft.com/office/drawing/2014/main" id="{A085672E-1D1E-3A8F-DC80-311524739875}"/>
              </a:ext>
            </a:extLst>
          </p:cNvPr>
          <p:cNvSpPr>
            <a:spLocks noGrp="1"/>
          </p:cNvSpPr>
          <p:nvPr>
            <p:ph type="sldNum" sz="quarter" idx="7"/>
          </p:nvPr>
        </p:nvSpPr>
        <p:spPr/>
        <p:txBody>
          <a:bodyPr/>
          <a:lstStyle/>
          <a:p>
            <a:pPr marL="38100">
              <a:lnSpc>
                <a:spcPts val="1410"/>
              </a:lnSpc>
            </a:pPr>
            <a:fld id="{81D60167-4931-47E6-BA6A-407CBD079E47}" type="slidenum">
              <a:rPr lang="en-IN" spc="-50" smtClean="0"/>
              <a:t>8</a:t>
            </a:fld>
            <a:endParaRPr lang="en-IN" spc="-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304800" y="304799"/>
            <a:ext cx="6958330" cy="10086340"/>
          </a:xfrm>
          <a:custGeom>
            <a:avLst/>
            <a:gdLst/>
            <a:ahLst/>
            <a:cxnLst/>
            <a:rect l="l" t="t" r="r" b="b"/>
            <a:pathLst>
              <a:path w="6958330" h="10086340">
                <a:moveTo>
                  <a:pt x="6958203" y="0"/>
                </a:moveTo>
                <a:lnTo>
                  <a:pt x="6955536" y="0"/>
                </a:lnTo>
                <a:lnTo>
                  <a:pt x="6949059" y="0"/>
                </a:lnTo>
                <a:lnTo>
                  <a:pt x="6937248" y="0"/>
                </a:lnTo>
                <a:lnTo>
                  <a:pt x="6937248" y="18288"/>
                </a:lnTo>
                <a:lnTo>
                  <a:pt x="6937248" y="10067544"/>
                </a:lnTo>
                <a:lnTo>
                  <a:pt x="18288" y="10067544"/>
                </a:lnTo>
                <a:lnTo>
                  <a:pt x="18288" y="18288"/>
                </a:lnTo>
                <a:lnTo>
                  <a:pt x="6937248" y="18288"/>
                </a:lnTo>
                <a:lnTo>
                  <a:pt x="6937248" y="0"/>
                </a:lnTo>
                <a:lnTo>
                  <a:pt x="18288" y="0"/>
                </a:lnTo>
                <a:lnTo>
                  <a:pt x="9144" y="0"/>
                </a:lnTo>
                <a:lnTo>
                  <a:pt x="6096" y="0"/>
                </a:lnTo>
                <a:lnTo>
                  <a:pt x="0" y="0"/>
                </a:lnTo>
                <a:lnTo>
                  <a:pt x="0" y="8636"/>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8636"/>
                </a:lnTo>
                <a:lnTo>
                  <a:pt x="6958203" y="8636"/>
                </a:lnTo>
                <a:lnTo>
                  <a:pt x="6958203" y="0"/>
                </a:lnTo>
                <a:close/>
              </a:path>
            </a:pathLst>
          </a:custGeom>
          <a:solidFill>
            <a:srgbClr val="000000"/>
          </a:solidFill>
        </p:spPr>
        <p:txBody>
          <a:bodyPr wrap="square" lIns="0" tIns="0" rIns="0" bIns="0" rtlCol="0"/>
          <a:lstStyle/>
          <a:p>
            <a:endParaRPr/>
          </a:p>
        </p:txBody>
      </p:sp>
      <p:sp>
        <p:nvSpPr>
          <p:cNvPr id="4" name="object 4"/>
          <p:cNvSpPr txBox="1"/>
          <p:nvPr/>
        </p:nvSpPr>
        <p:spPr>
          <a:xfrm>
            <a:off x="978204" y="1078737"/>
            <a:ext cx="5633085" cy="6181725"/>
          </a:xfrm>
          <a:prstGeom prst="rect">
            <a:avLst/>
          </a:prstGeom>
        </p:spPr>
        <p:txBody>
          <a:bodyPr vert="horz" wrap="square" lIns="0" tIns="13335" rIns="0" bIns="0" rtlCol="0">
            <a:spAutoFit/>
          </a:bodyPr>
          <a:lstStyle/>
          <a:p>
            <a:pPr marL="1588770">
              <a:lnSpc>
                <a:spcPct val="100000"/>
              </a:lnSpc>
              <a:spcBef>
                <a:spcPts val="105"/>
              </a:spcBef>
            </a:pPr>
            <a:r>
              <a:rPr sz="1600" b="1" dirty="0">
                <a:latin typeface="Times New Roman"/>
                <a:cs typeface="Times New Roman"/>
              </a:rPr>
              <a:t>2.</a:t>
            </a:r>
            <a:r>
              <a:rPr sz="1600" b="1" spc="60" dirty="0">
                <a:latin typeface="Times New Roman"/>
                <a:cs typeface="Times New Roman"/>
              </a:rPr>
              <a:t> </a:t>
            </a:r>
            <a:r>
              <a:rPr sz="1600" b="1" spc="-10" dirty="0">
                <a:latin typeface="Times New Roman"/>
                <a:cs typeface="Times New Roman"/>
              </a:rPr>
              <a:t>LITERATURE</a:t>
            </a:r>
            <a:r>
              <a:rPr sz="1600" b="1" spc="-100" dirty="0">
                <a:latin typeface="Times New Roman"/>
                <a:cs typeface="Times New Roman"/>
              </a:rPr>
              <a:t> </a:t>
            </a:r>
            <a:r>
              <a:rPr sz="1600" b="1" spc="-10" dirty="0">
                <a:latin typeface="Times New Roman"/>
                <a:cs typeface="Times New Roman"/>
              </a:rPr>
              <a:t>SURVEY</a:t>
            </a:r>
            <a:endParaRPr sz="1600">
              <a:latin typeface="Times New Roman"/>
              <a:cs typeface="Times New Roman"/>
            </a:endParaRPr>
          </a:p>
          <a:p>
            <a:pPr>
              <a:lnSpc>
                <a:spcPct val="100000"/>
              </a:lnSpc>
              <a:spcBef>
                <a:spcPts val="1220"/>
              </a:spcBef>
            </a:pPr>
            <a:endParaRPr sz="1600">
              <a:latin typeface="Times New Roman"/>
              <a:cs typeface="Times New Roman"/>
            </a:endParaRPr>
          </a:p>
          <a:p>
            <a:pPr marL="12700" marR="5080" algn="just">
              <a:lnSpc>
                <a:spcPct val="143700"/>
              </a:lnSpc>
              <a:spcBef>
                <a:spcPts val="5"/>
              </a:spcBef>
            </a:pPr>
            <a:r>
              <a:rPr sz="1200" dirty="0">
                <a:latin typeface="Times New Roman"/>
                <a:cs typeface="Times New Roman"/>
              </a:rPr>
              <a:t>In</a:t>
            </a:r>
            <a:r>
              <a:rPr sz="1200" spc="-75" dirty="0">
                <a:latin typeface="Times New Roman"/>
                <a:cs typeface="Times New Roman"/>
              </a:rPr>
              <a:t> </a:t>
            </a:r>
            <a:r>
              <a:rPr sz="1200" spc="-55" dirty="0">
                <a:latin typeface="Times New Roman"/>
                <a:cs typeface="Times New Roman"/>
              </a:rPr>
              <a:t>2017,author</a:t>
            </a:r>
            <a:r>
              <a:rPr sz="1200" spc="-20" dirty="0">
                <a:latin typeface="Times New Roman"/>
                <a:cs typeface="Times New Roman"/>
              </a:rPr>
              <a:t> </a:t>
            </a:r>
            <a:r>
              <a:rPr sz="1200" spc="-55" dirty="0">
                <a:latin typeface="Times New Roman"/>
                <a:cs typeface="Times New Roman"/>
              </a:rPr>
              <a:t>Swapnil</a:t>
            </a:r>
            <a:r>
              <a:rPr sz="1200" spc="-20" dirty="0">
                <a:latin typeface="Times New Roman"/>
                <a:cs typeface="Times New Roman"/>
              </a:rPr>
              <a:t> </a:t>
            </a:r>
            <a:r>
              <a:rPr sz="1200" spc="-50" dirty="0">
                <a:latin typeface="Times New Roman"/>
                <a:cs typeface="Times New Roman"/>
              </a:rPr>
              <a:t>Bande</a:t>
            </a:r>
            <a:r>
              <a:rPr sz="1200" spc="-25" dirty="0">
                <a:latin typeface="Times New Roman"/>
                <a:cs typeface="Times New Roman"/>
              </a:rPr>
              <a:t> </a:t>
            </a:r>
            <a:r>
              <a:rPr sz="1200" spc="-35" dirty="0">
                <a:latin typeface="Times New Roman"/>
                <a:cs typeface="Times New Roman"/>
              </a:rPr>
              <a:t>and</a:t>
            </a:r>
            <a:r>
              <a:rPr sz="1200" spc="-15" dirty="0">
                <a:latin typeface="Times New Roman"/>
                <a:cs typeface="Times New Roman"/>
              </a:rPr>
              <a:t> </a:t>
            </a:r>
            <a:r>
              <a:rPr sz="1200" spc="-20" dirty="0">
                <a:latin typeface="Times New Roman"/>
                <a:cs typeface="Times New Roman"/>
              </a:rPr>
              <a:t>Dr.</a:t>
            </a:r>
            <a:r>
              <a:rPr sz="1200" spc="10" dirty="0">
                <a:latin typeface="Times New Roman"/>
                <a:cs typeface="Times New Roman"/>
              </a:rPr>
              <a:t> </a:t>
            </a:r>
            <a:r>
              <a:rPr sz="1200" spc="-55" dirty="0">
                <a:latin typeface="Times New Roman"/>
                <a:cs typeface="Times New Roman"/>
              </a:rPr>
              <a:t>Virendra</a:t>
            </a:r>
            <a:r>
              <a:rPr sz="1200" spc="-20" dirty="0">
                <a:latin typeface="Times New Roman"/>
                <a:cs typeface="Times New Roman"/>
              </a:rPr>
              <a:t> </a:t>
            </a:r>
            <a:r>
              <a:rPr sz="1200" spc="-10" dirty="0">
                <a:latin typeface="Times New Roman"/>
                <a:cs typeface="Times New Roman"/>
              </a:rPr>
              <a:t>V.</a:t>
            </a:r>
            <a:r>
              <a:rPr sz="1200" spc="-20" dirty="0">
                <a:latin typeface="Times New Roman"/>
                <a:cs typeface="Times New Roman"/>
              </a:rPr>
              <a:t> </a:t>
            </a:r>
            <a:r>
              <a:rPr sz="1200" spc="-55" dirty="0">
                <a:latin typeface="Times New Roman"/>
                <a:cs typeface="Times New Roman"/>
              </a:rPr>
              <a:t>Shete</a:t>
            </a:r>
            <a:r>
              <a:rPr sz="1200" spc="-20" dirty="0">
                <a:latin typeface="Times New Roman"/>
                <a:cs typeface="Times New Roman"/>
              </a:rPr>
              <a:t> </a:t>
            </a:r>
            <a:r>
              <a:rPr sz="1200" spc="-45" dirty="0">
                <a:latin typeface="Times New Roman"/>
                <a:cs typeface="Times New Roman"/>
              </a:rPr>
              <a:t>[bande,</a:t>
            </a:r>
            <a:r>
              <a:rPr sz="1200" spc="10" dirty="0">
                <a:latin typeface="Times New Roman"/>
                <a:cs typeface="Times New Roman"/>
              </a:rPr>
              <a:t> </a:t>
            </a:r>
            <a:r>
              <a:rPr sz="1200" spc="-55" dirty="0">
                <a:latin typeface="Times New Roman"/>
                <a:cs typeface="Times New Roman"/>
              </a:rPr>
              <a:t>n.d.,</a:t>
            </a:r>
            <a:r>
              <a:rPr sz="1200" spc="-15"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spc="-40" dirty="0">
                <a:latin typeface="Times New Roman"/>
                <a:cs typeface="Times New Roman"/>
              </a:rPr>
              <a:t>has</a:t>
            </a:r>
            <a:r>
              <a:rPr sz="1200" spc="-15" dirty="0">
                <a:latin typeface="Times New Roman"/>
                <a:cs typeface="Times New Roman"/>
              </a:rPr>
              <a:t> </a:t>
            </a:r>
            <a:r>
              <a:rPr sz="1200" spc="-60" dirty="0">
                <a:latin typeface="Times New Roman"/>
                <a:cs typeface="Times New Roman"/>
              </a:rPr>
              <a:t>created</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60" dirty="0">
                <a:latin typeface="Times New Roman"/>
                <a:cs typeface="Times New Roman"/>
              </a:rPr>
              <a:t>model</a:t>
            </a:r>
            <a:r>
              <a:rPr sz="1200" spc="-15" dirty="0">
                <a:latin typeface="Times New Roman"/>
                <a:cs typeface="Times New Roman"/>
              </a:rPr>
              <a:t> </a:t>
            </a:r>
            <a:r>
              <a:rPr sz="1200" spc="-10" dirty="0">
                <a:latin typeface="Times New Roman"/>
                <a:cs typeface="Times New Roman"/>
              </a:rPr>
              <a:t>using </a:t>
            </a:r>
            <a:r>
              <a:rPr sz="1200" spc="-65" dirty="0">
                <a:latin typeface="Times New Roman"/>
                <a:cs typeface="Times New Roman"/>
              </a:rPr>
              <a:t>environmental</a:t>
            </a:r>
            <a:r>
              <a:rPr sz="1200" spc="-10" dirty="0">
                <a:latin typeface="Times New Roman"/>
                <a:cs typeface="Times New Roman"/>
              </a:rPr>
              <a:t> </a:t>
            </a:r>
            <a:r>
              <a:rPr sz="1200" spc="-75" dirty="0">
                <a:latin typeface="Times New Roman"/>
                <a:cs typeface="Times New Roman"/>
              </a:rPr>
              <a:t>parameters</a:t>
            </a:r>
            <a:r>
              <a:rPr sz="1200" dirty="0">
                <a:latin typeface="Times New Roman"/>
                <a:cs typeface="Times New Roman"/>
              </a:rPr>
              <a:t> </a:t>
            </a:r>
            <a:r>
              <a:rPr sz="1200" spc="-80" dirty="0">
                <a:latin typeface="Times New Roman"/>
                <a:cs typeface="Times New Roman"/>
              </a:rPr>
              <a:t>such</a:t>
            </a:r>
            <a:r>
              <a:rPr sz="1200" spc="5" dirty="0">
                <a:latin typeface="Times New Roman"/>
                <a:cs typeface="Times New Roman"/>
              </a:rPr>
              <a:t> </a:t>
            </a:r>
            <a:r>
              <a:rPr sz="1200" spc="-100" dirty="0">
                <a:latin typeface="Times New Roman"/>
                <a:cs typeface="Times New Roman"/>
              </a:rPr>
              <a:t>as</a:t>
            </a:r>
            <a:r>
              <a:rPr sz="1200" spc="25" dirty="0">
                <a:latin typeface="Times New Roman"/>
                <a:cs typeface="Times New Roman"/>
              </a:rPr>
              <a:t> </a:t>
            </a:r>
            <a:r>
              <a:rPr sz="1200" spc="-75" dirty="0">
                <a:latin typeface="Times New Roman"/>
                <a:cs typeface="Times New Roman"/>
              </a:rPr>
              <a:t>humidity,</a:t>
            </a:r>
            <a:r>
              <a:rPr sz="1200" spc="35" dirty="0">
                <a:latin typeface="Times New Roman"/>
                <a:cs typeface="Times New Roman"/>
              </a:rPr>
              <a:t> </a:t>
            </a:r>
            <a:r>
              <a:rPr sz="1200" spc="-70" dirty="0">
                <a:latin typeface="Times New Roman"/>
                <a:cs typeface="Times New Roman"/>
              </a:rPr>
              <a:t>temperature,</a:t>
            </a:r>
            <a:r>
              <a:rPr sz="1200" spc="65" dirty="0">
                <a:latin typeface="Times New Roman"/>
                <a:cs typeface="Times New Roman"/>
              </a:rPr>
              <a:t> </a:t>
            </a:r>
            <a:r>
              <a:rPr sz="1200" spc="-75" dirty="0">
                <a:latin typeface="Times New Roman"/>
                <a:cs typeface="Times New Roman"/>
              </a:rPr>
              <a:t>pressure</a:t>
            </a:r>
            <a:r>
              <a:rPr sz="1200" spc="35" dirty="0">
                <a:latin typeface="Times New Roman"/>
                <a:cs typeface="Times New Roman"/>
              </a:rPr>
              <a:t> </a:t>
            </a:r>
            <a:r>
              <a:rPr sz="1200" spc="-95" dirty="0">
                <a:latin typeface="Times New Roman"/>
                <a:cs typeface="Times New Roman"/>
              </a:rPr>
              <a:t>and</a:t>
            </a:r>
            <a:r>
              <a:rPr sz="1200" spc="50" dirty="0">
                <a:latin typeface="Times New Roman"/>
                <a:cs typeface="Times New Roman"/>
              </a:rPr>
              <a:t> </a:t>
            </a:r>
            <a:r>
              <a:rPr sz="1200" spc="-75" dirty="0">
                <a:latin typeface="Times New Roman"/>
                <a:cs typeface="Times New Roman"/>
              </a:rPr>
              <a:t>rainfall</a:t>
            </a:r>
            <a:r>
              <a:rPr sz="1200" spc="10" dirty="0">
                <a:latin typeface="Times New Roman"/>
                <a:cs typeface="Times New Roman"/>
              </a:rPr>
              <a:t> </a:t>
            </a:r>
            <a:r>
              <a:rPr sz="1200" spc="-60" dirty="0">
                <a:latin typeface="Times New Roman"/>
                <a:cs typeface="Times New Roman"/>
              </a:rPr>
              <a:t>were</a:t>
            </a:r>
            <a:r>
              <a:rPr sz="1200" spc="80" dirty="0">
                <a:latin typeface="Times New Roman"/>
                <a:cs typeface="Times New Roman"/>
              </a:rPr>
              <a:t> </a:t>
            </a:r>
            <a:r>
              <a:rPr sz="1200" spc="-80" dirty="0">
                <a:latin typeface="Times New Roman"/>
                <a:cs typeface="Times New Roman"/>
              </a:rPr>
              <a:t>used</a:t>
            </a:r>
            <a:r>
              <a:rPr sz="1200" spc="50" dirty="0">
                <a:latin typeface="Times New Roman"/>
                <a:cs typeface="Times New Roman"/>
              </a:rPr>
              <a:t> </a:t>
            </a:r>
            <a:r>
              <a:rPr sz="1200" spc="-114" dirty="0">
                <a:latin typeface="Times New Roman"/>
                <a:cs typeface="Times New Roman"/>
              </a:rPr>
              <a:t>by</a:t>
            </a:r>
            <a:r>
              <a:rPr sz="1200" spc="40" dirty="0">
                <a:latin typeface="Times New Roman"/>
                <a:cs typeface="Times New Roman"/>
              </a:rPr>
              <a:t> </a:t>
            </a:r>
            <a:r>
              <a:rPr sz="1200" spc="-100" dirty="0">
                <a:latin typeface="Times New Roman"/>
                <a:cs typeface="Times New Roman"/>
              </a:rPr>
              <a:t>an</a:t>
            </a:r>
            <a:r>
              <a:rPr sz="1200" spc="45" dirty="0">
                <a:latin typeface="Times New Roman"/>
                <a:cs typeface="Times New Roman"/>
              </a:rPr>
              <a:t> </a:t>
            </a:r>
            <a:r>
              <a:rPr sz="1200" spc="-85" dirty="0">
                <a:latin typeface="Times New Roman"/>
                <a:cs typeface="Times New Roman"/>
              </a:rPr>
              <a:t>array</a:t>
            </a:r>
            <a:r>
              <a:rPr sz="1200" spc="10" dirty="0">
                <a:latin typeface="Times New Roman"/>
                <a:cs typeface="Times New Roman"/>
              </a:rPr>
              <a:t> </a:t>
            </a:r>
            <a:r>
              <a:rPr sz="1200" spc="-25" dirty="0">
                <a:latin typeface="Times New Roman"/>
                <a:cs typeface="Times New Roman"/>
              </a:rPr>
              <a:t>of </a:t>
            </a:r>
            <a:r>
              <a:rPr sz="1200" spc="-75" dirty="0">
                <a:latin typeface="Times New Roman"/>
                <a:cs typeface="Times New Roman"/>
              </a:rPr>
              <a:t>sensors</a:t>
            </a:r>
            <a:r>
              <a:rPr sz="1200" dirty="0">
                <a:latin typeface="Times New Roman"/>
                <a:cs typeface="Times New Roman"/>
              </a:rPr>
              <a:t> </a:t>
            </a:r>
            <a:r>
              <a:rPr sz="1200" spc="-125" dirty="0">
                <a:latin typeface="Times New Roman"/>
                <a:cs typeface="Times New Roman"/>
              </a:rPr>
              <a:t>and</a:t>
            </a:r>
            <a:r>
              <a:rPr sz="1200" spc="50" dirty="0">
                <a:latin typeface="Times New Roman"/>
                <a:cs typeface="Times New Roman"/>
              </a:rPr>
              <a:t> </a:t>
            </a:r>
            <a:r>
              <a:rPr sz="1200" spc="-55" dirty="0">
                <a:latin typeface="Times New Roman"/>
                <a:cs typeface="Times New Roman"/>
              </a:rPr>
              <a:t>thenthe</a:t>
            </a:r>
            <a:r>
              <a:rPr sz="1200" spc="-20" dirty="0">
                <a:latin typeface="Times New Roman"/>
                <a:cs typeface="Times New Roman"/>
              </a:rPr>
              <a:t> </a:t>
            </a:r>
            <a:r>
              <a:rPr sz="1200" spc="-105" dirty="0">
                <a:latin typeface="Times New Roman"/>
                <a:cs typeface="Times New Roman"/>
              </a:rPr>
              <a:t>data</a:t>
            </a:r>
            <a:r>
              <a:rPr sz="1200" spc="30" dirty="0">
                <a:latin typeface="Times New Roman"/>
                <a:cs typeface="Times New Roman"/>
              </a:rPr>
              <a:t> </a:t>
            </a:r>
            <a:r>
              <a:rPr sz="1200" spc="-85" dirty="0">
                <a:latin typeface="Times New Roman"/>
                <a:cs typeface="Times New Roman"/>
              </a:rPr>
              <a:t>created</a:t>
            </a:r>
            <a:r>
              <a:rPr sz="1200" spc="10" dirty="0">
                <a:latin typeface="Times New Roman"/>
                <a:cs typeface="Times New Roman"/>
              </a:rPr>
              <a:t> </a:t>
            </a:r>
            <a:r>
              <a:rPr sz="1200" spc="-200" dirty="0">
                <a:latin typeface="Times New Roman"/>
                <a:cs typeface="Times New Roman"/>
              </a:rPr>
              <a:t>is</a:t>
            </a:r>
            <a:r>
              <a:rPr sz="1200" spc="125" dirty="0">
                <a:latin typeface="Times New Roman"/>
                <a:cs typeface="Times New Roman"/>
              </a:rPr>
              <a:t> </a:t>
            </a:r>
            <a:r>
              <a:rPr sz="1200" spc="-80" dirty="0">
                <a:latin typeface="Times New Roman"/>
                <a:cs typeface="Times New Roman"/>
              </a:rPr>
              <a:t>compared</a:t>
            </a:r>
            <a:r>
              <a:rPr sz="1200" spc="5" dirty="0">
                <a:latin typeface="Times New Roman"/>
                <a:cs typeface="Times New Roman"/>
              </a:rPr>
              <a:t> </a:t>
            </a:r>
            <a:r>
              <a:rPr sz="1200" spc="-90" dirty="0">
                <a:latin typeface="Times New Roman"/>
                <a:cs typeface="Times New Roman"/>
              </a:rPr>
              <a:t>using</a:t>
            </a:r>
            <a:r>
              <a:rPr sz="1200" spc="20" dirty="0">
                <a:latin typeface="Times New Roman"/>
                <a:cs typeface="Times New Roman"/>
              </a:rPr>
              <a:t> </a:t>
            </a:r>
            <a:r>
              <a:rPr sz="1200" spc="-110" dirty="0">
                <a:latin typeface="Times New Roman"/>
                <a:cs typeface="Times New Roman"/>
              </a:rPr>
              <a:t>ANN</a:t>
            </a:r>
            <a:r>
              <a:rPr sz="1200" spc="75" dirty="0">
                <a:latin typeface="Times New Roman"/>
                <a:cs typeface="Times New Roman"/>
              </a:rPr>
              <a:t> </a:t>
            </a:r>
            <a:r>
              <a:rPr sz="1200" spc="-70" dirty="0">
                <a:latin typeface="Times New Roman"/>
                <a:cs typeface="Times New Roman"/>
              </a:rPr>
              <a:t>techniques.</a:t>
            </a:r>
            <a:r>
              <a:rPr sz="1200" spc="85" dirty="0">
                <a:latin typeface="Times New Roman"/>
                <a:cs typeface="Times New Roman"/>
              </a:rPr>
              <a:t> </a:t>
            </a:r>
            <a:r>
              <a:rPr sz="1200" spc="-75" dirty="0">
                <a:latin typeface="Times New Roman"/>
                <a:cs typeface="Times New Roman"/>
              </a:rPr>
              <a:t>Further,</a:t>
            </a:r>
            <a:r>
              <a:rPr sz="1200" spc="25" dirty="0">
                <a:latin typeface="Times New Roman"/>
                <a:cs typeface="Times New Roman"/>
              </a:rPr>
              <a:t> </a:t>
            </a:r>
            <a:r>
              <a:rPr sz="1200" spc="-80" dirty="0">
                <a:latin typeface="Times New Roman"/>
                <a:cs typeface="Times New Roman"/>
              </a:rPr>
              <a:t>different</a:t>
            </a:r>
            <a:r>
              <a:rPr sz="1200" spc="125" dirty="0">
                <a:latin typeface="Times New Roman"/>
                <a:cs typeface="Times New Roman"/>
              </a:rPr>
              <a:t> </a:t>
            </a:r>
            <a:r>
              <a:rPr sz="1200" spc="-90" dirty="0">
                <a:latin typeface="Times New Roman"/>
                <a:cs typeface="Times New Roman"/>
              </a:rPr>
              <a:t>machine</a:t>
            </a:r>
            <a:r>
              <a:rPr sz="1200" spc="100" dirty="0">
                <a:latin typeface="Times New Roman"/>
                <a:cs typeface="Times New Roman"/>
              </a:rPr>
              <a:t> </a:t>
            </a:r>
            <a:r>
              <a:rPr sz="1200" spc="-20" dirty="0">
                <a:latin typeface="Times New Roman"/>
                <a:cs typeface="Times New Roman"/>
              </a:rPr>
              <a:t>learning </a:t>
            </a:r>
            <a:r>
              <a:rPr sz="1200" spc="-60" dirty="0">
                <a:latin typeface="Times New Roman"/>
                <a:cs typeface="Times New Roman"/>
              </a:rPr>
              <a:t>techniques</a:t>
            </a:r>
            <a:r>
              <a:rPr sz="1200" spc="-15" dirty="0">
                <a:latin typeface="Times New Roman"/>
                <a:cs typeface="Times New Roman"/>
              </a:rPr>
              <a:t> </a:t>
            </a:r>
            <a:r>
              <a:rPr sz="1200" spc="-70" dirty="0">
                <a:latin typeface="Times New Roman"/>
                <a:cs typeface="Times New Roman"/>
              </a:rPr>
              <a:t>are</a:t>
            </a:r>
            <a:r>
              <a:rPr sz="1200" spc="-5" dirty="0">
                <a:latin typeface="Times New Roman"/>
                <a:cs typeface="Times New Roman"/>
              </a:rPr>
              <a:t> </a:t>
            </a:r>
            <a:r>
              <a:rPr sz="1200" spc="-60" dirty="0">
                <a:latin typeface="Times New Roman"/>
                <a:cs typeface="Times New Roman"/>
              </a:rPr>
              <a:t>compared</a:t>
            </a:r>
            <a:r>
              <a:rPr sz="1200" spc="-15" dirty="0">
                <a:latin typeface="Times New Roman"/>
                <a:cs typeface="Times New Roman"/>
              </a:rPr>
              <a:t> </a:t>
            </a:r>
            <a:r>
              <a:rPr sz="1200" spc="-80" dirty="0">
                <a:latin typeface="Times New Roman"/>
                <a:cs typeface="Times New Roman"/>
              </a:rPr>
              <a:t>and</a:t>
            </a:r>
            <a:r>
              <a:rPr sz="1200" spc="5" dirty="0">
                <a:latin typeface="Times New Roman"/>
                <a:cs typeface="Times New Roman"/>
              </a:rPr>
              <a:t> </a:t>
            </a:r>
            <a:r>
              <a:rPr sz="1200" spc="-60" dirty="0">
                <a:latin typeface="Times New Roman"/>
                <a:cs typeface="Times New Roman"/>
              </a:rPr>
              <a:t>then</a:t>
            </a:r>
            <a:r>
              <a:rPr sz="1200" spc="-15" dirty="0">
                <a:latin typeface="Times New Roman"/>
                <a:cs typeface="Times New Roman"/>
              </a:rPr>
              <a:t> </a:t>
            </a:r>
            <a:r>
              <a:rPr sz="1200" spc="-55" dirty="0">
                <a:latin typeface="Times New Roman"/>
                <a:cs typeface="Times New Roman"/>
              </a:rPr>
              <a:t>the</a:t>
            </a:r>
            <a:r>
              <a:rPr sz="1200" spc="-15" dirty="0">
                <a:latin typeface="Times New Roman"/>
                <a:cs typeface="Times New Roman"/>
              </a:rPr>
              <a:t> </a:t>
            </a:r>
            <a:r>
              <a:rPr sz="1200" spc="-75" dirty="0">
                <a:latin typeface="Times New Roman"/>
                <a:cs typeface="Times New Roman"/>
              </a:rPr>
              <a:t>best</a:t>
            </a:r>
            <a:r>
              <a:rPr sz="1200" spc="15" dirty="0">
                <a:latin typeface="Times New Roman"/>
                <a:cs typeface="Times New Roman"/>
              </a:rPr>
              <a:t> </a:t>
            </a:r>
            <a:r>
              <a:rPr sz="1200" spc="-65" dirty="0">
                <a:latin typeface="Times New Roman"/>
                <a:cs typeface="Times New Roman"/>
              </a:rPr>
              <a:t>results</a:t>
            </a:r>
            <a:r>
              <a:rPr sz="1200" dirty="0">
                <a:latin typeface="Times New Roman"/>
                <a:cs typeface="Times New Roman"/>
              </a:rPr>
              <a:t> </a:t>
            </a:r>
            <a:r>
              <a:rPr sz="1200" spc="-80" dirty="0">
                <a:latin typeface="Times New Roman"/>
                <a:cs typeface="Times New Roman"/>
              </a:rPr>
              <a:t>are</a:t>
            </a:r>
            <a:r>
              <a:rPr sz="1200" spc="5" dirty="0">
                <a:latin typeface="Times New Roman"/>
                <a:cs typeface="Times New Roman"/>
              </a:rPr>
              <a:t> </a:t>
            </a:r>
            <a:r>
              <a:rPr sz="1200" spc="-60" dirty="0">
                <a:latin typeface="Times New Roman"/>
                <a:cs typeface="Times New Roman"/>
              </a:rPr>
              <a:t>obtained.</a:t>
            </a:r>
            <a:r>
              <a:rPr sz="1200" spc="35" dirty="0">
                <a:latin typeface="Times New Roman"/>
                <a:cs typeface="Times New Roman"/>
              </a:rPr>
              <a:t> </a:t>
            </a:r>
            <a:r>
              <a:rPr sz="1200" spc="-70" dirty="0">
                <a:latin typeface="Times New Roman"/>
                <a:cs typeface="Times New Roman"/>
              </a:rPr>
              <a:t>The</a:t>
            </a:r>
            <a:r>
              <a:rPr sz="1200" spc="5" dirty="0">
                <a:latin typeface="Times New Roman"/>
                <a:cs typeface="Times New Roman"/>
              </a:rPr>
              <a:t> </a:t>
            </a:r>
            <a:r>
              <a:rPr sz="1200" spc="-70" dirty="0">
                <a:latin typeface="Times New Roman"/>
                <a:cs typeface="Times New Roman"/>
              </a:rPr>
              <a:t>advantage</a:t>
            </a:r>
            <a:r>
              <a:rPr sz="1200" spc="5" dirty="0">
                <a:latin typeface="Times New Roman"/>
                <a:cs typeface="Times New Roman"/>
              </a:rPr>
              <a:t> </a:t>
            </a:r>
            <a:r>
              <a:rPr sz="1200" spc="-95" dirty="0">
                <a:latin typeface="Times New Roman"/>
                <a:cs typeface="Times New Roman"/>
              </a:rPr>
              <a:t>in</a:t>
            </a:r>
            <a:r>
              <a:rPr sz="1200" spc="20" dirty="0">
                <a:latin typeface="Times New Roman"/>
                <a:cs typeface="Times New Roman"/>
              </a:rPr>
              <a:t> </a:t>
            </a:r>
            <a:r>
              <a:rPr sz="1200" spc="-55" dirty="0">
                <a:latin typeface="Times New Roman"/>
                <a:cs typeface="Times New Roman"/>
              </a:rPr>
              <a:t>this</a:t>
            </a:r>
            <a:r>
              <a:rPr sz="1200" spc="70" dirty="0">
                <a:latin typeface="Times New Roman"/>
                <a:cs typeface="Times New Roman"/>
              </a:rPr>
              <a:t> </a:t>
            </a:r>
            <a:r>
              <a:rPr sz="1200" spc="-65" dirty="0">
                <a:latin typeface="Times New Roman"/>
                <a:cs typeface="Times New Roman"/>
              </a:rPr>
              <a:t>model</a:t>
            </a:r>
            <a:r>
              <a:rPr sz="1200" spc="15" dirty="0">
                <a:latin typeface="Times New Roman"/>
                <a:cs typeface="Times New Roman"/>
              </a:rPr>
              <a:t> </a:t>
            </a:r>
            <a:r>
              <a:rPr sz="1200" spc="-105" dirty="0">
                <a:latin typeface="Times New Roman"/>
                <a:cs typeface="Times New Roman"/>
              </a:rPr>
              <a:t>is</a:t>
            </a:r>
            <a:r>
              <a:rPr sz="1200" spc="30" dirty="0">
                <a:latin typeface="Times New Roman"/>
                <a:cs typeface="Times New Roman"/>
              </a:rPr>
              <a:t> </a:t>
            </a:r>
            <a:r>
              <a:rPr sz="1200" spc="-65" dirty="0">
                <a:latin typeface="Times New Roman"/>
                <a:cs typeface="Times New Roman"/>
              </a:rPr>
              <a:t>that</a:t>
            </a:r>
            <a:r>
              <a:rPr sz="1200" spc="20" dirty="0">
                <a:latin typeface="Times New Roman"/>
                <a:cs typeface="Times New Roman"/>
              </a:rPr>
              <a:t> </a:t>
            </a:r>
            <a:r>
              <a:rPr sz="1200" spc="-25" dirty="0">
                <a:latin typeface="Times New Roman"/>
                <a:cs typeface="Times New Roman"/>
              </a:rPr>
              <a:t>the </a:t>
            </a:r>
            <a:r>
              <a:rPr sz="1200" spc="-55" dirty="0">
                <a:latin typeface="Times New Roman"/>
                <a:cs typeface="Times New Roman"/>
              </a:rPr>
              <a:t>author</a:t>
            </a:r>
            <a:r>
              <a:rPr sz="1200" dirty="0">
                <a:latin typeface="Times New Roman"/>
                <a:cs typeface="Times New Roman"/>
              </a:rPr>
              <a:t> </a:t>
            </a:r>
            <a:r>
              <a:rPr sz="1200" spc="-45" dirty="0">
                <a:latin typeface="Times New Roman"/>
                <a:cs typeface="Times New Roman"/>
              </a:rPr>
              <a:t>has</a:t>
            </a:r>
            <a:r>
              <a:rPr sz="1200" spc="-10" dirty="0">
                <a:latin typeface="Times New Roman"/>
                <a:cs typeface="Times New Roman"/>
              </a:rPr>
              <a:t> </a:t>
            </a:r>
            <a:r>
              <a:rPr sz="1200" spc="-50" dirty="0">
                <a:latin typeface="Times New Roman"/>
                <a:cs typeface="Times New Roman"/>
              </a:rPr>
              <a:t>used</a:t>
            </a:r>
            <a:r>
              <a:rPr sz="1200" spc="-25" dirty="0">
                <a:latin typeface="Times New Roman"/>
                <a:cs typeface="Times New Roman"/>
              </a:rPr>
              <a:t> </a:t>
            </a:r>
            <a:r>
              <a:rPr sz="1200" spc="-35" dirty="0">
                <a:latin typeface="Times New Roman"/>
                <a:cs typeface="Times New Roman"/>
              </a:rPr>
              <a:t>the</a:t>
            </a:r>
            <a:r>
              <a:rPr sz="1200" spc="-5" dirty="0">
                <a:latin typeface="Times New Roman"/>
                <a:cs typeface="Times New Roman"/>
              </a:rPr>
              <a:t> </a:t>
            </a:r>
            <a:r>
              <a:rPr sz="1200" spc="-70" dirty="0">
                <a:latin typeface="Times New Roman"/>
                <a:cs typeface="Times New Roman"/>
              </a:rPr>
              <a:t>Levenberg-</a:t>
            </a:r>
            <a:r>
              <a:rPr sz="1200" spc="-55" dirty="0">
                <a:latin typeface="Times New Roman"/>
                <a:cs typeface="Times New Roman"/>
              </a:rPr>
              <a:t>Marquardt</a:t>
            </a:r>
            <a:r>
              <a:rPr sz="1200" spc="30" dirty="0">
                <a:latin typeface="Times New Roman"/>
                <a:cs typeface="Times New Roman"/>
              </a:rPr>
              <a:t> </a:t>
            </a:r>
            <a:r>
              <a:rPr sz="1200" spc="-60" dirty="0">
                <a:latin typeface="Times New Roman"/>
                <a:cs typeface="Times New Roman"/>
              </a:rPr>
              <a:t>algorithm</a:t>
            </a:r>
            <a:r>
              <a:rPr sz="1200" spc="-15" dirty="0">
                <a:latin typeface="Times New Roman"/>
                <a:cs typeface="Times New Roman"/>
              </a:rPr>
              <a:t> </a:t>
            </a:r>
            <a:r>
              <a:rPr sz="1200" spc="-60" dirty="0">
                <a:latin typeface="Times New Roman"/>
                <a:cs typeface="Times New Roman"/>
              </a:rPr>
              <a:t>which</a:t>
            </a:r>
            <a:r>
              <a:rPr sz="1200" dirty="0">
                <a:latin typeface="Times New Roman"/>
                <a:cs typeface="Times New Roman"/>
              </a:rPr>
              <a:t> </a:t>
            </a:r>
            <a:r>
              <a:rPr sz="1200" spc="-40" dirty="0">
                <a:latin typeface="Times New Roman"/>
                <a:cs typeface="Times New Roman"/>
              </a:rPr>
              <a:t>uses</a:t>
            </a:r>
            <a:r>
              <a:rPr sz="1200" spc="15" dirty="0">
                <a:latin typeface="Times New Roman"/>
                <a:cs typeface="Times New Roman"/>
              </a:rPr>
              <a:t> </a:t>
            </a:r>
            <a:r>
              <a:rPr sz="1200" spc="-60" dirty="0">
                <a:latin typeface="Times New Roman"/>
                <a:cs typeface="Times New Roman"/>
              </a:rPr>
              <a:t>momentum</a:t>
            </a:r>
            <a:r>
              <a:rPr sz="1200" dirty="0">
                <a:latin typeface="Times New Roman"/>
                <a:cs typeface="Times New Roman"/>
              </a:rPr>
              <a:t> </a:t>
            </a:r>
            <a:r>
              <a:rPr sz="1200" spc="-55" dirty="0">
                <a:latin typeface="Times New Roman"/>
                <a:cs typeface="Times New Roman"/>
              </a:rPr>
              <a:t>learning</a:t>
            </a:r>
            <a:r>
              <a:rPr sz="1200" spc="25" dirty="0">
                <a:latin typeface="Times New Roman"/>
                <a:cs typeface="Times New Roman"/>
              </a:rPr>
              <a:t> </a:t>
            </a:r>
            <a:r>
              <a:rPr sz="1200" spc="-35" dirty="0">
                <a:latin typeface="Times New Roman"/>
                <a:cs typeface="Times New Roman"/>
              </a:rPr>
              <a:t>and</a:t>
            </a:r>
            <a:r>
              <a:rPr sz="1200" spc="30" dirty="0">
                <a:latin typeface="Times New Roman"/>
                <a:cs typeface="Times New Roman"/>
              </a:rPr>
              <a:t> </a:t>
            </a:r>
            <a:r>
              <a:rPr sz="1200" spc="-60" dirty="0">
                <a:latin typeface="Times New Roman"/>
                <a:cs typeface="Times New Roman"/>
              </a:rPr>
              <a:t>gives</a:t>
            </a:r>
            <a:r>
              <a:rPr sz="1200" spc="15" dirty="0">
                <a:latin typeface="Times New Roman"/>
                <a:cs typeface="Times New Roman"/>
              </a:rPr>
              <a:t> </a:t>
            </a:r>
            <a:r>
              <a:rPr sz="1200" spc="-25" dirty="0">
                <a:latin typeface="Times New Roman"/>
                <a:cs typeface="Times New Roman"/>
              </a:rPr>
              <a:t>88% </a:t>
            </a:r>
            <a:r>
              <a:rPr sz="1200" spc="-55" dirty="0">
                <a:latin typeface="Times New Roman"/>
                <a:cs typeface="Times New Roman"/>
              </a:rPr>
              <a:t>accurate</a:t>
            </a:r>
            <a:r>
              <a:rPr sz="1200" spc="-20" dirty="0">
                <a:latin typeface="Times New Roman"/>
                <a:cs typeface="Times New Roman"/>
              </a:rPr>
              <a:t> </a:t>
            </a:r>
            <a:r>
              <a:rPr sz="1200" spc="-50" dirty="0">
                <a:latin typeface="Times New Roman"/>
                <a:cs typeface="Times New Roman"/>
              </a:rPr>
              <a:t>results.An</a:t>
            </a:r>
            <a:r>
              <a:rPr sz="1200" spc="-25" dirty="0">
                <a:latin typeface="Times New Roman"/>
                <a:cs typeface="Times New Roman"/>
              </a:rPr>
              <a:t> </a:t>
            </a:r>
            <a:r>
              <a:rPr sz="1200" spc="-55" dirty="0">
                <a:latin typeface="Times New Roman"/>
                <a:cs typeface="Times New Roman"/>
              </a:rPr>
              <a:t>android</a:t>
            </a:r>
            <a:r>
              <a:rPr sz="1200" spc="-10" dirty="0">
                <a:latin typeface="Times New Roman"/>
                <a:cs typeface="Times New Roman"/>
              </a:rPr>
              <a:t> </a:t>
            </a:r>
            <a:r>
              <a:rPr sz="1200" spc="-60" dirty="0">
                <a:latin typeface="Times New Roman"/>
                <a:cs typeface="Times New Roman"/>
              </a:rPr>
              <a:t>application</a:t>
            </a:r>
            <a:r>
              <a:rPr sz="1200" spc="-15" dirty="0">
                <a:latin typeface="Times New Roman"/>
                <a:cs typeface="Times New Roman"/>
              </a:rPr>
              <a:t> </a:t>
            </a:r>
            <a:r>
              <a:rPr sz="1200" spc="-50" dirty="0">
                <a:latin typeface="Times New Roman"/>
                <a:cs typeface="Times New Roman"/>
              </a:rPr>
              <a:t>[kartika,</a:t>
            </a:r>
            <a:r>
              <a:rPr sz="1200" spc="-5" dirty="0">
                <a:latin typeface="Times New Roman"/>
                <a:cs typeface="Times New Roman"/>
              </a:rPr>
              <a:t> </a:t>
            </a:r>
            <a:r>
              <a:rPr sz="1200" spc="-45" dirty="0">
                <a:latin typeface="Times New Roman"/>
                <a:cs typeface="Times New Roman"/>
              </a:rPr>
              <a:t>n.d.,</a:t>
            </a:r>
            <a:r>
              <a:rPr sz="1200" spc="-25" dirty="0">
                <a:latin typeface="Times New Roman"/>
                <a:cs typeface="Times New Roman"/>
              </a:rPr>
              <a:t> </a:t>
            </a:r>
            <a:r>
              <a:rPr sz="1200" dirty="0">
                <a:latin typeface="Times New Roman"/>
                <a:cs typeface="Times New Roman"/>
              </a:rPr>
              <a:t>2]</a:t>
            </a:r>
            <a:r>
              <a:rPr sz="1200" spc="-10" dirty="0">
                <a:latin typeface="Times New Roman"/>
                <a:cs typeface="Times New Roman"/>
              </a:rPr>
              <a:t> </a:t>
            </a:r>
            <a:r>
              <a:rPr sz="1200" spc="-45" dirty="0">
                <a:latin typeface="Times New Roman"/>
                <a:cs typeface="Times New Roman"/>
              </a:rPr>
              <a:t>have</a:t>
            </a:r>
            <a:r>
              <a:rPr sz="1200" spc="5" dirty="0">
                <a:latin typeface="Times New Roman"/>
                <a:cs typeface="Times New Roman"/>
              </a:rPr>
              <a:t> </a:t>
            </a:r>
            <a:r>
              <a:rPr sz="1200" spc="-45" dirty="0">
                <a:latin typeface="Times New Roman"/>
                <a:cs typeface="Times New Roman"/>
              </a:rPr>
              <a:t>been</a:t>
            </a:r>
            <a:r>
              <a:rPr sz="1200" spc="-15" dirty="0">
                <a:latin typeface="Times New Roman"/>
                <a:cs typeface="Times New Roman"/>
              </a:rPr>
              <a:t> </a:t>
            </a:r>
            <a:r>
              <a:rPr sz="1200" spc="-45" dirty="0">
                <a:latin typeface="Times New Roman"/>
                <a:cs typeface="Times New Roman"/>
              </a:rPr>
              <a:t>made</a:t>
            </a:r>
            <a:r>
              <a:rPr sz="1200" dirty="0">
                <a:latin typeface="Times New Roman"/>
                <a:cs typeface="Times New Roman"/>
              </a:rPr>
              <a:t> by</a:t>
            </a:r>
            <a:r>
              <a:rPr sz="1200" spc="-35" dirty="0">
                <a:latin typeface="Times New Roman"/>
                <a:cs typeface="Times New Roman"/>
              </a:rPr>
              <a:t> </a:t>
            </a:r>
            <a:r>
              <a:rPr sz="1200" spc="-40" dirty="0">
                <a:latin typeface="Times New Roman"/>
                <a:cs typeface="Times New Roman"/>
              </a:rPr>
              <a:t>author</a:t>
            </a:r>
            <a:r>
              <a:rPr sz="1200" spc="-10" dirty="0">
                <a:latin typeface="Times New Roman"/>
                <a:cs typeface="Times New Roman"/>
              </a:rPr>
              <a:t> Ni</a:t>
            </a:r>
            <a:r>
              <a:rPr sz="1200" spc="-35" dirty="0">
                <a:latin typeface="Times New Roman"/>
                <a:cs typeface="Times New Roman"/>
              </a:rPr>
              <a:t> </a:t>
            </a:r>
            <a:r>
              <a:rPr sz="1200" spc="-55" dirty="0">
                <a:latin typeface="Times New Roman"/>
                <a:cs typeface="Times New Roman"/>
              </a:rPr>
              <a:t>Komang</a:t>
            </a:r>
            <a:r>
              <a:rPr sz="1200" dirty="0">
                <a:latin typeface="Times New Roman"/>
                <a:cs typeface="Times New Roman"/>
              </a:rPr>
              <a:t> </a:t>
            </a:r>
            <a:r>
              <a:rPr sz="1200" spc="-25" dirty="0">
                <a:latin typeface="Times New Roman"/>
                <a:cs typeface="Times New Roman"/>
              </a:rPr>
              <a:t>Ega </a:t>
            </a:r>
            <a:r>
              <a:rPr sz="1200" spc="-65" dirty="0">
                <a:latin typeface="Times New Roman"/>
                <a:cs typeface="Times New Roman"/>
              </a:rPr>
              <a:t>Kartika,</a:t>
            </a:r>
            <a:r>
              <a:rPr sz="1200" spc="-10" dirty="0">
                <a:latin typeface="Times New Roman"/>
                <a:cs typeface="Times New Roman"/>
              </a:rPr>
              <a:t> </a:t>
            </a:r>
            <a:r>
              <a:rPr sz="1200" spc="-75" dirty="0">
                <a:latin typeface="Times New Roman"/>
                <a:cs typeface="Times New Roman"/>
              </a:rPr>
              <a:t>Muhammad</a:t>
            </a:r>
            <a:r>
              <a:rPr sz="1200" spc="25" dirty="0">
                <a:latin typeface="Times New Roman"/>
                <a:cs typeface="Times New Roman"/>
              </a:rPr>
              <a:t> </a:t>
            </a:r>
            <a:r>
              <a:rPr sz="1200" spc="-85" dirty="0">
                <a:latin typeface="Times New Roman"/>
                <a:cs typeface="Times New Roman"/>
              </a:rPr>
              <a:t>Ary</a:t>
            </a:r>
            <a:r>
              <a:rPr sz="1200" spc="10" dirty="0">
                <a:latin typeface="Times New Roman"/>
                <a:cs typeface="Times New Roman"/>
              </a:rPr>
              <a:t> </a:t>
            </a:r>
            <a:r>
              <a:rPr sz="1200" spc="-70" dirty="0">
                <a:latin typeface="Times New Roman"/>
                <a:cs typeface="Times New Roman"/>
              </a:rPr>
              <a:t>Murti</a:t>
            </a:r>
            <a:r>
              <a:rPr sz="1200" spc="-5" dirty="0">
                <a:latin typeface="Times New Roman"/>
                <a:cs typeface="Times New Roman"/>
              </a:rPr>
              <a:t> </a:t>
            </a:r>
            <a:r>
              <a:rPr sz="1200" spc="-80" dirty="0">
                <a:latin typeface="Times New Roman"/>
                <a:cs typeface="Times New Roman"/>
              </a:rPr>
              <a:t>and</a:t>
            </a:r>
            <a:r>
              <a:rPr sz="1200" spc="65" dirty="0">
                <a:latin typeface="Times New Roman"/>
                <a:cs typeface="Times New Roman"/>
              </a:rPr>
              <a:t> </a:t>
            </a:r>
            <a:r>
              <a:rPr sz="1200" spc="-85" dirty="0">
                <a:latin typeface="Times New Roman"/>
                <a:cs typeface="Times New Roman"/>
              </a:rPr>
              <a:t>Casi</a:t>
            </a:r>
            <a:r>
              <a:rPr sz="1200" spc="10" dirty="0">
                <a:latin typeface="Times New Roman"/>
                <a:cs typeface="Times New Roman"/>
              </a:rPr>
              <a:t> </a:t>
            </a:r>
            <a:r>
              <a:rPr sz="1200" spc="-65" dirty="0">
                <a:latin typeface="Times New Roman"/>
                <a:cs typeface="Times New Roman"/>
              </a:rPr>
              <a:t>Setianingsih</a:t>
            </a:r>
            <a:r>
              <a:rPr sz="1200" spc="85" dirty="0">
                <a:latin typeface="Times New Roman"/>
                <a:cs typeface="Times New Roman"/>
              </a:rPr>
              <a:t> </a:t>
            </a:r>
            <a:r>
              <a:rPr sz="1200" spc="-90" dirty="0">
                <a:latin typeface="Times New Roman"/>
                <a:cs typeface="Times New Roman"/>
              </a:rPr>
              <a:t>in</a:t>
            </a:r>
            <a:r>
              <a:rPr sz="1200" spc="65" dirty="0">
                <a:latin typeface="Times New Roman"/>
                <a:cs typeface="Times New Roman"/>
              </a:rPr>
              <a:t> </a:t>
            </a:r>
            <a:r>
              <a:rPr sz="1200" spc="-70" dirty="0">
                <a:latin typeface="Times New Roman"/>
                <a:cs typeface="Times New Roman"/>
              </a:rPr>
              <a:t>2019.</a:t>
            </a:r>
            <a:r>
              <a:rPr sz="1200" spc="40" dirty="0">
                <a:latin typeface="Times New Roman"/>
                <a:cs typeface="Times New Roman"/>
              </a:rPr>
              <a:t> </a:t>
            </a:r>
            <a:r>
              <a:rPr sz="1200" spc="-90" dirty="0">
                <a:latin typeface="Times New Roman"/>
                <a:cs typeface="Times New Roman"/>
              </a:rPr>
              <a:t>The</a:t>
            </a:r>
            <a:r>
              <a:rPr sz="1200" spc="15" dirty="0">
                <a:latin typeface="Times New Roman"/>
                <a:cs typeface="Times New Roman"/>
              </a:rPr>
              <a:t> </a:t>
            </a:r>
            <a:r>
              <a:rPr sz="1200" spc="-75" dirty="0">
                <a:latin typeface="Times New Roman"/>
                <a:cs typeface="Times New Roman"/>
              </a:rPr>
              <a:t>application</a:t>
            </a:r>
            <a:r>
              <a:rPr sz="1200" spc="25" dirty="0">
                <a:latin typeface="Times New Roman"/>
                <a:cs typeface="Times New Roman"/>
              </a:rPr>
              <a:t> </a:t>
            </a:r>
            <a:r>
              <a:rPr sz="1200" spc="-75" dirty="0">
                <a:latin typeface="Times New Roman"/>
                <a:cs typeface="Times New Roman"/>
              </a:rPr>
              <a:t>predicts</a:t>
            </a:r>
            <a:r>
              <a:rPr sz="1200" dirty="0">
                <a:latin typeface="Times New Roman"/>
                <a:cs typeface="Times New Roman"/>
              </a:rPr>
              <a:t> </a:t>
            </a:r>
            <a:r>
              <a:rPr sz="1200" spc="-65" dirty="0">
                <a:latin typeface="Times New Roman"/>
                <a:cs typeface="Times New Roman"/>
              </a:rPr>
              <a:t>output</a:t>
            </a:r>
            <a:r>
              <a:rPr sz="1200" spc="65" dirty="0">
                <a:latin typeface="Times New Roman"/>
                <a:cs typeface="Times New Roman"/>
              </a:rPr>
              <a:t> </a:t>
            </a:r>
            <a:r>
              <a:rPr sz="1200" spc="-95" dirty="0">
                <a:latin typeface="Times New Roman"/>
                <a:cs typeface="Times New Roman"/>
              </a:rPr>
              <a:t>for</a:t>
            </a:r>
            <a:r>
              <a:rPr sz="1200" spc="40" dirty="0">
                <a:latin typeface="Times New Roman"/>
                <a:cs typeface="Times New Roman"/>
              </a:rPr>
              <a:t> </a:t>
            </a:r>
            <a:r>
              <a:rPr sz="1200" spc="-20" dirty="0">
                <a:latin typeface="Times New Roman"/>
                <a:cs typeface="Times New Roman"/>
              </a:rPr>
              <a:t>next three</a:t>
            </a:r>
            <a:r>
              <a:rPr sz="1200" spc="-10" dirty="0">
                <a:latin typeface="Times New Roman"/>
                <a:cs typeface="Times New Roman"/>
              </a:rPr>
              <a:t> </a:t>
            </a:r>
            <a:r>
              <a:rPr sz="1200" spc="-30" dirty="0">
                <a:latin typeface="Times New Roman"/>
                <a:cs typeface="Times New Roman"/>
              </a:rPr>
              <a:t>months</a:t>
            </a:r>
            <a:r>
              <a:rPr sz="1200" spc="-5" dirty="0">
                <a:latin typeface="Times New Roman"/>
                <a:cs typeface="Times New Roman"/>
              </a:rPr>
              <a:t> </a:t>
            </a:r>
            <a:r>
              <a:rPr sz="1200" spc="-20" dirty="0">
                <a:latin typeface="Times New Roman"/>
                <a:cs typeface="Times New Roman"/>
              </a:rPr>
              <a:t>using</a:t>
            </a:r>
            <a:r>
              <a:rPr sz="1200" spc="-5" dirty="0">
                <a:latin typeface="Times New Roman"/>
                <a:cs typeface="Times New Roman"/>
              </a:rPr>
              <a:t> </a:t>
            </a:r>
            <a:r>
              <a:rPr sz="1200" spc="-35" dirty="0">
                <a:latin typeface="Times New Roman"/>
                <a:cs typeface="Times New Roman"/>
              </a:rPr>
              <a:t>Radial</a:t>
            </a:r>
            <a:r>
              <a:rPr sz="1200" spc="-30" dirty="0">
                <a:latin typeface="Times New Roman"/>
                <a:cs typeface="Times New Roman"/>
              </a:rPr>
              <a:t> </a:t>
            </a:r>
            <a:r>
              <a:rPr sz="1200" spc="-20" dirty="0">
                <a:latin typeface="Times New Roman"/>
                <a:cs typeface="Times New Roman"/>
              </a:rPr>
              <a:t>Basis</a:t>
            </a:r>
            <a:r>
              <a:rPr sz="1200" spc="-10" dirty="0">
                <a:latin typeface="Times New Roman"/>
                <a:cs typeface="Times New Roman"/>
              </a:rPr>
              <a:t> </a:t>
            </a:r>
            <a:r>
              <a:rPr sz="1200" spc="-35" dirty="0">
                <a:latin typeface="Times New Roman"/>
                <a:cs typeface="Times New Roman"/>
              </a:rPr>
              <a:t>Function</a:t>
            </a:r>
            <a:r>
              <a:rPr sz="1200" spc="-20" dirty="0">
                <a:latin typeface="Times New Roman"/>
                <a:cs typeface="Times New Roman"/>
              </a:rPr>
              <a:t> </a:t>
            </a:r>
            <a:r>
              <a:rPr sz="1200" spc="-30" dirty="0">
                <a:latin typeface="Times New Roman"/>
                <a:cs typeface="Times New Roman"/>
              </a:rPr>
              <a:t>Neural Network</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40" dirty="0">
                <a:latin typeface="Times New Roman"/>
                <a:cs typeface="Times New Roman"/>
              </a:rPr>
              <a:t>Antares.</a:t>
            </a:r>
            <a:r>
              <a:rPr sz="1200" spc="-10" dirty="0">
                <a:latin typeface="Times New Roman"/>
                <a:cs typeface="Times New Roman"/>
              </a:rPr>
              <a:t> </a:t>
            </a:r>
            <a:r>
              <a:rPr sz="1200" spc="-35" dirty="0">
                <a:latin typeface="Times New Roman"/>
                <a:cs typeface="Times New Roman"/>
              </a:rPr>
              <a:t>Antares</a:t>
            </a:r>
            <a:r>
              <a:rPr sz="1200" spc="-10" dirty="0">
                <a:latin typeface="Times New Roman"/>
                <a:cs typeface="Times New Roman"/>
              </a:rPr>
              <a:t> </a:t>
            </a:r>
            <a:r>
              <a:rPr sz="1200" dirty="0">
                <a:latin typeface="Times New Roman"/>
                <a:cs typeface="Times New Roman"/>
              </a:rPr>
              <a:t>uses</a:t>
            </a:r>
            <a:r>
              <a:rPr sz="1200" spc="-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20" dirty="0">
                <a:latin typeface="Times New Roman"/>
                <a:cs typeface="Times New Roman"/>
              </a:rPr>
              <a:t>RESTful </a:t>
            </a:r>
            <a:r>
              <a:rPr sz="1200" spc="-65" dirty="0">
                <a:latin typeface="Times New Roman"/>
                <a:cs typeface="Times New Roman"/>
              </a:rPr>
              <a:t>approach</a:t>
            </a:r>
            <a:r>
              <a:rPr sz="1200" spc="-10" dirty="0">
                <a:latin typeface="Times New Roman"/>
                <a:cs typeface="Times New Roman"/>
              </a:rPr>
              <a:t> </a:t>
            </a:r>
            <a:r>
              <a:rPr sz="1200" spc="-65" dirty="0">
                <a:latin typeface="Times New Roman"/>
                <a:cs typeface="Times New Roman"/>
              </a:rPr>
              <a:t>for</a:t>
            </a:r>
            <a:r>
              <a:rPr sz="1200" spc="-10" dirty="0">
                <a:latin typeface="Times New Roman"/>
                <a:cs typeface="Times New Roman"/>
              </a:rPr>
              <a:t> </a:t>
            </a:r>
            <a:r>
              <a:rPr sz="1200" spc="-60" dirty="0">
                <a:latin typeface="Times New Roman"/>
                <a:cs typeface="Times New Roman"/>
              </a:rPr>
              <a:t>developing</a:t>
            </a:r>
            <a:r>
              <a:rPr sz="1200" spc="-5" dirty="0">
                <a:latin typeface="Times New Roman"/>
                <a:cs typeface="Times New Roman"/>
              </a:rPr>
              <a:t> </a:t>
            </a:r>
            <a:r>
              <a:rPr sz="1200" spc="-60" dirty="0">
                <a:latin typeface="Times New Roman"/>
                <a:cs typeface="Times New Roman"/>
              </a:rPr>
              <a:t>API.</a:t>
            </a:r>
            <a:r>
              <a:rPr sz="1200" spc="30" dirty="0">
                <a:latin typeface="Times New Roman"/>
                <a:cs typeface="Times New Roman"/>
              </a:rPr>
              <a:t> </a:t>
            </a:r>
            <a:r>
              <a:rPr sz="1200" spc="-65" dirty="0">
                <a:latin typeface="Times New Roman"/>
                <a:cs typeface="Times New Roman"/>
              </a:rPr>
              <a:t>the</a:t>
            </a:r>
            <a:r>
              <a:rPr sz="1200" spc="-10" dirty="0">
                <a:latin typeface="Times New Roman"/>
                <a:cs typeface="Times New Roman"/>
              </a:rPr>
              <a:t> </a:t>
            </a:r>
            <a:r>
              <a:rPr sz="1200" spc="-65" dirty="0">
                <a:latin typeface="Times New Roman"/>
                <a:cs typeface="Times New Roman"/>
              </a:rPr>
              <a:t>output</a:t>
            </a:r>
            <a:r>
              <a:rPr sz="1200" spc="20" dirty="0">
                <a:latin typeface="Times New Roman"/>
                <a:cs typeface="Times New Roman"/>
              </a:rPr>
              <a:t> </a:t>
            </a:r>
            <a:r>
              <a:rPr sz="1200" spc="-55" dirty="0">
                <a:latin typeface="Times New Roman"/>
                <a:cs typeface="Times New Roman"/>
              </a:rPr>
              <a:t>that</a:t>
            </a:r>
            <a:r>
              <a:rPr sz="1200" spc="50" dirty="0">
                <a:latin typeface="Times New Roman"/>
                <a:cs typeface="Times New Roman"/>
              </a:rPr>
              <a:t> </a:t>
            </a:r>
            <a:r>
              <a:rPr sz="1200" spc="-75" dirty="0">
                <a:latin typeface="Times New Roman"/>
                <a:cs typeface="Times New Roman"/>
              </a:rPr>
              <a:t>are</a:t>
            </a:r>
            <a:r>
              <a:rPr sz="1200" dirty="0">
                <a:latin typeface="Times New Roman"/>
                <a:cs typeface="Times New Roman"/>
              </a:rPr>
              <a:t> </a:t>
            </a:r>
            <a:r>
              <a:rPr sz="1200" spc="-65" dirty="0">
                <a:latin typeface="Times New Roman"/>
                <a:cs typeface="Times New Roman"/>
              </a:rPr>
              <a:t>obtained</a:t>
            </a:r>
            <a:r>
              <a:rPr sz="1200" spc="45" dirty="0">
                <a:latin typeface="Times New Roman"/>
                <a:cs typeface="Times New Roman"/>
              </a:rPr>
              <a:t> </a:t>
            </a:r>
            <a:r>
              <a:rPr sz="1200" spc="-95" dirty="0">
                <a:latin typeface="Times New Roman"/>
                <a:cs typeface="Times New Roman"/>
              </a:rPr>
              <a:t>by</a:t>
            </a:r>
            <a:r>
              <a:rPr sz="1200" spc="20" dirty="0">
                <a:latin typeface="Times New Roman"/>
                <a:cs typeface="Times New Roman"/>
              </a:rPr>
              <a:t> </a:t>
            </a:r>
            <a:r>
              <a:rPr sz="1200" spc="-65" dirty="0">
                <a:latin typeface="Times New Roman"/>
                <a:cs typeface="Times New Roman"/>
              </a:rPr>
              <a:t>using</a:t>
            </a:r>
            <a:r>
              <a:rPr sz="1200" spc="40" dirty="0">
                <a:latin typeface="Times New Roman"/>
                <a:cs typeface="Times New Roman"/>
              </a:rPr>
              <a:t> </a:t>
            </a:r>
            <a:r>
              <a:rPr sz="1200" spc="-70" dirty="0">
                <a:latin typeface="Times New Roman"/>
                <a:cs typeface="Times New Roman"/>
              </a:rPr>
              <a:t>datasets</a:t>
            </a:r>
            <a:r>
              <a:rPr sz="1200" spc="-5" dirty="0">
                <a:latin typeface="Times New Roman"/>
                <a:cs typeface="Times New Roman"/>
              </a:rPr>
              <a:t> </a:t>
            </a:r>
            <a:r>
              <a:rPr sz="1200" spc="-55" dirty="0">
                <a:latin typeface="Times New Roman"/>
                <a:cs typeface="Times New Roman"/>
              </a:rPr>
              <a:t>that</a:t>
            </a:r>
            <a:r>
              <a:rPr sz="1200" spc="50" dirty="0">
                <a:latin typeface="Times New Roman"/>
                <a:cs typeface="Times New Roman"/>
              </a:rPr>
              <a:t> </a:t>
            </a:r>
            <a:r>
              <a:rPr sz="1200" spc="-65" dirty="0">
                <a:latin typeface="Times New Roman"/>
                <a:cs typeface="Times New Roman"/>
              </a:rPr>
              <a:t>are</a:t>
            </a:r>
            <a:r>
              <a:rPr sz="1200" spc="5" dirty="0">
                <a:latin typeface="Times New Roman"/>
                <a:cs typeface="Times New Roman"/>
              </a:rPr>
              <a:t> </a:t>
            </a:r>
            <a:r>
              <a:rPr sz="1200" spc="-70" dirty="0">
                <a:latin typeface="Times New Roman"/>
                <a:cs typeface="Times New Roman"/>
              </a:rPr>
              <a:t>further</a:t>
            </a:r>
            <a:r>
              <a:rPr sz="1200" spc="25" dirty="0">
                <a:latin typeface="Times New Roman"/>
                <a:cs typeface="Times New Roman"/>
              </a:rPr>
              <a:t> </a:t>
            </a:r>
            <a:r>
              <a:rPr sz="1200" spc="-70" dirty="0">
                <a:latin typeface="Times New Roman"/>
                <a:cs typeface="Times New Roman"/>
              </a:rPr>
              <a:t>carried</a:t>
            </a:r>
            <a:r>
              <a:rPr sz="1200" spc="20" dirty="0">
                <a:latin typeface="Times New Roman"/>
                <a:cs typeface="Times New Roman"/>
              </a:rPr>
              <a:t> </a:t>
            </a:r>
            <a:r>
              <a:rPr sz="1200" spc="-25" dirty="0">
                <a:latin typeface="Times New Roman"/>
                <a:cs typeface="Times New Roman"/>
              </a:rPr>
              <a:t>out by</a:t>
            </a:r>
            <a:r>
              <a:rPr sz="1200" spc="-114" dirty="0">
                <a:latin typeface="Times New Roman"/>
                <a:cs typeface="Times New Roman"/>
              </a:rPr>
              <a:t> </a:t>
            </a:r>
            <a:r>
              <a:rPr sz="1200" spc="-50" dirty="0">
                <a:latin typeface="Times New Roman"/>
                <a:cs typeface="Times New Roman"/>
              </a:rPr>
              <a:t>three</a:t>
            </a:r>
            <a:r>
              <a:rPr sz="1200" spc="-85" dirty="0">
                <a:latin typeface="Times New Roman"/>
                <a:cs typeface="Times New Roman"/>
              </a:rPr>
              <a:t> </a:t>
            </a:r>
            <a:r>
              <a:rPr sz="1200" spc="-60" dirty="0">
                <a:latin typeface="Times New Roman"/>
                <a:cs typeface="Times New Roman"/>
              </a:rPr>
              <a:t>steps,</a:t>
            </a:r>
            <a:r>
              <a:rPr sz="1200" spc="-90" dirty="0">
                <a:latin typeface="Times New Roman"/>
                <a:cs typeface="Times New Roman"/>
              </a:rPr>
              <a:t> </a:t>
            </a:r>
            <a:r>
              <a:rPr sz="1200" spc="-50" dirty="0">
                <a:latin typeface="Times New Roman"/>
                <a:cs typeface="Times New Roman"/>
              </a:rPr>
              <a:t>they</a:t>
            </a:r>
            <a:r>
              <a:rPr sz="1200" spc="-105" dirty="0">
                <a:latin typeface="Times New Roman"/>
                <a:cs typeface="Times New Roman"/>
              </a:rPr>
              <a:t> </a:t>
            </a:r>
            <a:r>
              <a:rPr sz="1200" spc="-45" dirty="0">
                <a:latin typeface="Times New Roman"/>
                <a:cs typeface="Times New Roman"/>
              </a:rPr>
              <a:t>are</a:t>
            </a:r>
            <a:r>
              <a:rPr sz="1200" spc="-90" dirty="0">
                <a:latin typeface="Times New Roman"/>
                <a:cs typeface="Times New Roman"/>
              </a:rPr>
              <a:t> </a:t>
            </a:r>
            <a:r>
              <a:rPr sz="1200" spc="-65" dirty="0">
                <a:latin typeface="Times New Roman"/>
                <a:cs typeface="Times New Roman"/>
              </a:rPr>
              <a:t>testing,</a:t>
            </a:r>
            <a:r>
              <a:rPr sz="1200" spc="-70" dirty="0">
                <a:latin typeface="Times New Roman"/>
                <a:cs typeface="Times New Roman"/>
              </a:rPr>
              <a:t> </a:t>
            </a:r>
            <a:r>
              <a:rPr sz="1200" spc="-55" dirty="0">
                <a:latin typeface="Times New Roman"/>
                <a:cs typeface="Times New Roman"/>
              </a:rPr>
              <a:t>training</a:t>
            </a:r>
            <a:r>
              <a:rPr sz="1200" spc="-50" dirty="0">
                <a:latin typeface="Times New Roman"/>
                <a:cs typeface="Times New Roman"/>
              </a:rPr>
              <a:t> </a:t>
            </a:r>
            <a:r>
              <a:rPr sz="1200" spc="-55" dirty="0">
                <a:latin typeface="Times New Roman"/>
                <a:cs typeface="Times New Roman"/>
              </a:rPr>
              <a:t>and </a:t>
            </a:r>
            <a:r>
              <a:rPr sz="1200" spc="-10" dirty="0">
                <a:latin typeface="Times New Roman"/>
                <a:cs typeface="Times New Roman"/>
              </a:rPr>
              <a:t>prediction.</a:t>
            </a:r>
            <a:endParaRPr sz="1200">
              <a:latin typeface="Times New Roman"/>
              <a:cs typeface="Times New Roman"/>
            </a:endParaRPr>
          </a:p>
          <a:p>
            <a:pPr marL="12700" marR="7620" algn="just">
              <a:lnSpc>
                <a:spcPts val="2070"/>
              </a:lnSpc>
              <a:spcBef>
                <a:spcPts val="165"/>
              </a:spcBef>
            </a:pPr>
            <a:r>
              <a:rPr sz="1200" spc="-35" dirty="0">
                <a:latin typeface="Times New Roman"/>
                <a:cs typeface="Times New Roman"/>
              </a:rPr>
              <a:t>In</a:t>
            </a:r>
            <a:r>
              <a:rPr sz="1200" spc="-40" dirty="0">
                <a:latin typeface="Times New Roman"/>
                <a:cs typeface="Times New Roman"/>
              </a:rPr>
              <a:t> </a:t>
            </a:r>
            <a:r>
              <a:rPr sz="1200" spc="-65" dirty="0">
                <a:latin typeface="Times New Roman"/>
                <a:cs typeface="Times New Roman"/>
              </a:rPr>
              <a:t>2017,</a:t>
            </a:r>
            <a:r>
              <a:rPr sz="1200" spc="-10" dirty="0">
                <a:latin typeface="Times New Roman"/>
                <a:cs typeface="Times New Roman"/>
              </a:rPr>
              <a:t> </a:t>
            </a:r>
            <a:r>
              <a:rPr sz="1200" spc="-55" dirty="0">
                <a:latin typeface="Times New Roman"/>
                <a:cs typeface="Times New Roman"/>
              </a:rPr>
              <a:t>an</a:t>
            </a:r>
            <a:r>
              <a:rPr sz="1200" spc="-20" dirty="0">
                <a:latin typeface="Times New Roman"/>
                <a:cs typeface="Times New Roman"/>
              </a:rPr>
              <a:t> </a:t>
            </a:r>
            <a:r>
              <a:rPr sz="1200" spc="-65" dirty="0">
                <a:latin typeface="Times New Roman"/>
                <a:cs typeface="Times New Roman"/>
              </a:rPr>
              <a:t>alert</a:t>
            </a:r>
            <a:r>
              <a:rPr sz="1200" spc="25" dirty="0">
                <a:latin typeface="Times New Roman"/>
                <a:cs typeface="Times New Roman"/>
              </a:rPr>
              <a:t> </a:t>
            </a:r>
            <a:r>
              <a:rPr sz="1200" spc="-65" dirty="0">
                <a:latin typeface="Times New Roman"/>
                <a:cs typeface="Times New Roman"/>
              </a:rPr>
              <a:t>application</a:t>
            </a:r>
            <a:r>
              <a:rPr sz="1200" spc="-5" dirty="0">
                <a:latin typeface="Times New Roman"/>
                <a:cs typeface="Times New Roman"/>
              </a:rPr>
              <a:t> </a:t>
            </a:r>
            <a:r>
              <a:rPr sz="1200" spc="-35" dirty="0">
                <a:latin typeface="Times New Roman"/>
                <a:cs typeface="Times New Roman"/>
              </a:rPr>
              <a:t>of</a:t>
            </a:r>
            <a:r>
              <a:rPr sz="1200" spc="-30" dirty="0">
                <a:latin typeface="Times New Roman"/>
                <a:cs typeface="Times New Roman"/>
              </a:rPr>
              <a:t> </a:t>
            </a:r>
            <a:r>
              <a:rPr sz="1200" spc="-65" dirty="0">
                <a:latin typeface="Times New Roman"/>
                <a:cs typeface="Times New Roman"/>
              </a:rPr>
              <a:t>flood</a:t>
            </a:r>
            <a:r>
              <a:rPr sz="1200" spc="-5" dirty="0">
                <a:latin typeface="Times New Roman"/>
                <a:cs typeface="Times New Roman"/>
              </a:rPr>
              <a:t> </a:t>
            </a:r>
            <a:r>
              <a:rPr sz="1200" spc="-60" dirty="0">
                <a:latin typeface="Times New Roman"/>
                <a:cs typeface="Times New Roman"/>
              </a:rPr>
              <a:t>was</a:t>
            </a:r>
            <a:r>
              <a:rPr sz="1200" spc="-15" dirty="0">
                <a:latin typeface="Times New Roman"/>
                <a:cs typeface="Times New Roman"/>
              </a:rPr>
              <a:t> </a:t>
            </a:r>
            <a:r>
              <a:rPr sz="1200" spc="-60" dirty="0">
                <a:latin typeface="Times New Roman"/>
                <a:cs typeface="Times New Roman"/>
              </a:rPr>
              <a:t>developed</a:t>
            </a:r>
            <a:r>
              <a:rPr sz="1200" spc="-5" dirty="0">
                <a:latin typeface="Times New Roman"/>
                <a:cs typeface="Times New Roman"/>
              </a:rPr>
              <a:t> </a:t>
            </a:r>
            <a:r>
              <a:rPr sz="1200" spc="-65" dirty="0">
                <a:latin typeface="Times New Roman"/>
                <a:cs typeface="Times New Roman"/>
              </a:rPr>
              <a:t>by</a:t>
            </a:r>
            <a:r>
              <a:rPr sz="1200" spc="-10" dirty="0">
                <a:latin typeface="Times New Roman"/>
                <a:cs typeface="Times New Roman"/>
              </a:rPr>
              <a:t> </a:t>
            </a:r>
            <a:r>
              <a:rPr sz="1200" spc="-65" dirty="0">
                <a:latin typeface="Times New Roman"/>
                <a:cs typeface="Times New Roman"/>
              </a:rPr>
              <a:t>author</a:t>
            </a:r>
            <a:r>
              <a:rPr sz="1200" spc="5" dirty="0">
                <a:latin typeface="Times New Roman"/>
                <a:cs typeface="Times New Roman"/>
              </a:rPr>
              <a:t> </a:t>
            </a:r>
            <a:r>
              <a:rPr sz="1200" spc="-60" dirty="0">
                <a:latin typeface="Times New Roman"/>
                <a:cs typeface="Times New Roman"/>
              </a:rPr>
              <a:t>Jayashree</a:t>
            </a:r>
            <a:r>
              <a:rPr sz="1200" spc="20" dirty="0">
                <a:latin typeface="Times New Roman"/>
                <a:cs typeface="Times New Roman"/>
              </a:rPr>
              <a:t> </a:t>
            </a:r>
            <a:r>
              <a:rPr sz="1200" spc="-70" dirty="0">
                <a:latin typeface="Times New Roman"/>
                <a:cs typeface="Times New Roman"/>
              </a:rPr>
              <a:t>S,</a:t>
            </a:r>
            <a:r>
              <a:rPr sz="1200" spc="-5" dirty="0">
                <a:latin typeface="Times New Roman"/>
                <a:cs typeface="Times New Roman"/>
              </a:rPr>
              <a:t> </a:t>
            </a:r>
            <a:r>
              <a:rPr sz="1200" spc="-65" dirty="0">
                <a:latin typeface="Times New Roman"/>
                <a:cs typeface="Times New Roman"/>
              </a:rPr>
              <a:t>Sarika</a:t>
            </a:r>
            <a:r>
              <a:rPr sz="1200" spc="15" dirty="0">
                <a:latin typeface="Times New Roman"/>
                <a:cs typeface="Times New Roman"/>
              </a:rPr>
              <a:t> </a:t>
            </a:r>
            <a:r>
              <a:rPr sz="1200" spc="-50" dirty="0">
                <a:latin typeface="Times New Roman"/>
                <a:cs typeface="Times New Roman"/>
              </a:rPr>
              <a:t>S,</a:t>
            </a:r>
            <a:r>
              <a:rPr sz="1200" spc="15" dirty="0">
                <a:latin typeface="Times New Roman"/>
                <a:cs typeface="Times New Roman"/>
              </a:rPr>
              <a:t> </a:t>
            </a:r>
            <a:r>
              <a:rPr sz="1200" spc="-70" dirty="0">
                <a:latin typeface="Times New Roman"/>
                <a:cs typeface="Times New Roman"/>
              </a:rPr>
              <a:t>Solai</a:t>
            </a:r>
            <a:r>
              <a:rPr sz="1200" spc="-5" dirty="0">
                <a:latin typeface="Times New Roman"/>
                <a:cs typeface="Times New Roman"/>
              </a:rPr>
              <a:t> </a:t>
            </a:r>
            <a:r>
              <a:rPr sz="1200" dirty="0">
                <a:latin typeface="Times New Roman"/>
                <a:cs typeface="Times New Roman"/>
              </a:rPr>
              <a:t>A</a:t>
            </a:r>
            <a:r>
              <a:rPr sz="1200" spc="-10" dirty="0">
                <a:latin typeface="Times New Roman"/>
                <a:cs typeface="Times New Roman"/>
              </a:rPr>
              <a:t> L,Soma </a:t>
            </a:r>
            <a:r>
              <a:rPr sz="1200" spc="-60" dirty="0">
                <a:latin typeface="Times New Roman"/>
                <a:cs typeface="Times New Roman"/>
              </a:rPr>
              <a:t>Prathibha</a:t>
            </a:r>
            <a:r>
              <a:rPr sz="1200" spc="-10" dirty="0">
                <a:latin typeface="Times New Roman"/>
                <a:cs typeface="Times New Roman"/>
              </a:rPr>
              <a:t> </a:t>
            </a:r>
            <a:r>
              <a:rPr sz="1200" spc="-60" dirty="0">
                <a:latin typeface="Times New Roman"/>
                <a:cs typeface="Times New Roman"/>
              </a:rPr>
              <a:t>[prathibhha,</a:t>
            </a:r>
            <a:r>
              <a:rPr sz="1200" spc="10" dirty="0">
                <a:latin typeface="Times New Roman"/>
                <a:cs typeface="Times New Roman"/>
              </a:rPr>
              <a:t> </a:t>
            </a:r>
            <a:r>
              <a:rPr sz="1200" spc="-45" dirty="0">
                <a:latin typeface="Times New Roman"/>
                <a:cs typeface="Times New Roman"/>
              </a:rPr>
              <a:t>.d.,</a:t>
            </a:r>
            <a:r>
              <a:rPr sz="1200" spc="-10" dirty="0">
                <a:latin typeface="Times New Roman"/>
                <a:cs typeface="Times New Roman"/>
              </a:rPr>
              <a:t> </a:t>
            </a:r>
            <a:r>
              <a:rPr sz="1200" spc="-60" dirty="0">
                <a:latin typeface="Times New Roman"/>
                <a:cs typeface="Times New Roman"/>
              </a:rPr>
              <a:t>3].They have</a:t>
            </a:r>
            <a:r>
              <a:rPr sz="1200" spc="-10" dirty="0">
                <a:latin typeface="Times New Roman"/>
                <a:cs typeface="Times New Roman"/>
              </a:rPr>
              <a:t> </a:t>
            </a:r>
            <a:r>
              <a:rPr sz="1200" spc="-50" dirty="0">
                <a:latin typeface="Times New Roman"/>
                <a:cs typeface="Times New Roman"/>
              </a:rPr>
              <a:t>used</a:t>
            </a:r>
            <a:r>
              <a:rPr sz="1200" dirty="0">
                <a:latin typeface="Times New Roman"/>
                <a:cs typeface="Times New Roman"/>
              </a:rPr>
              <a:t> </a:t>
            </a:r>
            <a:r>
              <a:rPr sz="1200" spc="-65" dirty="0">
                <a:latin typeface="Times New Roman"/>
                <a:cs typeface="Times New Roman"/>
              </a:rPr>
              <a:t>ZigBee</a:t>
            </a:r>
            <a:r>
              <a:rPr sz="1200" spc="-30" dirty="0">
                <a:latin typeface="Times New Roman"/>
                <a:cs typeface="Times New Roman"/>
              </a:rPr>
              <a:t> </a:t>
            </a:r>
            <a:r>
              <a:rPr sz="1200" spc="-60" dirty="0">
                <a:latin typeface="Times New Roman"/>
                <a:cs typeface="Times New Roman"/>
              </a:rPr>
              <a:t>technology </a:t>
            </a:r>
            <a:r>
              <a:rPr sz="1200" spc="-50" dirty="0">
                <a:latin typeface="Times New Roman"/>
                <a:cs typeface="Times New Roman"/>
              </a:rPr>
              <a:t>and</a:t>
            </a:r>
            <a:r>
              <a:rPr sz="1200" spc="-25" dirty="0">
                <a:latin typeface="Times New Roman"/>
                <a:cs typeface="Times New Roman"/>
              </a:rPr>
              <a:t> </a:t>
            </a:r>
            <a:r>
              <a:rPr sz="1200" spc="-45" dirty="0">
                <a:latin typeface="Times New Roman"/>
                <a:cs typeface="Times New Roman"/>
              </a:rPr>
              <a:t>the</a:t>
            </a:r>
            <a:r>
              <a:rPr sz="1200" spc="-5" dirty="0">
                <a:latin typeface="Times New Roman"/>
                <a:cs typeface="Times New Roman"/>
              </a:rPr>
              <a:t> </a:t>
            </a:r>
            <a:r>
              <a:rPr sz="1200" spc="-65" dirty="0">
                <a:latin typeface="Times New Roman"/>
                <a:cs typeface="Times New Roman"/>
              </a:rPr>
              <a:t>application</a:t>
            </a:r>
            <a:r>
              <a:rPr sz="1200" spc="-30" dirty="0">
                <a:latin typeface="Times New Roman"/>
                <a:cs typeface="Times New Roman"/>
              </a:rPr>
              <a:t> </a:t>
            </a:r>
            <a:r>
              <a:rPr sz="1200" spc="-60" dirty="0">
                <a:latin typeface="Times New Roman"/>
                <a:cs typeface="Times New Roman"/>
              </a:rPr>
              <a:t>also</a:t>
            </a:r>
            <a:r>
              <a:rPr sz="1200" spc="25" dirty="0">
                <a:latin typeface="Times New Roman"/>
                <a:cs typeface="Times New Roman"/>
              </a:rPr>
              <a:t> </a:t>
            </a:r>
            <a:r>
              <a:rPr sz="1200" spc="-50" dirty="0">
                <a:latin typeface="Times New Roman"/>
                <a:cs typeface="Times New Roman"/>
              </a:rPr>
              <a:t>works</a:t>
            </a:r>
            <a:r>
              <a:rPr sz="1200" spc="-40" dirty="0">
                <a:latin typeface="Times New Roman"/>
                <a:cs typeface="Times New Roman"/>
              </a:rPr>
              <a:t> </a:t>
            </a:r>
            <a:r>
              <a:rPr sz="1200" spc="-20" dirty="0">
                <a:latin typeface="Times New Roman"/>
                <a:cs typeface="Times New Roman"/>
              </a:rPr>
              <a:t>when</a:t>
            </a:r>
            <a:endParaRPr sz="1200">
              <a:latin typeface="Times New Roman"/>
              <a:cs typeface="Times New Roman"/>
            </a:endParaRPr>
          </a:p>
          <a:p>
            <a:pPr marL="12700" marR="6350" algn="just">
              <a:lnSpc>
                <a:spcPts val="2060"/>
              </a:lnSpc>
              <a:spcBef>
                <a:spcPts val="25"/>
              </a:spcBef>
            </a:pPr>
            <a:r>
              <a:rPr sz="1200" spc="-65" dirty="0">
                <a:latin typeface="Times New Roman"/>
                <a:cs typeface="Times New Roman"/>
              </a:rPr>
              <a:t>the</a:t>
            </a:r>
            <a:r>
              <a:rPr sz="1200" spc="-10" dirty="0">
                <a:latin typeface="Times New Roman"/>
                <a:cs typeface="Times New Roman"/>
              </a:rPr>
              <a:t> </a:t>
            </a:r>
            <a:r>
              <a:rPr sz="1200" spc="-70" dirty="0">
                <a:latin typeface="Times New Roman"/>
                <a:cs typeface="Times New Roman"/>
              </a:rPr>
              <a:t>network</a:t>
            </a:r>
            <a:r>
              <a:rPr sz="1200" spc="-5" dirty="0">
                <a:latin typeface="Times New Roman"/>
                <a:cs typeface="Times New Roman"/>
              </a:rPr>
              <a:t> </a:t>
            </a:r>
            <a:r>
              <a:rPr sz="1200" spc="-105" dirty="0">
                <a:latin typeface="Times New Roman"/>
                <a:cs typeface="Times New Roman"/>
              </a:rPr>
              <a:t>is</a:t>
            </a:r>
            <a:r>
              <a:rPr sz="1200" spc="30" dirty="0">
                <a:latin typeface="Times New Roman"/>
                <a:cs typeface="Times New Roman"/>
              </a:rPr>
              <a:t> </a:t>
            </a:r>
            <a:r>
              <a:rPr sz="1200" spc="-80" dirty="0">
                <a:latin typeface="Times New Roman"/>
                <a:cs typeface="Times New Roman"/>
              </a:rPr>
              <a:t>not</a:t>
            </a:r>
            <a:r>
              <a:rPr sz="1200" spc="5" dirty="0">
                <a:latin typeface="Times New Roman"/>
                <a:cs typeface="Times New Roman"/>
              </a:rPr>
              <a:t> </a:t>
            </a:r>
            <a:r>
              <a:rPr sz="1200" spc="-75" dirty="0">
                <a:latin typeface="Times New Roman"/>
                <a:cs typeface="Times New Roman"/>
              </a:rPr>
              <a:t>present.</a:t>
            </a:r>
            <a:r>
              <a:rPr sz="1200" dirty="0">
                <a:latin typeface="Times New Roman"/>
                <a:cs typeface="Times New Roman"/>
              </a:rPr>
              <a:t> </a:t>
            </a:r>
            <a:r>
              <a:rPr sz="1200" spc="-70" dirty="0">
                <a:latin typeface="Times New Roman"/>
                <a:cs typeface="Times New Roman"/>
              </a:rPr>
              <a:t>This</a:t>
            </a:r>
            <a:r>
              <a:rPr sz="1200" spc="25" dirty="0">
                <a:latin typeface="Times New Roman"/>
                <a:cs typeface="Times New Roman"/>
              </a:rPr>
              <a:t> </a:t>
            </a:r>
            <a:r>
              <a:rPr sz="1200" spc="-75" dirty="0">
                <a:latin typeface="Times New Roman"/>
                <a:cs typeface="Times New Roman"/>
              </a:rPr>
              <a:t>means</a:t>
            </a:r>
            <a:r>
              <a:rPr sz="1200" spc="30" dirty="0">
                <a:latin typeface="Times New Roman"/>
                <a:cs typeface="Times New Roman"/>
              </a:rPr>
              <a:t> </a:t>
            </a:r>
            <a:r>
              <a:rPr sz="1200" spc="-70" dirty="0">
                <a:latin typeface="Times New Roman"/>
                <a:cs typeface="Times New Roman"/>
              </a:rPr>
              <a:t>that</a:t>
            </a:r>
            <a:r>
              <a:rPr sz="1200" spc="15" dirty="0">
                <a:latin typeface="Times New Roman"/>
                <a:cs typeface="Times New Roman"/>
              </a:rPr>
              <a:t> </a:t>
            </a:r>
            <a:r>
              <a:rPr sz="1200" spc="-70" dirty="0">
                <a:latin typeface="Times New Roman"/>
                <a:cs typeface="Times New Roman"/>
              </a:rPr>
              <a:t>this</a:t>
            </a:r>
            <a:r>
              <a:rPr sz="1200" spc="30" dirty="0">
                <a:latin typeface="Times New Roman"/>
                <a:cs typeface="Times New Roman"/>
              </a:rPr>
              <a:t> </a:t>
            </a:r>
            <a:r>
              <a:rPr sz="1200" spc="-65" dirty="0">
                <a:latin typeface="Times New Roman"/>
                <a:cs typeface="Times New Roman"/>
              </a:rPr>
              <a:t>application</a:t>
            </a:r>
            <a:r>
              <a:rPr sz="1200" spc="-10" dirty="0">
                <a:latin typeface="Times New Roman"/>
                <a:cs typeface="Times New Roman"/>
              </a:rPr>
              <a:t> </a:t>
            </a:r>
            <a:r>
              <a:rPr sz="1200" spc="-90" dirty="0">
                <a:latin typeface="Times New Roman"/>
                <a:cs typeface="Times New Roman"/>
              </a:rPr>
              <a:t>is</a:t>
            </a:r>
            <a:r>
              <a:rPr sz="1200" spc="55" dirty="0">
                <a:latin typeface="Times New Roman"/>
                <a:cs typeface="Times New Roman"/>
              </a:rPr>
              <a:t> </a:t>
            </a:r>
            <a:r>
              <a:rPr sz="1200" spc="-65" dirty="0">
                <a:latin typeface="Times New Roman"/>
                <a:cs typeface="Times New Roman"/>
              </a:rPr>
              <a:t>network</a:t>
            </a:r>
            <a:r>
              <a:rPr sz="1200" spc="15" dirty="0">
                <a:latin typeface="Times New Roman"/>
                <a:cs typeface="Times New Roman"/>
              </a:rPr>
              <a:t> </a:t>
            </a:r>
            <a:r>
              <a:rPr sz="1200" spc="-65" dirty="0">
                <a:latin typeface="Times New Roman"/>
                <a:cs typeface="Times New Roman"/>
              </a:rPr>
              <a:t>independent.</a:t>
            </a:r>
            <a:r>
              <a:rPr sz="1200" spc="-10" dirty="0">
                <a:latin typeface="Times New Roman"/>
                <a:cs typeface="Times New Roman"/>
              </a:rPr>
              <a:t> </a:t>
            </a:r>
            <a:r>
              <a:rPr sz="1200" spc="-60" dirty="0">
                <a:latin typeface="Times New Roman"/>
                <a:cs typeface="Times New Roman"/>
              </a:rPr>
              <a:t>The</a:t>
            </a:r>
            <a:r>
              <a:rPr sz="1200" spc="45" dirty="0">
                <a:latin typeface="Times New Roman"/>
                <a:cs typeface="Times New Roman"/>
              </a:rPr>
              <a:t> </a:t>
            </a:r>
            <a:r>
              <a:rPr sz="1200" spc="-70" dirty="0">
                <a:latin typeface="Times New Roman"/>
                <a:cs typeface="Times New Roman"/>
              </a:rPr>
              <a:t>user</a:t>
            </a:r>
            <a:r>
              <a:rPr sz="1200" spc="25" dirty="0">
                <a:latin typeface="Times New Roman"/>
                <a:cs typeface="Times New Roman"/>
              </a:rPr>
              <a:t> </a:t>
            </a:r>
            <a:r>
              <a:rPr sz="1200" spc="-85" dirty="0">
                <a:latin typeface="Times New Roman"/>
                <a:cs typeface="Times New Roman"/>
              </a:rPr>
              <a:t>can</a:t>
            </a:r>
            <a:r>
              <a:rPr sz="1200" spc="10" dirty="0">
                <a:latin typeface="Times New Roman"/>
                <a:cs typeface="Times New Roman"/>
              </a:rPr>
              <a:t> </a:t>
            </a:r>
            <a:r>
              <a:rPr sz="1200" spc="-20" dirty="0">
                <a:latin typeface="Times New Roman"/>
                <a:cs typeface="Times New Roman"/>
              </a:rPr>
              <a:t>make </a:t>
            </a:r>
            <a:r>
              <a:rPr sz="1200" spc="-125" dirty="0">
                <a:latin typeface="Times New Roman"/>
                <a:cs typeface="Times New Roman"/>
              </a:rPr>
              <a:t>an</a:t>
            </a:r>
            <a:r>
              <a:rPr sz="1200" spc="50" dirty="0">
                <a:latin typeface="Times New Roman"/>
                <a:cs typeface="Times New Roman"/>
              </a:rPr>
              <a:t> </a:t>
            </a:r>
            <a:r>
              <a:rPr sz="1200" spc="-80" dirty="0">
                <a:latin typeface="Times New Roman"/>
                <a:cs typeface="Times New Roman"/>
              </a:rPr>
              <a:t>emergency</a:t>
            </a:r>
            <a:r>
              <a:rPr sz="1200" spc="5" dirty="0">
                <a:latin typeface="Times New Roman"/>
                <a:cs typeface="Times New Roman"/>
              </a:rPr>
              <a:t> </a:t>
            </a:r>
            <a:r>
              <a:rPr sz="1200" spc="-95" dirty="0">
                <a:latin typeface="Times New Roman"/>
                <a:cs typeface="Times New Roman"/>
              </a:rPr>
              <a:t>call</a:t>
            </a:r>
            <a:r>
              <a:rPr sz="1200" spc="20" dirty="0">
                <a:latin typeface="Times New Roman"/>
                <a:cs typeface="Times New Roman"/>
              </a:rPr>
              <a:t> </a:t>
            </a:r>
            <a:r>
              <a:rPr sz="1200" spc="-85" dirty="0">
                <a:latin typeface="Times New Roman"/>
                <a:cs typeface="Times New Roman"/>
              </a:rPr>
              <a:t>or</a:t>
            </a:r>
            <a:r>
              <a:rPr sz="1200" spc="10" dirty="0">
                <a:latin typeface="Times New Roman"/>
                <a:cs typeface="Times New Roman"/>
              </a:rPr>
              <a:t> </a:t>
            </a:r>
            <a:r>
              <a:rPr sz="1200" spc="-85" dirty="0">
                <a:latin typeface="Times New Roman"/>
                <a:cs typeface="Times New Roman"/>
              </a:rPr>
              <a:t>might</a:t>
            </a:r>
            <a:r>
              <a:rPr sz="1200" spc="10" dirty="0">
                <a:latin typeface="Times New Roman"/>
                <a:cs typeface="Times New Roman"/>
              </a:rPr>
              <a:t> </a:t>
            </a:r>
            <a:r>
              <a:rPr sz="1200" spc="-95" dirty="0">
                <a:latin typeface="Times New Roman"/>
                <a:cs typeface="Times New Roman"/>
              </a:rPr>
              <a:t>send</a:t>
            </a:r>
            <a:r>
              <a:rPr sz="1200" spc="20" dirty="0">
                <a:latin typeface="Times New Roman"/>
                <a:cs typeface="Times New Roman"/>
              </a:rPr>
              <a:t> </a:t>
            </a:r>
            <a:r>
              <a:rPr sz="1200" spc="-105" dirty="0">
                <a:latin typeface="Times New Roman"/>
                <a:cs typeface="Times New Roman"/>
              </a:rPr>
              <a:t>the</a:t>
            </a:r>
            <a:r>
              <a:rPr sz="1200" spc="30" dirty="0">
                <a:latin typeface="Times New Roman"/>
                <a:cs typeface="Times New Roman"/>
              </a:rPr>
              <a:t> </a:t>
            </a:r>
            <a:r>
              <a:rPr sz="1200" spc="-100" dirty="0">
                <a:latin typeface="Times New Roman"/>
                <a:cs typeface="Times New Roman"/>
              </a:rPr>
              <a:t>SMS</a:t>
            </a:r>
            <a:r>
              <a:rPr sz="1200" spc="25" dirty="0">
                <a:latin typeface="Times New Roman"/>
                <a:cs typeface="Times New Roman"/>
              </a:rPr>
              <a:t> </a:t>
            </a:r>
            <a:r>
              <a:rPr sz="1200" spc="-120" dirty="0">
                <a:latin typeface="Times New Roman"/>
                <a:cs typeface="Times New Roman"/>
              </a:rPr>
              <a:t>to</a:t>
            </a:r>
            <a:r>
              <a:rPr sz="1200" spc="45" dirty="0">
                <a:latin typeface="Times New Roman"/>
                <a:cs typeface="Times New Roman"/>
              </a:rPr>
              <a:t> </a:t>
            </a:r>
            <a:r>
              <a:rPr sz="1200" spc="-80" dirty="0">
                <a:latin typeface="Times New Roman"/>
                <a:cs typeface="Times New Roman"/>
              </a:rPr>
              <a:t>their</a:t>
            </a:r>
            <a:r>
              <a:rPr sz="1200" spc="25" dirty="0">
                <a:latin typeface="Times New Roman"/>
                <a:cs typeface="Times New Roman"/>
              </a:rPr>
              <a:t> </a:t>
            </a:r>
            <a:r>
              <a:rPr sz="1200" spc="-85" dirty="0">
                <a:latin typeface="Times New Roman"/>
                <a:cs typeface="Times New Roman"/>
              </a:rPr>
              <a:t>family</a:t>
            </a:r>
            <a:r>
              <a:rPr sz="1200" spc="80" dirty="0">
                <a:latin typeface="Times New Roman"/>
                <a:cs typeface="Times New Roman"/>
              </a:rPr>
              <a:t> </a:t>
            </a:r>
            <a:r>
              <a:rPr sz="1200" spc="-75" dirty="0">
                <a:latin typeface="Times New Roman"/>
                <a:cs typeface="Times New Roman"/>
              </a:rPr>
              <a:t>members.</a:t>
            </a:r>
            <a:r>
              <a:rPr sz="1200" spc="55" dirty="0">
                <a:latin typeface="Times New Roman"/>
                <a:cs typeface="Times New Roman"/>
              </a:rPr>
              <a:t> </a:t>
            </a:r>
            <a:r>
              <a:rPr sz="1200" spc="-100" dirty="0">
                <a:latin typeface="Times New Roman"/>
                <a:cs typeface="Times New Roman"/>
              </a:rPr>
              <a:t>The</a:t>
            </a:r>
            <a:r>
              <a:rPr sz="1200" spc="25" dirty="0">
                <a:latin typeface="Times New Roman"/>
                <a:cs typeface="Times New Roman"/>
              </a:rPr>
              <a:t> </a:t>
            </a:r>
            <a:r>
              <a:rPr sz="1200" spc="-80" dirty="0">
                <a:latin typeface="Times New Roman"/>
                <a:cs typeface="Times New Roman"/>
              </a:rPr>
              <a:t>alert</a:t>
            </a:r>
            <a:r>
              <a:rPr sz="1200" spc="80" dirty="0">
                <a:latin typeface="Times New Roman"/>
                <a:cs typeface="Times New Roman"/>
              </a:rPr>
              <a:t> </a:t>
            </a:r>
            <a:r>
              <a:rPr sz="1200" spc="-70" dirty="0">
                <a:latin typeface="Times New Roman"/>
                <a:cs typeface="Times New Roman"/>
              </a:rPr>
              <a:t>application</a:t>
            </a:r>
            <a:r>
              <a:rPr sz="1200" spc="80" dirty="0">
                <a:latin typeface="Times New Roman"/>
                <a:cs typeface="Times New Roman"/>
              </a:rPr>
              <a:t> </a:t>
            </a:r>
            <a:r>
              <a:rPr sz="1200" spc="-70" dirty="0">
                <a:latin typeface="Times New Roman"/>
                <a:cs typeface="Times New Roman"/>
              </a:rPr>
              <a:t>consists</a:t>
            </a:r>
            <a:r>
              <a:rPr sz="1200" spc="5" dirty="0">
                <a:latin typeface="Times New Roman"/>
                <a:cs typeface="Times New Roman"/>
              </a:rPr>
              <a:t> </a:t>
            </a:r>
            <a:r>
              <a:rPr sz="1200" spc="-105" dirty="0">
                <a:latin typeface="Times New Roman"/>
                <a:cs typeface="Times New Roman"/>
              </a:rPr>
              <a:t>of</a:t>
            </a:r>
            <a:r>
              <a:rPr sz="1200" spc="30" dirty="0">
                <a:latin typeface="Times New Roman"/>
                <a:cs typeface="Times New Roman"/>
              </a:rPr>
              <a:t> </a:t>
            </a:r>
            <a:r>
              <a:rPr sz="1200" spc="-20" dirty="0">
                <a:latin typeface="Times New Roman"/>
                <a:cs typeface="Times New Roman"/>
              </a:rPr>
              <a:t>user </a:t>
            </a:r>
            <a:r>
              <a:rPr sz="1200" spc="-65" dirty="0">
                <a:latin typeface="Times New Roman"/>
                <a:cs typeface="Times New Roman"/>
              </a:rPr>
              <a:t>registration,</a:t>
            </a:r>
            <a:r>
              <a:rPr sz="1200" spc="-110" dirty="0">
                <a:latin typeface="Times New Roman"/>
                <a:cs typeface="Times New Roman"/>
              </a:rPr>
              <a:t> </a:t>
            </a:r>
            <a:r>
              <a:rPr sz="1200" spc="-60" dirty="0">
                <a:latin typeface="Times New Roman"/>
                <a:cs typeface="Times New Roman"/>
              </a:rPr>
              <a:t>display</a:t>
            </a:r>
            <a:r>
              <a:rPr sz="1200" spc="-150" dirty="0">
                <a:latin typeface="Times New Roman"/>
                <a:cs typeface="Times New Roman"/>
              </a:rPr>
              <a:t> </a:t>
            </a:r>
            <a:r>
              <a:rPr sz="1200" spc="-20" dirty="0">
                <a:latin typeface="Times New Roman"/>
                <a:cs typeface="Times New Roman"/>
              </a:rPr>
              <a:t>of</a:t>
            </a:r>
            <a:r>
              <a:rPr sz="1200" spc="-145" dirty="0">
                <a:latin typeface="Times New Roman"/>
                <a:cs typeface="Times New Roman"/>
              </a:rPr>
              <a:t> </a:t>
            </a:r>
            <a:r>
              <a:rPr sz="1200" spc="-40" dirty="0">
                <a:latin typeface="Times New Roman"/>
                <a:cs typeface="Times New Roman"/>
              </a:rPr>
              <a:t>dam</a:t>
            </a:r>
            <a:r>
              <a:rPr sz="1200" spc="-150" dirty="0">
                <a:latin typeface="Times New Roman"/>
                <a:cs typeface="Times New Roman"/>
              </a:rPr>
              <a:t> </a:t>
            </a:r>
            <a:r>
              <a:rPr sz="1200" spc="-55" dirty="0">
                <a:latin typeface="Times New Roman"/>
                <a:cs typeface="Times New Roman"/>
              </a:rPr>
              <a:t>water</a:t>
            </a:r>
            <a:r>
              <a:rPr sz="1200" spc="-114" dirty="0">
                <a:latin typeface="Times New Roman"/>
                <a:cs typeface="Times New Roman"/>
              </a:rPr>
              <a:t> </a:t>
            </a:r>
            <a:r>
              <a:rPr sz="1200" spc="-65" dirty="0">
                <a:latin typeface="Times New Roman"/>
                <a:cs typeface="Times New Roman"/>
              </a:rPr>
              <a:t>levels</a:t>
            </a:r>
            <a:r>
              <a:rPr sz="1200" spc="-110" dirty="0">
                <a:latin typeface="Times New Roman"/>
                <a:cs typeface="Times New Roman"/>
              </a:rPr>
              <a:t> </a:t>
            </a:r>
            <a:r>
              <a:rPr sz="1200" spc="-55" dirty="0">
                <a:latin typeface="Times New Roman"/>
                <a:cs typeface="Times New Roman"/>
              </a:rPr>
              <a:t>and</a:t>
            </a:r>
            <a:r>
              <a:rPr sz="1200" spc="-95" dirty="0">
                <a:latin typeface="Times New Roman"/>
                <a:cs typeface="Times New Roman"/>
              </a:rPr>
              <a:t> </a:t>
            </a:r>
            <a:r>
              <a:rPr sz="1200" spc="-60" dirty="0">
                <a:latin typeface="Times New Roman"/>
                <a:cs typeface="Times New Roman"/>
              </a:rPr>
              <a:t>safe</a:t>
            </a:r>
            <a:r>
              <a:rPr sz="1200" spc="-100" dirty="0">
                <a:latin typeface="Times New Roman"/>
                <a:cs typeface="Times New Roman"/>
              </a:rPr>
              <a:t> </a:t>
            </a:r>
            <a:r>
              <a:rPr sz="1200" spc="-50" dirty="0">
                <a:latin typeface="Times New Roman"/>
                <a:cs typeface="Times New Roman"/>
              </a:rPr>
              <a:t>zone</a:t>
            </a:r>
            <a:r>
              <a:rPr sz="1200" spc="-100" dirty="0">
                <a:latin typeface="Times New Roman"/>
                <a:cs typeface="Times New Roman"/>
              </a:rPr>
              <a:t> </a:t>
            </a:r>
            <a:r>
              <a:rPr sz="1200" spc="-65" dirty="0">
                <a:latin typeface="Times New Roman"/>
                <a:cs typeface="Times New Roman"/>
              </a:rPr>
              <a:t>mapping.</a:t>
            </a:r>
            <a:r>
              <a:rPr sz="1200" spc="-75" dirty="0">
                <a:latin typeface="Times New Roman"/>
                <a:cs typeface="Times New Roman"/>
              </a:rPr>
              <a:t> </a:t>
            </a:r>
            <a:r>
              <a:rPr sz="1200" spc="-65" dirty="0">
                <a:latin typeface="Times New Roman"/>
                <a:cs typeface="Times New Roman"/>
              </a:rPr>
              <a:t>Which</a:t>
            </a:r>
            <a:r>
              <a:rPr sz="1200" spc="-95" dirty="0">
                <a:latin typeface="Times New Roman"/>
                <a:cs typeface="Times New Roman"/>
              </a:rPr>
              <a:t> </a:t>
            </a:r>
            <a:r>
              <a:rPr sz="1200" spc="-70" dirty="0">
                <a:latin typeface="Times New Roman"/>
                <a:cs typeface="Times New Roman"/>
              </a:rPr>
              <a:t>means</a:t>
            </a:r>
            <a:r>
              <a:rPr sz="1200" spc="-110" dirty="0">
                <a:latin typeface="Times New Roman"/>
                <a:cs typeface="Times New Roman"/>
              </a:rPr>
              <a:t> </a:t>
            </a:r>
            <a:r>
              <a:rPr sz="1200" spc="-55" dirty="0">
                <a:latin typeface="Times New Roman"/>
                <a:cs typeface="Times New Roman"/>
              </a:rPr>
              <a:t>that</a:t>
            </a:r>
            <a:r>
              <a:rPr sz="1200" spc="-90" dirty="0">
                <a:latin typeface="Times New Roman"/>
                <a:cs typeface="Times New Roman"/>
              </a:rPr>
              <a:t> </a:t>
            </a:r>
            <a:r>
              <a:rPr sz="1200" spc="-45" dirty="0">
                <a:latin typeface="Times New Roman"/>
                <a:cs typeface="Times New Roman"/>
              </a:rPr>
              <a:t>the</a:t>
            </a:r>
            <a:r>
              <a:rPr sz="1200" spc="-130" dirty="0">
                <a:latin typeface="Times New Roman"/>
                <a:cs typeface="Times New Roman"/>
              </a:rPr>
              <a:t> </a:t>
            </a:r>
            <a:r>
              <a:rPr sz="1200" spc="-55" dirty="0">
                <a:latin typeface="Times New Roman"/>
                <a:cs typeface="Times New Roman"/>
              </a:rPr>
              <a:t>user</a:t>
            </a:r>
            <a:r>
              <a:rPr sz="1200" spc="-85" dirty="0">
                <a:latin typeface="Times New Roman"/>
                <a:cs typeface="Times New Roman"/>
              </a:rPr>
              <a:t> </a:t>
            </a:r>
            <a:r>
              <a:rPr sz="1200" spc="-55" dirty="0">
                <a:latin typeface="Times New Roman"/>
                <a:cs typeface="Times New Roman"/>
              </a:rPr>
              <a:t>can</a:t>
            </a:r>
            <a:r>
              <a:rPr sz="1200" spc="-125" dirty="0">
                <a:latin typeface="Times New Roman"/>
                <a:cs typeface="Times New Roman"/>
              </a:rPr>
              <a:t> </a:t>
            </a:r>
            <a:r>
              <a:rPr sz="1200" spc="-25" dirty="0">
                <a:latin typeface="Times New Roman"/>
                <a:cs typeface="Times New Roman"/>
              </a:rPr>
              <a:t>regularly</a:t>
            </a:r>
            <a:endParaRPr sz="1200">
              <a:latin typeface="Times New Roman"/>
              <a:cs typeface="Times New Roman"/>
            </a:endParaRPr>
          </a:p>
          <a:p>
            <a:pPr marL="12700">
              <a:lnSpc>
                <a:spcPct val="100000"/>
              </a:lnSpc>
              <a:spcBef>
                <a:spcPts val="459"/>
              </a:spcBef>
            </a:pPr>
            <a:r>
              <a:rPr sz="1200" spc="-55" dirty="0">
                <a:latin typeface="Times New Roman"/>
                <a:cs typeface="Times New Roman"/>
              </a:rPr>
              <a:t>get </a:t>
            </a:r>
            <a:r>
              <a:rPr sz="1200" spc="-60" dirty="0">
                <a:latin typeface="Times New Roman"/>
                <a:cs typeface="Times New Roman"/>
              </a:rPr>
              <a:t>updates</a:t>
            </a:r>
            <a:r>
              <a:rPr sz="1200" spc="-120" dirty="0">
                <a:latin typeface="Times New Roman"/>
                <a:cs typeface="Times New Roman"/>
              </a:rPr>
              <a:t> </a:t>
            </a:r>
            <a:r>
              <a:rPr sz="1200" spc="-20" dirty="0">
                <a:latin typeface="Times New Roman"/>
                <a:cs typeface="Times New Roman"/>
              </a:rPr>
              <a:t>of</a:t>
            </a:r>
            <a:r>
              <a:rPr sz="1200" spc="-120" dirty="0">
                <a:latin typeface="Times New Roman"/>
                <a:cs typeface="Times New Roman"/>
              </a:rPr>
              <a:t> </a:t>
            </a:r>
            <a:r>
              <a:rPr sz="1200" spc="-45" dirty="0">
                <a:latin typeface="Times New Roman"/>
                <a:cs typeface="Times New Roman"/>
              </a:rPr>
              <a:t>the</a:t>
            </a:r>
            <a:r>
              <a:rPr sz="1200" spc="-60" dirty="0">
                <a:latin typeface="Times New Roman"/>
                <a:cs typeface="Times New Roman"/>
              </a:rPr>
              <a:t> water</a:t>
            </a:r>
            <a:r>
              <a:rPr sz="1200" spc="-65" dirty="0">
                <a:latin typeface="Times New Roman"/>
                <a:cs typeface="Times New Roman"/>
              </a:rPr>
              <a:t> level</a:t>
            </a:r>
            <a:r>
              <a:rPr sz="1200" spc="-105" dirty="0">
                <a:latin typeface="Times New Roman"/>
                <a:cs typeface="Times New Roman"/>
              </a:rPr>
              <a:t> </a:t>
            </a:r>
            <a:r>
              <a:rPr sz="1200" spc="-55" dirty="0">
                <a:latin typeface="Times New Roman"/>
                <a:cs typeface="Times New Roman"/>
              </a:rPr>
              <a:t>and</a:t>
            </a:r>
            <a:r>
              <a:rPr sz="1200" spc="-50" dirty="0">
                <a:latin typeface="Times New Roman"/>
                <a:cs typeface="Times New Roman"/>
              </a:rPr>
              <a:t> can</a:t>
            </a:r>
            <a:r>
              <a:rPr sz="1200" spc="-85" dirty="0">
                <a:latin typeface="Times New Roman"/>
                <a:cs typeface="Times New Roman"/>
              </a:rPr>
              <a:t> </a:t>
            </a:r>
            <a:r>
              <a:rPr sz="1200" spc="-60" dirty="0">
                <a:latin typeface="Times New Roman"/>
                <a:cs typeface="Times New Roman"/>
              </a:rPr>
              <a:t>move</a:t>
            </a:r>
            <a:r>
              <a:rPr sz="1200" spc="-55" dirty="0">
                <a:latin typeface="Times New Roman"/>
                <a:cs typeface="Times New Roman"/>
              </a:rPr>
              <a:t> </a:t>
            </a:r>
            <a:r>
              <a:rPr sz="1200" spc="-35" dirty="0">
                <a:latin typeface="Times New Roman"/>
                <a:cs typeface="Times New Roman"/>
              </a:rPr>
              <a:t>to</a:t>
            </a:r>
            <a:r>
              <a:rPr sz="1200" spc="-80" dirty="0">
                <a:latin typeface="Times New Roman"/>
                <a:cs typeface="Times New Roman"/>
              </a:rPr>
              <a:t> </a:t>
            </a:r>
            <a:r>
              <a:rPr sz="1200" spc="-10" dirty="0">
                <a:latin typeface="Times New Roman"/>
                <a:cs typeface="Times New Roman"/>
              </a:rPr>
              <a:t>a</a:t>
            </a:r>
            <a:r>
              <a:rPr sz="1200" spc="-60" dirty="0">
                <a:latin typeface="Times New Roman"/>
                <a:cs typeface="Times New Roman"/>
              </a:rPr>
              <a:t> </a:t>
            </a:r>
            <a:r>
              <a:rPr sz="1200" spc="-65" dirty="0">
                <a:latin typeface="Times New Roman"/>
                <a:cs typeface="Times New Roman"/>
              </a:rPr>
              <a:t>safer </a:t>
            </a:r>
            <a:r>
              <a:rPr sz="1200" spc="-60" dirty="0">
                <a:latin typeface="Times New Roman"/>
                <a:cs typeface="Times New Roman"/>
              </a:rPr>
              <a:t>place </a:t>
            </a:r>
            <a:r>
              <a:rPr sz="1200" spc="-55" dirty="0">
                <a:latin typeface="Times New Roman"/>
                <a:cs typeface="Times New Roman"/>
              </a:rPr>
              <a:t>where</a:t>
            </a:r>
            <a:r>
              <a:rPr sz="1200" spc="-114" dirty="0">
                <a:latin typeface="Times New Roman"/>
                <a:cs typeface="Times New Roman"/>
              </a:rPr>
              <a:t> </a:t>
            </a:r>
            <a:r>
              <a:rPr sz="1200" spc="-45" dirty="0">
                <a:latin typeface="Times New Roman"/>
                <a:cs typeface="Times New Roman"/>
              </a:rPr>
              <a:t>the</a:t>
            </a:r>
            <a:r>
              <a:rPr sz="1200" spc="-85" dirty="0">
                <a:latin typeface="Times New Roman"/>
                <a:cs typeface="Times New Roman"/>
              </a:rPr>
              <a:t> </a:t>
            </a:r>
            <a:r>
              <a:rPr sz="1200" spc="-55" dirty="0">
                <a:latin typeface="Times New Roman"/>
                <a:cs typeface="Times New Roman"/>
              </a:rPr>
              <a:t>flood</a:t>
            </a:r>
            <a:r>
              <a:rPr sz="1200" spc="-50" dirty="0">
                <a:latin typeface="Times New Roman"/>
                <a:cs typeface="Times New Roman"/>
              </a:rPr>
              <a:t> </a:t>
            </a:r>
            <a:r>
              <a:rPr sz="1200" spc="-55" dirty="0">
                <a:latin typeface="Times New Roman"/>
                <a:cs typeface="Times New Roman"/>
              </a:rPr>
              <a:t>may</a:t>
            </a:r>
            <a:r>
              <a:rPr sz="1200" spc="-110" dirty="0">
                <a:latin typeface="Times New Roman"/>
                <a:cs typeface="Times New Roman"/>
              </a:rPr>
              <a:t> </a:t>
            </a:r>
            <a:r>
              <a:rPr sz="1200" spc="-50" dirty="0">
                <a:latin typeface="Times New Roman"/>
                <a:cs typeface="Times New Roman"/>
              </a:rPr>
              <a:t>not</a:t>
            </a:r>
            <a:r>
              <a:rPr sz="1200" spc="-55" dirty="0">
                <a:latin typeface="Times New Roman"/>
                <a:cs typeface="Times New Roman"/>
              </a:rPr>
              <a:t> </a:t>
            </a:r>
            <a:r>
              <a:rPr sz="1200" spc="-10" dirty="0">
                <a:latin typeface="Times New Roman"/>
                <a:cs typeface="Times New Roman"/>
              </a:rPr>
              <a:t>arise.</a:t>
            </a:r>
            <a:endParaRPr sz="1200">
              <a:latin typeface="Times New Roman"/>
              <a:cs typeface="Times New Roman"/>
            </a:endParaRPr>
          </a:p>
          <a:p>
            <a:pPr marL="12700" marR="5080">
              <a:lnSpc>
                <a:spcPct val="143800"/>
              </a:lnSpc>
              <a:spcBef>
                <a:spcPts val="20"/>
              </a:spcBef>
            </a:pPr>
            <a:r>
              <a:rPr sz="1200" spc="-30" dirty="0">
                <a:latin typeface="Times New Roman"/>
                <a:cs typeface="Times New Roman"/>
              </a:rPr>
              <a:t>In</a:t>
            </a:r>
            <a:r>
              <a:rPr sz="1200" spc="-65" dirty="0">
                <a:latin typeface="Times New Roman"/>
                <a:cs typeface="Times New Roman"/>
              </a:rPr>
              <a:t> </a:t>
            </a:r>
            <a:r>
              <a:rPr sz="1200" spc="-45" dirty="0">
                <a:latin typeface="Times New Roman"/>
                <a:cs typeface="Times New Roman"/>
              </a:rPr>
              <a:t>2019,</a:t>
            </a:r>
            <a:r>
              <a:rPr sz="1200" spc="-50" dirty="0">
                <a:latin typeface="Times New Roman"/>
                <a:cs typeface="Times New Roman"/>
              </a:rPr>
              <a:t> </a:t>
            </a:r>
            <a:r>
              <a:rPr sz="1200" spc="-60" dirty="0">
                <a:latin typeface="Times New Roman"/>
                <a:cs typeface="Times New Roman"/>
              </a:rPr>
              <a:t>author</a:t>
            </a:r>
            <a:r>
              <a:rPr sz="1200" spc="-55" dirty="0">
                <a:latin typeface="Times New Roman"/>
                <a:cs typeface="Times New Roman"/>
              </a:rPr>
              <a:t> Arjun</a:t>
            </a:r>
            <a:r>
              <a:rPr sz="1200" spc="-60" dirty="0">
                <a:latin typeface="Times New Roman"/>
                <a:cs typeface="Times New Roman"/>
              </a:rPr>
              <a:t> </a:t>
            </a:r>
            <a:r>
              <a:rPr sz="1200" spc="-35" dirty="0">
                <a:latin typeface="Times New Roman"/>
                <a:cs typeface="Times New Roman"/>
              </a:rPr>
              <a:t>N,</a:t>
            </a:r>
            <a:r>
              <a:rPr sz="1200" spc="-50" dirty="0">
                <a:latin typeface="Times New Roman"/>
                <a:cs typeface="Times New Roman"/>
              </a:rPr>
              <a:t> </a:t>
            </a:r>
            <a:r>
              <a:rPr sz="1200" spc="-55" dirty="0">
                <a:latin typeface="Times New Roman"/>
                <a:cs typeface="Times New Roman"/>
              </a:rPr>
              <a:t>Prof.</a:t>
            </a:r>
            <a:r>
              <a:rPr sz="1200" spc="-25" dirty="0">
                <a:latin typeface="Times New Roman"/>
                <a:cs typeface="Times New Roman"/>
              </a:rPr>
              <a:t> </a:t>
            </a:r>
            <a:r>
              <a:rPr sz="1200" spc="-65" dirty="0">
                <a:latin typeface="Times New Roman"/>
                <a:cs typeface="Times New Roman"/>
              </a:rPr>
              <a:t>Nikhil</a:t>
            </a:r>
            <a:r>
              <a:rPr sz="1200" spc="-60" dirty="0">
                <a:latin typeface="Times New Roman"/>
                <a:cs typeface="Times New Roman"/>
              </a:rPr>
              <a:t> </a:t>
            </a:r>
            <a:r>
              <a:rPr sz="1200" spc="-50" dirty="0">
                <a:latin typeface="Times New Roman"/>
                <a:cs typeface="Times New Roman"/>
              </a:rPr>
              <a:t>Binoy</a:t>
            </a:r>
            <a:r>
              <a:rPr sz="1200" spc="-90" dirty="0">
                <a:latin typeface="Times New Roman"/>
                <a:cs typeface="Times New Roman"/>
              </a:rPr>
              <a:t> </a:t>
            </a:r>
            <a:r>
              <a:rPr sz="1200" spc="-30" dirty="0">
                <a:latin typeface="Times New Roman"/>
                <a:cs typeface="Times New Roman"/>
              </a:rPr>
              <a:t>C,</a:t>
            </a:r>
            <a:r>
              <a:rPr sz="1200" spc="-15" dirty="0">
                <a:latin typeface="Times New Roman"/>
                <a:cs typeface="Times New Roman"/>
              </a:rPr>
              <a:t> </a:t>
            </a:r>
            <a:r>
              <a:rPr sz="1200" spc="-60" dirty="0">
                <a:latin typeface="Times New Roman"/>
                <a:cs typeface="Times New Roman"/>
              </a:rPr>
              <a:t>Keerthi </a:t>
            </a:r>
            <a:r>
              <a:rPr sz="1200" spc="-30" dirty="0">
                <a:latin typeface="Times New Roman"/>
                <a:cs typeface="Times New Roman"/>
              </a:rPr>
              <a:t>C,</a:t>
            </a:r>
            <a:r>
              <a:rPr sz="1200" spc="-50" dirty="0">
                <a:latin typeface="Times New Roman"/>
                <a:cs typeface="Times New Roman"/>
              </a:rPr>
              <a:t> </a:t>
            </a:r>
            <a:r>
              <a:rPr sz="1200" spc="-60" dirty="0">
                <a:latin typeface="Times New Roman"/>
                <a:cs typeface="Times New Roman"/>
              </a:rPr>
              <a:t>Sreerag </a:t>
            </a:r>
            <a:r>
              <a:rPr sz="1200" dirty="0">
                <a:latin typeface="Times New Roman"/>
                <a:cs typeface="Times New Roman"/>
              </a:rPr>
              <a:t>S</a:t>
            </a:r>
            <a:r>
              <a:rPr sz="1200" spc="-35" dirty="0">
                <a:latin typeface="Times New Roman"/>
                <a:cs typeface="Times New Roman"/>
              </a:rPr>
              <a:t> </a:t>
            </a:r>
            <a:r>
              <a:rPr sz="1200" spc="-55" dirty="0">
                <a:latin typeface="Times New Roman"/>
                <a:cs typeface="Times New Roman"/>
              </a:rPr>
              <a:t>and</a:t>
            </a:r>
            <a:r>
              <a:rPr sz="1200" spc="-60" dirty="0">
                <a:latin typeface="Times New Roman"/>
                <a:cs typeface="Times New Roman"/>
              </a:rPr>
              <a:t> Ashwin</a:t>
            </a:r>
            <a:r>
              <a:rPr sz="1200" spc="-65" dirty="0">
                <a:latin typeface="Times New Roman"/>
                <a:cs typeface="Times New Roman"/>
              </a:rPr>
              <a:t> </a:t>
            </a:r>
            <a:r>
              <a:rPr sz="1200" dirty="0">
                <a:latin typeface="Times New Roman"/>
                <a:cs typeface="Times New Roman"/>
              </a:rPr>
              <a:t>H</a:t>
            </a:r>
            <a:r>
              <a:rPr sz="1200" spc="-40" dirty="0">
                <a:latin typeface="Times New Roman"/>
                <a:cs typeface="Times New Roman"/>
              </a:rPr>
              <a:t> </a:t>
            </a:r>
            <a:r>
              <a:rPr sz="1200" spc="-60" dirty="0">
                <a:latin typeface="Times New Roman"/>
                <a:cs typeface="Times New Roman"/>
              </a:rPr>
              <a:t>Nair</a:t>
            </a:r>
            <a:r>
              <a:rPr sz="1200" spc="-25" dirty="0">
                <a:latin typeface="Times New Roman"/>
                <a:cs typeface="Times New Roman"/>
              </a:rPr>
              <a:t> </a:t>
            </a:r>
            <a:r>
              <a:rPr sz="1200" spc="-55" dirty="0">
                <a:latin typeface="Times New Roman"/>
                <a:cs typeface="Times New Roman"/>
              </a:rPr>
              <a:t>[nair,</a:t>
            </a:r>
            <a:r>
              <a:rPr sz="1200" spc="-25" dirty="0">
                <a:latin typeface="Times New Roman"/>
                <a:cs typeface="Times New Roman"/>
              </a:rPr>
              <a:t> </a:t>
            </a:r>
            <a:r>
              <a:rPr sz="1200" spc="-60" dirty="0">
                <a:latin typeface="Times New Roman"/>
                <a:cs typeface="Times New Roman"/>
              </a:rPr>
              <a:t>n.d.,</a:t>
            </a:r>
            <a:r>
              <a:rPr sz="1200" spc="-50" dirty="0">
                <a:latin typeface="Times New Roman"/>
                <a:cs typeface="Times New Roman"/>
              </a:rPr>
              <a:t> </a:t>
            </a:r>
            <a:r>
              <a:rPr sz="1200" spc="-25" dirty="0">
                <a:latin typeface="Times New Roman"/>
                <a:cs typeface="Times New Roman"/>
              </a:rPr>
              <a:t>4] </a:t>
            </a:r>
            <a:r>
              <a:rPr sz="1200" spc="-60" dirty="0">
                <a:latin typeface="Times New Roman"/>
                <a:cs typeface="Times New Roman"/>
              </a:rPr>
              <a:t>have</a:t>
            </a:r>
            <a:r>
              <a:rPr sz="1200" spc="-85" dirty="0">
                <a:latin typeface="Times New Roman"/>
                <a:cs typeface="Times New Roman"/>
              </a:rPr>
              <a:t> </a:t>
            </a:r>
            <a:r>
              <a:rPr sz="1200" spc="-60" dirty="0">
                <a:latin typeface="Times New Roman"/>
                <a:cs typeface="Times New Roman"/>
              </a:rPr>
              <a:t>searched</a:t>
            </a:r>
            <a:r>
              <a:rPr sz="1200" spc="-70" dirty="0">
                <a:latin typeface="Times New Roman"/>
                <a:cs typeface="Times New Roman"/>
              </a:rPr>
              <a:t> </a:t>
            </a:r>
            <a:r>
              <a:rPr sz="1200" spc="-60" dirty="0">
                <a:latin typeface="Times New Roman"/>
                <a:cs typeface="Times New Roman"/>
              </a:rPr>
              <a:t>about</a:t>
            </a:r>
            <a:r>
              <a:rPr sz="1200" spc="-100" dirty="0">
                <a:latin typeface="Times New Roman"/>
                <a:cs typeface="Times New Roman"/>
              </a:rPr>
              <a:t> </a:t>
            </a:r>
            <a:r>
              <a:rPr sz="1200" spc="-45" dirty="0">
                <a:latin typeface="Times New Roman"/>
                <a:cs typeface="Times New Roman"/>
              </a:rPr>
              <a:t>the</a:t>
            </a:r>
            <a:r>
              <a:rPr sz="1200" spc="-80" dirty="0">
                <a:latin typeface="Times New Roman"/>
                <a:cs typeface="Times New Roman"/>
              </a:rPr>
              <a:t> </a:t>
            </a:r>
            <a:r>
              <a:rPr sz="1200" spc="-60" dirty="0">
                <a:latin typeface="Times New Roman"/>
                <a:cs typeface="Times New Roman"/>
              </a:rPr>
              <a:t>water</a:t>
            </a:r>
            <a:r>
              <a:rPr sz="1200" spc="-80" dirty="0">
                <a:latin typeface="Times New Roman"/>
                <a:cs typeface="Times New Roman"/>
              </a:rPr>
              <a:t> </a:t>
            </a:r>
            <a:r>
              <a:rPr sz="1200" spc="-65" dirty="0">
                <a:latin typeface="Times New Roman"/>
                <a:cs typeface="Times New Roman"/>
              </a:rPr>
              <a:t>levels</a:t>
            </a:r>
            <a:r>
              <a:rPr sz="1200" spc="-90" dirty="0">
                <a:latin typeface="Times New Roman"/>
                <a:cs typeface="Times New Roman"/>
              </a:rPr>
              <a:t> </a:t>
            </a:r>
            <a:r>
              <a:rPr sz="1200" spc="-40" dirty="0">
                <a:latin typeface="Times New Roman"/>
                <a:cs typeface="Times New Roman"/>
              </a:rPr>
              <a:t>at</a:t>
            </a:r>
            <a:r>
              <a:rPr sz="1200" spc="-95" dirty="0">
                <a:latin typeface="Times New Roman"/>
                <a:cs typeface="Times New Roman"/>
              </a:rPr>
              <a:t> </a:t>
            </a:r>
            <a:r>
              <a:rPr sz="1200" spc="-50" dirty="0">
                <a:latin typeface="Times New Roman"/>
                <a:cs typeface="Times New Roman"/>
              </a:rPr>
              <a:t>two</a:t>
            </a:r>
            <a:r>
              <a:rPr sz="1200" spc="-75" dirty="0">
                <a:latin typeface="Times New Roman"/>
                <a:cs typeface="Times New Roman"/>
              </a:rPr>
              <a:t> </a:t>
            </a:r>
            <a:r>
              <a:rPr sz="1200" spc="-65" dirty="0">
                <a:latin typeface="Times New Roman"/>
                <a:cs typeface="Times New Roman"/>
              </a:rPr>
              <a:t>different</a:t>
            </a:r>
            <a:r>
              <a:rPr sz="1200" spc="-45" dirty="0">
                <a:latin typeface="Times New Roman"/>
                <a:cs typeface="Times New Roman"/>
              </a:rPr>
              <a:t> </a:t>
            </a:r>
            <a:r>
              <a:rPr sz="1200" spc="-65" dirty="0">
                <a:latin typeface="Times New Roman"/>
                <a:cs typeface="Times New Roman"/>
              </a:rPr>
              <a:t>places</a:t>
            </a:r>
            <a:r>
              <a:rPr sz="1200" spc="-114" dirty="0">
                <a:latin typeface="Times New Roman"/>
                <a:cs typeface="Times New Roman"/>
              </a:rPr>
              <a:t> </a:t>
            </a:r>
            <a:r>
              <a:rPr sz="1200" spc="-55" dirty="0">
                <a:latin typeface="Times New Roman"/>
                <a:cs typeface="Times New Roman"/>
              </a:rPr>
              <a:t>that</a:t>
            </a:r>
            <a:r>
              <a:rPr sz="1200" spc="-75" dirty="0">
                <a:latin typeface="Times New Roman"/>
                <a:cs typeface="Times New Roman"/>
              </a:rPr>
              <a:t> </a:t>
            </a:r>
            <a:r>
              <a:rPr sz="1200" spc="-45" dirty="0">
                <a:latin typeface="Times New Roman"/>
                <a:cs typeface="Times New Roman"/>
              </a:rPr>
              <a:t>are</a:t>
            </a:r>
            <a:r>
              <a:rPr sz="1200" spc="-110" dirty="0">
                <a:latin typeface="Times New Roman"/>
                <a:cs typeface="Times New Roman"/>
              </a:rPr>
              <a:t> </a:t>
            </a:r>
            <a:r>
              <a:rPr sz="1200" spc="-50" dirty="0">
                <a:latin typeface="Times New Roman"/>
                <a:cs typeface="Times New Roman"/>
              </a:rPr>
              <a:t>Dam</a:t>
            </a:r>
            <a:r>
              <a:rPr sz="1200" spc="-130" dirty="0">
                <a:latin typeface="Times New Roman"/>
                <a:cs typeface="Times New Roman"/>
              </a:rPr>
              <a:t> </a:t>
            </a:r>
            <a:r>
              <a:rPr sz="1200" spc="-55" dirty="0">
                <a:latin typeface="Times New Roman"/>
                <a:cs typeface="Times New Roman"/>
              </a:rPr>
              <a:t>and</a:t>
            </a:r>
            <a:r>
              <a:rPr sz="1200" spc="-75" dirty="0">
                <a:latin typeface="Times New Roman"/>
                <a:cs typeface="Times New Roman"/>
              </a:rPr>
              <a:t> </a:t>
            </a:r>
            <a:r>
              <a:rPr sz="1200" spc="-65" dirty="0">
                <a:latin typeface="Times New Roman"/>
                <a:cs typeface="Times New Roman"/>
              </a:rPr>
              <a:t>Canal.</a:t>
            </a:r>
            <a:r>
              <a:rPr sz="1200" spc="-85" dirty="0">
                <a:latin typeface="Times New Roman"/>
                <a:cs typeface="Times New Roman"/>
              </a:rPr>
              <a:t> </a:t>
            </a:r>
            <a:r>
              <a:rPr sz="1200" spc="-55" dirty="0">
                <a:latin typeface="Times New Roman"/>
                <a:cs typeface="Times New Roman"/>
              </a:rPr>
              <a:t>This </a:t>
            </a:r>
            <a:r>
              <a:rPr sz="1200" spc="-65" dirty="0">
                <a:latin typeface="Times New Roman"/>
                <a:cs typeface="Times New Roman"/>
              </a:rPr>
              <a:t>means</a:t>
            </a:r>
            <a:r>
              <a:rPr sz="1200" spc="-90" dirty="0">
                <a:latin typeface="Times New Roman"/>
                <a:cs typeface="Times New Roman"/>
              </a:rPr>
              <a:t> </a:t>
            </a:r>
            <a:r>
              <a:rPr sz="1200" spc="-55" dirty="0">
                <a:latin typeface="Times New Roman"/>
                <a:cs typeface="Times New Roman"/>
              </a:rPr>
              <a:t>that</a:t>
            </a:r>
            <a:r>
              <a:rPr sz="1200" spc="-95" dirty="0">
                <a:latin typeface="Times New Roman"/>
                <a:cs typeface="Times New Roman"/>
              </a:rPr>
              <a:t> </a:t>
            </a:r>
            <a:r>
              <a:rPr sz="1200" spc="-25" dirty="0">
                <a:latin typeface="Times New Roman"/>
                <a:cs typeface="Times New Roman"/>
              </a:rPr>
              <a:t>the </a:t>
            </a:r>
            <a:r>
              <a:rPr sz="1200" spc="-50" dirty="0">
                <a:latin typeface="Times New Roman"/>
                <a:cs typeface="Times New Roman"/>
              </a:rPr>
              <a:t>prediction</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spc="-30" dirty="0">
                <a:latin typeface="Times New Roman"/>
                <a:cs typeface="Times New Roman"/>
              </a:rPr>
              <a:t>flood</a:t>
            </a:r>
            <a:r>
              <a:rPr sz="1200" dirty="0">
                <a:latin typeface="Times New Roman"/>
                <a:cs typeface="Times New Roman"/>
              </a:rPr>
              <a:t> </a:t>
            </a:r>
            <a:r>
              <a:rPr sz="1200" spc="-30" dirty="0">
                <a:latin typeface="Times New Roman"/>
                <a:cs typeface="Times New Roman"/>
              </a:rPr>
              <a:t>will</a:t>
            </a:r>
            <a:r>
              <a:rPr sz="1200" spc="-15"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at two</a:t>
            </a:r>
            <a:r>
              <a:rPr sz="1200" spc="20" dirty="0">
                <a:latin typeface="Times New Roman"/>
                <a:cs typeface="Times New Roman"/>
              </a:rPr>
              <a:t> </a:t>
            </a:r>
            <a:r>
              <a:rPr sz="1200" spc="-45" dirty="0">
                <a:latin typeface="Times New Roman"/>
                <a:cs typeface="Times New Roman"/>
              </a:rPr>
              <a:t>levels:</a:t>
            </a:r>
            <a:r>
              <a:rPr sz="1200" spc="20" dirty="0">
                <a:latin typeface="Times New Roman"/>
                <a:cs typeface="Times New Roman"/>
              </a:rPr>
              <a:t> </a:t>
            </a:r>
            <a:r>
              <a:rPr sz="1200" dirty="0">
                <a:latin typeface="Times New Roman"/>
                <a:cs typeface="Times New Roman"/>
              </a:rPr>
              <a:t>Dam</a:t>
            </a:r>
            <a:r>
              <a:rPr sz="1200" spc="-15" dirty="0">
                <a:latin typeface="Times New Roman"/>
                <a:cs typeface="Times New Roman"/>
              </a:rPr>
              <a:t> </a:t>
            </a:r>
            <a:r>
              <a:rPr sz="1200" spc="-50" dirty="0">
                <a:latin typeface="Times New Roman"/>
                <a:cs typeface="Times New Roman"/>
              </a:rPr>
              <a:t>prediction</a:t>
            </a:r>
            <a:r>
              <a:rPr sz="1200" spc="-20" dirty="0">
                <a:latin typeface="Times New Roman"/>
                <a:cs typeface="Times New Roman"/>
              </a:rPr>
              <a:t> </a:t>
            </a:r>
            <a:r>
              <a:rPr sz="1200" spc="-45" dirty="0">
                <a:latin typeface="Times New Roman"/>
                <a:cs typeface="Times New Roman"/>
              </a:rPr>
              <a:t>andCanal</a:t>
            </a:r>
            <a:r>
              <a:rPr sz="1200" spc="-20" dirty="0">
                <a:latin typeface="Times New Roman"/>
                <a:cs typeface="Times New Roman"/>
              </a:rPr>
              <a:t> </a:t>
            </a:r>
            <a:r>
              <a:rPr sz="1200" spc="-50" dirty="0">
                <a:latin typeface="Times New Roman"/>
                <a:cs typeface="Times New Roman"/>
              </a:rPr>
              <a:t>prediction.</a:t>
            </a:r>
            <a:r>
              <a:rPr sz="1200" spc="10" dirty="0">
                <a:latin typeface="Times New Roman"/>
                <a:cs typeface="Times New Roman"/>
              </a:rPr>
              <a:t> </a:t>
            </a:r>
            <a:r>
              <a:rPr sz="1200" spc="-20" dirty="0">
                <a:latin typeface="Times New Roman"/>
                <a:cs typeface="Times New Roman"/>
              </a:rPr>
              <a:t>Here</a:t>
            </a:r>
            <a:r>
              <a:rPr sz="1200" spc="-5" dirty="0">
                <a:latin typeface="Times New Roman"/>
                <a:cs typeface="Times New Roman"/>
              </a:rPr>
              <a:t> </a:t>
            </a:r>
            <a:r>
              <a:rPr sz="1200" dirty="0">
                <a:latin typeface="Times New Roman"/>
                <a:cs typeface="Times New Roman"/>
              </a:rPr>
              <a:t>in </a:t>
            </a:r>
            <a:r>
              <a:rPr sz="1200" spc="-25" dirty="0">
                <a:latin typeface="Times New Roman"/>
                <a:cs typeface="Times New Roman"/>
              </a:rPr>
              <a:t>this</a:t>
            </a:r>
            <a:r>
              <a:rPr sz="1200" spc="30" dirty="0">
                <a:latin typeface="Times New Roman"/>
                <a:cs typeface="Times New Roman"/>
              </a:rPr>
              <a:t> </a:t>
            </a:r>
            <a:r>
              <a:rPr sz="1200" spc="-10" dirty="0">
                <a:latin typeface="Times New Roman"/>
                <a:cs typeface="Times New Roman"/>
              </a:rPr>
              <a:t>model </a:t>
            </a:r>
            <a:r>
              <a:rPr sz="1200" spc="-65" dirty="0">
                <a:latin typeface="Times New Roman"/>
                <a:cs typeface="Times New Roman"/>
              </a:rPr>
              <a:t>Multilayer</a:t>
            </a:r>
            <a:r>
              <a:rPr sz="1200" spc="-40" dirty="0">
                <a:latin typeface="Times New Roman"/>
                <a:cs typeface="Times New Roman"/>
              </a:rPr>
              <a:t> </a:t>
            </a:r>
            <a:r>
              <a:rPr sz="1200" spc="-60" dirty="0">
                <a:latin typeface="Times New Roman"/>
                <a:cs typeface="Times New Roman"/>
              </a:rPr>
              <a:t>Perceptron</a:t>
            </a:r>
            <a:r>
              <a:rPr sz="1200" spc="-100" dirty="0">
                <a:latin typeface="Times New Roman"/>
                <a:cs typeface="Times New Roman"/>
              </a:rPr>
              <a:t> </a:t>
            </a:r>
            <a:r>
              <a:rPr sz="1200" spc="-60" dirty="0">
                <a:latin typeface="Times New Roman"/>
                <a:cs typeface="Times New Roman"/>
              </a:rPr>
              <a:t>is</a:t>
            </a:r>
            <a:r>
              <a:rPr sz="1200" spc="-50" dirty="0">
                <a:latin typeface="Times New Roman"/>
                <a:cs typeface="Times New Roman"/>
              </a:rPr>
              <a:t> used</a:t>
            </a:r>
            <a:r>
              <a:rPr sz="1200" spc="-45" dirty="0">
                <a:latin typeface="Times New Roman"/>
                <a:cs typeface="Times New Roman"/>
              </a:rPr>
              <a:t> </a:t>
            </a:r>
            <a:r>
              <a:rPr sz="1200" spc="-40" dirty="0">
                <a:latin typeface="Times New Roman"/>
                <a:cs typeface="Times New Roman"/>
              </a:rPr>
              <a:t>as</a:t>
            </a:r>
            <a:r>
              <a:rPr sz="1200" spc="-80" dirty="0">
                <a:latin typeface="Times New Roman"/>
                <a:cs typeface="Times New Roman"/>
              </a:rPr>
              <a:t> </a:t>
            </a:r>
            <a:r>
              <a:rPr sz="1200" spc="-10" dirty="0">
                <a:latin typeface="Times New Roman"/>
                <a:cs typeface="Times New Roman"/>
              </a:rPr>
              <a:t>a</a:t>
            </a:r>
            <a:r>
              <a:rPr sz="1200" spc="-80" dirty="0">
                <a:latin typeface="Times New Roman"/>
                <a:cs typeface="Times New Roman"/>
              </a:rPr>
              <a:t> </a:t>
            </a:r>
            <a:r>
              <a:rPr sz="1200" spc="-60" dirty="0">
                <a:latin typeface="Times New Roman"/>
                <a:cs typeface="Times New Roman"/>
              </a:rPr>
              <a:t>Neural</a:t>
            </a:r>
            <a:r>
              <a:rPr sz="1200" spc="-95" dirty="0">
                <a:latin typeface="Times New Roman"/>
                <a:cs typeface="Times New Roman"/>
              </a:rPr>
              <a:t> </a:t>
            </a:r>
            <a:r>
              <a:rPr sz="1200" spc="-60" dirty="0">
                <a:latin typeface="Times New Roman"/>
                <a:cs typeface="Times New Roman"/>
              </a:rPr>
              <a:t>Network. </a:t>
            </a:r>
            <a:r>
              <a:rPr sz="1200" spc="-50" dirty="0">
                <a:latin typeface="Times New Roman"/>
                <a:cs typeface="Times New Roman"/>
              </a:rPr>
              <a:t>And</a:t>
            </a:r>
            <a:r>
              <a:rPr sz="1200" spc="-70" dirty="0">
                <a:latin typeface="Times New Roman"/>
                <a:cs typeface="Times New Roman"/>
              </a:rPr>
              <a:t> </a:t>
            </a:r>
            <a:r>
              <a:rPr sz="1200" spc="-40" dirty="0">
                <a:latin typeface="Times New Roman"/>
                <a:cs typeface="Times New Roman"/>
              </a:rPr>
              <a:t>as</a:t>
            </a:r>
            <a:r>
              <a:rPr sz="1200" spc="-55" dirty="0">
                <a:latin typeface="Times New Roman"/>
                <a:cs typeface="Times New Roman"/>
              </a:rPr>
              <a:t> </a:t>
            </a:r>
            <a:r>
              <a:rPr sz="1200" spc="-40" dirty="0">
                <a:latin typeface="Times New Roman"/>
                <a:cs typeface="Times New Roman"/>
              </a:rPr>
              <a:t>an</a:t>
            </a:r>
            <a:r>
              <a:rPr sz="1200" spc="-70" dirty="0">
                <a:latin typeface="Times New Roman"/>
                <a:cs typeface="Times New Roman"/>
              </a:rPr>
              <a:t> </a:t>
            </a:r>
            <a:r>
              <a:rPr sz="1200" spc="-65" dirty="0">
                <a:latin typeface="Times New Roman"/>
                <a:cs typeface="Times New Roman"/>
              </a:rPr>
              <a:t>activation</a:t>
            </a:r>
            <a:r>
              <a:rPr sz="1200" spc="-70" dirty="0">
                <a:latin typeface="Times New Roman"/>
                <a:cs typeface="Times New Roman"/>
              </a:rPr>
              <a:t> </a:t>
            </a:r>
            <a:r>
              <a:rPr sz="1200" spc="-60" dirty="0">
                <a:latin typeface="Times New Roman"/>
                <a:cs typeface="Times New Roman"/>
              </a:rPr>
              <a:t>function</a:t>
            </a:r>
            <a:r>
              <a:rPr sz="1200" spc="-70" dirty="0">
                <a:latin typeface="Times New Roman"/>
                <a:cs typeface="Times New Roman"/>
              </a:rPr>
              <a:t> </a:t>
            </a:r>
            <a:r>
              <a:rPr sz="1200" spc="-10" dirty="0">
                <a:latin typeface="Times New Roman"/>
                <a:cs typeface="Times New Roman"/>
              </a:rPr>
              <a:t>Backpropagation </a:t>
            </a:r>
            <a:r>
              <a:rPr sz="1200" spc="-55" dirty="0">
                <a:latin typeface="Times New Roman"/>
                <a:cs typeface="Times New Roman"/>
              </a:rPr>
              <a:t>and</a:t>
            </a:r>
            <a:r>
              <a:rPr sz="1200" spc="-50" dirty="0">
                <a:latin typeface="Times New Roman"/>
                <a:cs typeface="Times New Roman"/>
              </a:rPr>
              <a:t> </a:t>
            </a:r>
            <a:r>
              <a:rPr sz="1200" spc="-70" dirty="0">
                <a:latin typeface="Times New Roman"/>
                <a:cs typeface="Times New Roman"/>
              </a:rPr>
              <a:t>Tan-</a:t>
            </a:r>
            <a:r>
              <a:rPr sz="1200" spc="-65" dirty="0">
                <a:latin typeface="Times New Roman"/>
                <a:cs typeface="Times New Roman"/>
              </a:rPr>
              <a:t>Sigmoid</a:t>
            </a:r>
            <a:r>
              <a:rPr sz="1200" spc="-15" dirty="0">
                <a:latin typeface="Times New Roman"/>
                <a:cs typeface="Times New Roman"/>
              </a:rPr>
              <a:t> </a:t>
            </a:r>
            <a:r>
              <a:rPr sz="1200" spc="-60" dirty="0">
                <a:latin typeface="Times New Roman"/>
                <a:cs typeface="Times New Roman"/>
              </a:rPr>
              <a:t>function</a:t>
            </a:r>
            <a:r>
              <a:rPr sz="1200" spc="-75" dirty="0">
                <a:latin typeface="Times New Roman"/>
                <a:cs typeface="Times New Roman"/>
              </a:rPr>
              <a:t> </a:t>
            </a:r>
            <a:r>
              <a:rPr sz="1200" spc="-50" dirty="0">
                <a:latin typeface="Times New Roman"/>
                <a:cs typeface="Times New Roman"/>
              </a:rPr>
              <a:t>for</a:t>
            </a:r>
            <a:r>
              <a:rPr sz="1200" spc="-90" dirty="0">
                <a:latin typeface="Times New Roman"/>
                <a:cs typeface="Times New Roman"/>
              </a:rPr>
              <a:t> </a:t>
            </a:r>
            <a:r>
              <a:rPr sz="1200" spc="-45" dirty="0">
                <a:latin typeface="Times New Roman"/>
                <a:cs typeface="Times New Roman"/>
              </a:rPr>
              <a:t>the</a:t>
            </a:r>
            <a:r>
              <a:rPr sz="1200" spc="-50" dirty="0">
                <a:latin typeface="Times New Roman"/>
                <a:cs typeface="Times New Roman"/>
              </a:rPr>
              <a:t> </a:t>
            </a:r>
            <a:r>
              <a:rPr sz="1200" spc="-60" dirty="0">
                <a:latin typeface="Times New Roman"/>
                <a:cs typeface="Times New Roman"/>
              </a:rPr>
              <a:t>network.</a:t>
            </a:r>
            <a:r>
              <a:rPr sz="1200" spc="-90" dirty="0">
                <a:latin typeface="Times New Roman"/>
                <a:cs typeface="Times New Roman"/>
              </a:rPr>
              <a:t> </a:t>
            </a:r>
            <a:r>
              <a:rPr sz="1200" spc="-50" dirty="0">
                <a:latin typeface="Times New Roman"/>
                <a:cs typeface="Times New Roman"/>
              </a:rPr>
              <a:t>The </a:t>
            </a:r>
            <a:r>
              <a:rPr sz="1200" spc="-60" dirty="0">
                <a:latin typeface="Times New Roman"/>
                <a:cs typeface="Times New Roman"/>
              </a:rPr>
              <a:t>accuracy</a:t>
            </a:r>
            <a:r>
              <a:rPr sz="1200" spc="-135" dirty="0">
                <a:latin typeface="Times New Roman"/>
                <a:cs typeface="Times New Roman"/>
              </a:rPr>
              <a:t> </a:t>
            </a:r>
            <a:r>
              <a:rPr sz="1200" spc="-20" dirty="0">
                <a:latin typeface="Times New Roman"/>
                <a:cs typeface="Times New Roman"/>
              </a:rPr>
              <a:t>of</a:t>
            </a:r>
            <a:r>
              <a:rPr sz="1200" spc="-120" dirty="0">
                <a:latin typeface="Times New Roman"/>
                <a:cs typeface="Times New Roman"/>
              </a:rPr>
              <a:t> </a:t>
            </a:r>
            <a:r>
              <a:rPr sz="1200" spc="-55" dirty="0">
                <a:latin typeface="Times New Roman"/>
                <a:cs typeface="Times New Roman"/>
              </a:rPr>
              <a:t>this</a:t>
            </a:r>
            <a:r>
              <a:rPr sz="1200" spc="-60" dirty="0">
                <a:latin typeface="Times New Roman"/>
                <a:cs typeface="Times New Roman"/>
              </a:rPr>
              <a:t> </a:t>
            </a:r>
            <a:r>
              <a:rPr sz="1200" spc="-55" dirty="0">
                <a:latin typeface="Times New Roman"/>
                <a:cs typeface="Times New Roman"/>
              </a:rPr>
              <a:t>model</a:t>
            </a:r>
            <a:r>
              <a:rPr sz="1200" spc="-75" dirty="0">
                <a:latin typeface="Times New Roman"/>
                <a:cs typeface="Times New Roman"/>
              </a:rPr>
              <a:t> </a:t>
            </a:r>
            <a:r>
              <a:rPr sz="1200" spc="-60" dirty="0">
                <a:latin typeface="Times New Roman"/>
                <a:cs typeface="Times New Roman"/>
              </a:rPr>
              <a:t>is</a:t>
            </a:r>
            <a:r>
              <a:rPr sz="1200" spc="-55" dirty="0">
                <a:latin typeface="Times New Roman"/>
                <a:cs typeface="Times New Roman"/>
              </a:rPr>
              <a:t> </a:t>
            </a:r>
            <a:r>
              <a:rPr sz="1200" spc="-20" dirty="0">
                <a:latin typeface="Times New Roman"/>
                <a:cs typeface="Times New Roman"/>
              </a:rPr>
              <a:t>78%.</a:t>
            </a:r>
            <a:endParaRPr sz="1200">
              <a:latin typeface="Times New Roman"/>
              <a:cs typeface="Times New Roman"/>
            </a:endParaRPr>
          </a:p>
        </p:txBody>
      </p:sp>
      <p:sp>
        <p:nvSpPr>
          <p:cNvPr id="5" name="Slide Number Placeholder 4">
            <a:extLst>
              <a:ext uri="{FF2B5EF4-FFF2-40B4-BE49-F238E27FC236}">
                <a16:creationId xmlns:a16="http://schemas.microsoft.com/office/drawing/2014/main" id="{AB8740B2-47C7-3179-998D-4E6BD543C1B7}"/>
              </a:ext>
            </a:extLst>
          </p:cNvPr>
          <p:cNvSpPr>
            <a:spLocks noGrp="1"/>
          </p:cNvSpPr>
          <p:nvPr>
            <p:ph type="sldNum" sz="quarter" idx="7"/>
          </p:nvPr>
        </p:nvSpPr>
        <p:spPr>
          <a:xfrm>
            <a:off x="3695700" y="9083675"/>
            <a:ext cx="165100" cy="194309"/>
          </a:xfrm>
        </p:spPr>
        <p:txBody>
          <a:bodyPr/>
          <a:lstStyle/>
          <a:p>
            <a:pPr marL="38100">
              <a:lnSpc>
                <a:spcPts val="1410"/>
              </a:lnSpc>
            </a:pPr>
            <a:fld id="{81D60167-4931-47E6-BA6A-407CBD079E47}" type="slidenum">
              <a:rPr lang="en-IN" spc="-50" smtClean="0"/>
              <a:t>9</a:t>
            </a:fld>
            <a:endParaRPr lang="en-IN" spc="-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7892" y="847089"/>
            <a:ext cx="6452870" cy="6461760"/>
          </a:xfrm>
          <a:prstGeom prst="rect">
            <a:avLst/>
          </a:prstGeom>
        </p:spPr>
        <p:txBody>
          <a:bodyPr vert="horz" wrap="square" lIns="0" tIns="13335" rIns="0" bIns="0" rtlCol="0">
            <a:spAutoFit/>
          </a:bodyPr>
          <a:lstStyle/>
          <a:p>
            <a:pPr marL="2055495">
              <a:lnSpc>
                <a:spcPct val="100000"/>
              </a:lnSpc>
              <a:spcBef>
                <a:spcPts val="105"/>
              </a:spcBef>
            </a:pPr>
            <a:r>
              <a:rPr sz="1600" b="1" spc="-10" dirty="0">
                <a:latin typeface="Times New Roman"/>
                <a:cs typeface="Times New Roman"/>
              </a:rPr>
              <a:t>3.EXISTING</a:t>
            </a:r>
            <a:r>
              <a:rPr sz="1600" b="1" spc="-50" dirty="0">
                <a:latin typeface="Times New Roman"/>
                <a:cs typeface="Times New Roman"/>
              </a:rPr>
              <a:t> </a:t>
            </a:r>
            <a:r>
              <a:rPr sz="1600" b="1" spc="-10" dirty="0">
                <a:latin typeface="Times New Roman"/>
                <a:cs typeface="Times New Roman"/>
              </a:rPr>
              <a:t>MODEL</a:t>
            </a:r>
            <a:endParaRPr sz="1600">
              <a:latin typeface="Times New Roman"/>
              <a:cs typeface="Times New Roman"/>
            </a:endParaRPr>
          </a:p>
          <a:p>
            <a:pPr>
              <a:lnSpc>
                <a:spcPct val="100000"/>
              </a:lnSpc>
              <a:spcBef>
                <a:spcPts val="50"/>
              </a:spcBef>
            </a:pPr>
            <a:endParaRPr sz="1600">
              <a:latin typeface="Times New Roman"/>
              <a:cs typeface="Times New Roman"/>
            </a:endParaRPr>
          </a:p>
          <a:p>
            <a:pPr marL="121920" marR="5080" indent="-109855" algn="just">
              <a:lnSpc>
                <a:spcPct val="118400"/>
              </a:lnSpc>
            </a:pPr>
            <a:r>
              <a:rPr sz="1100" dirty="0">
                <a:latin typeface="Times New Roman"/>
                <a:cs typeface="Times New Roman"/>
              </a:rPr>
              <a:t>Several </a:t>
            </a:r>
            <a:r>
              <a:rPr sz="1200" dirty="0">
                <a:latin typeface="Times New Roman"/>
                <a:cs typeface="Times New Roman"/>
              </a:rPr>
              <a:t>flood</a:t>
            </a:r>
            <a:r>
              <a:rPr sz="1200" spc="20" dirty="0">
                <a:latin typeface="Times New Roman"/>
                <a:cs typeface="Times New Roman"/>
              </a:rPr>
              <a:t> </a:t>
            </a:r>
            <a:r>
              <a:rPr sz="1200" dirty="0">
                <a:latin typeface="Times New Roman"/>
                <a:cs typeface="Times New Roman"/>
              </a:rPr>
              <a:t>detection systems</a:t>
            </a:r>
            <a:r>
              <a:rPr sz="1200" spc="1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currently</a:t>
            </a:r>
            <a:r>
              <a:rPr sz="1200" spc="-5" dirty="0">
                <a:latin typeface="Times New Roman"/>
                <a:cs typeface="Times New Roman"/>
              </a:rPr>
              <a:t> </a:t>
            </a:r>
            <a:r>
              <a:rPr sz="1200" dirty="0">
                <a:latin typeface="Times New Roman"/>
                <a:cs typeface="Times New Roman"/>
              </a:rPr>
              <a:t>in use,</a:t>
            </a:r>
            <a:r>
              <a:rPr sz="1200" spc="25" dirty="0">
                <a:latin typeface="Times New Roman"/>
                <a:cs typeface="Times New Roman"/>
              </a:rPr>
              <a:t> </a:t>
            </a:r>
            <a:r>
              <a:rPr sz="1200" dirty="0">
                <a:latin typeface="Times New Roman"/>
                <a:cs typeface="Times New Roman"/>
              </a:rPr>
              <a:t>ranging</a:t>
            </a:r>
            <a:r>
              <a:rPr sz="1200" spc="45" dirty="0">
                <a:latin typeface="Times New Roman"/>
                <a:cs typeface="Times New Roman"/>
              </a:rPr>
              <a:t> </a:t>
            </a:r>
            <a:r>
              <a:rPr sz="1200" dirty="0">
                <a:latin typeface="Times New Roman"/>
                <a:cs typeface="Times New Roman"/>
              </a:rPr>
              <a:t>from manual</a:t>
            </a:r>
            <a:r>
              <a:rPr sz="1200" spc="5" dirty="0">
                <a:latin typeface="Times New Roman"/>
                <a:cs typeface="Times New Roman"/>
              </a:rPr>
              <a:t> </a:t>
            </a:r>
            <a:r>
              <a:rPr sz="1200" dirty="0">
                <a:latin typeface="Times New Roman"/>
                <a:cs typeface="Times New Roman"/>
              </a:rPr>
              <a:t>monitoring</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semi-automated </a:t>
            </a:r>
            <a:r>
              <a:rPr sz="1200" dirty="0">
                <a:latin typeface="Times New Roman"/>
                <a:cs typeface="Times New Roman"/>
              </a:rPr>
              <a:t>IoT</a:t>
            </a:r>
            <a:r>
              <a:rPr sz="1200" spc="-30" dirty="0">
                <a:latin typeface="Times New Roman"/>
                <a:cs typeface="Times New Roman"/>
              </a:rPr>
              <a:t> </a:t>
            </a:r>
            <a:r>
              <a:rPr sz="1200" spc="-10" dirty="0">
                <a:latin typeface="Times New Roman"/>
                <a:cs typeface="Times New Roman"/>
              </a:rPr>
              <a:t>systems.</a:t>
            </a:r>
            <a:r>
              <a:rPr sz="1200" spc="-30" dirty="0">
                <a:latin typeface="Times New Roman"/>
                <a:cs typeface="Times New Roman"/>
              </a:rPr>
              <a:t> </a:t>
            </a:r>
            <a:r>
              <a:rPr sz="1200" spc="-10" dirty="0">
                <a:latin typeface="Times New Roman"/>
                <a:cs typeface="Times New Roman"/>
              </a:rPr>
              <a:t>These</a:t>
            </a:r>
            <a:r>
              <a:rPr sz="1200" spc="-45" dirty="0">
                <a:latin typeface="Times New Roman"/>
                <a:cs typeface="Times New Roman"/>
              </a:rPr>
              <a:t> </a:t>
            </a:r>
            <a:r>
              <a:rPr sz="1200" dirty="0">
                <a:latin typeface="Times New Roman"/>
                <a:cs typeface="Times New Roman"/>
              </a:rPr>
              <a:t>existing</a:t>
            </a:r>
            <a:r>
              <a:rPr sz="1200" spc="-15" dirty="0">
                <a:latin typeface="Times New Roman"/>
                <a:cs typeface="Times New Roman"/>
              </a:rPr>
              <a:t> </a:t>
            </a:r>
            <a:r>
              <a:rPr sz="1200" spc="-10" dirty="0">
                <a:latin typeface="Times New Roman"/>
                <a:cs typeface="Times New Roman"/>
              </a:rPr>
              <a:t>models</a:t>
            </a:r>
            <a:r>
              <a:rPr sz="1200" spc="-50" dirty="0">
                <a:latin typeface="Times New Roman"/>
                <a:cs typeface="Times New Roman"/>
              </a:rPr>
              <a:t> </a:t>
            </a:r>
            <a:r>
              <a:rPr sz="1200" dirty="0">
                <a:latin typeface="Times New Roman"/>
                <a:cs typeface="Times New Roman"/>
              </a:rPr>
              <a:t>help</a:t>
            </a:r>
            <a:r>
              <a:rPr sz="1200" spc="-1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spc="-10" dirty="0">
                <a:latin typeface="Times New Roman"/>
                <a:cs typeface="Times New Roman"/>
              </a:rPr>
              <a:t>identifying</a:t>
            </a:r>
            <a:r>
              <a:rPr sz="1200" spc="-35" dirty="0">
                <a:latin typeface="Times New Roman"/>
                <a:cs typeface="Times New Roman"/>
              </a:rPr>
              <a:t> </a:t>
            </a:r>
            <a:r>
              <a:rPr sz="1200" dirty="0">
                <a:latin typeface="Times New Roman"/>
                <a:cs typeface="Times New Roman"/>
              </a:rPr>
              <a:t>rising</a:t>
            </a:r>
            <a:r>
              <a:rPr sz="1200" spc="-40" dirty="0">
                <a:latin typeface="Times New Roman"/>
                <a:cs typeface="Times New Roman"/>
              </a:rPr>
              <a:t> </a:t>
            </a:r>
            <a:r>
              <a:rPr sz="1200" dirty="0">
                <a:latin typeface="Times New Roman"/>
                <a:cs typeface="Times New Roman"/>
              </a:rPr>
              <a:t>water</a:t>
            </a:r>
            <a:r>
              <a:rPr sz="1200" spc="-30" dirty="0">
                <a:latin typeface="Times New Roman"/>
                <a:cs typeface="Times New Roman"/>
              </a:rPr>
              <a:t> </a:t>
            </a:r>
            <a:r>
              <a:rPr sz="1200" spc="-10" dirty="0">
                <a:latin typeface="Times New Roman"/>
                <a:cs typeface="Times New Roman"/>
              </a:rPr>
              <a:t>levels</a:t>
            </a:r>
            <a:r>
              <a:rPr sz="1200" spc="-4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alerting</a:t>
            </a:r>
            <a:r>
              <a:rPr sz="1200" spc="-40" dirty="0">
                <a:latin typeface="Times New Roman"/>
                <a:cs typeface="Times New Roman"/>
              </a:rPr>
              <a:t> </a:t>
            </a:r>
            <a:r>
              <a:rPr sz="1200" dirty="0">
                <a:latin typeface="Times New Roman"/>
                <a:cs typeface="Times New Roman"/>
              </a:rPr>
              <a:t>people</a:t>
            </a:r>
            <a:r>
              <a:rPr sz="1200" spc="-20" dirty="0">
                <a:latin typeface="Times New Roman"/>
                <a:cs typeface="Times New Roman"/>
              </a:rPr>
              <a:t> </a:t>
            </a:r>
            <a:r>
              <a:rPr sz="1200" dirty="0">
                <a:latin typeface="Times New Roman"/>
                <a:cs typeface="Times New Roman"/>
              </a:rPr>
              <a:t>in</a:t>
            </a:r>
            <a:r>
              <a:rPr sz="1200" spc="-60" dirty="0">
                <a:latin typeface="Times New Roman"/>
                <a:cs typeface="Times New Roman"/>
              </a:rPr>
              <a:t> </a:t>
            </a:r>
            <a:r>
              <a:rPr sz="1200" spc="-10" dirty="0">
                <a:latin typeface="Times New Roman"/>
                <a:cs typeface="Times New Roman"/>
              </a:rPr>
              <a:t>danger- </a:t>
            </a:r>
            <a:r>
              <a:rPr sz="1200" dirty="0">
                <a:latin typeface="Times New Roman"/>
                <a:cs typeface="Times New Roman"/>
              </a:rPr>
              <a:t>prone</a:t>
            </a:r>
            <a:r>
              <a:rPr sz="1200" spc="-30" dirty="0">
                <a:latin typeface="Times New Roman"/>
                <a:cs typeface="Times New Roman"/>
              </a:rPr>
              <a:t> </a:t>
            </a:r>
            <a:r>
              <a:rPr sz="1200" dirty="0">
                <a:latin typeface="Times New Roman"/>
                <a:cs typeface="Times New Roman"/>
              </a:rPr>
              <a:t>areas.</a:t>
            </a:r>
            <a:r>
              <a:rPr sz="1200" spc="-15" dirty="0">
                <a:latin typeface="Times New Roman"/>
                <a:cs typeface="Times New Roman"/>
              </a:rPr>
              <a:t> </a:t>
            </a:r>
            <a:r>
              <a:rPr sz="1200" dirty="0">
                <a:latin typeface="Times New Roman"/>
                <a:cs typeface="Times New Roman"/>
              </a:rPr>
              <a:t>Below</a:t>
            </a:r>
            <a:r>
              <a:rPr sz="1200" spc="-30"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some</a:t>
            </a:r>
            <a:r>
              <a:rPr sz="1200" spc="-30" dirty="0">
                <a:latin typeface="Times New Roman"/>
                <a:cs typeface="Times New Roman"/>
              </a:rPr>
              <a:t> </a:t>
            </a:r>
            <a:r>
              <a:rPr sz="1200" dirty="0">
                <a:latin typeface="Times New Roman"/>
                <a:cs typeface="Times New Roman"/>
              </a:rPr>
              <a:t>commonly</a:t>
            </a:r>
            <a:r>
              <a:rPr sz="1200" spc="-45" dirty="0">
                <a:latin typeface="Times New Roman"/>
                <a:cs typeface="Times New Roman"/>
              </a:rPr>
              <a:t> </a:t>
            </a:r>
            <a:r>
              <a:rPr sz="1200" dirty="0">
                <a:latin typeface="Times New Roman"/>
                <a:cs typeface="Times New Roman"/>
              </a:rPr>
              <a:t>used</a:t>
            </a:r>
            <a:r>
              <a:rPr sz="1200" spc="-10" dirty="0">
                <a:latin typeface="Times New Roman"/>
                <a:cs typeface="Times New Roman"/>
              </a:rPr>
              <a:t> models:</a:t>
            </a:r>
            <a:endParaRPr sz="1200">
              <a:latin typeface="Times New Roman"/>
              <a:cs typeface="Times New Roman"/>
            </a:endParaRPr>
          </a:p>
          <a:p>
            <a:pPr marL="52069" algn="just">
              <a:lnSpc>
                <a:spcPct val="100000"/>
              </a:lnSpc>
              <a:spcBef>
                <a:spcPts val="229"/>
              </a:spcBef>
            </a:pPr>
            <a:r>
              <a:rPr sz="1400" b="1" dirty="0">
                <a:latin typeface="Times New Roman"/>
                <a:cs typeface="Times New Roman"/>
              </a:rPr>
              <a:t>Manual</a:t>
            </a:r>
            <a:r>
              <a:rPr sz="1400" b="1" spc="-55" dirty="0">
                <a:latin typeface="Times New Roman"/>
                <a:cs typeface="Times New Roman"/>
              </a:rPr>
              <a:t> </a:t>
            </a:r>
            <a:r>
              <a:rPr sz="1400" b="1" dirty="0">
                <a:latin typeface="Times New Roman"/>
                <a:cs typeface="Times New Roman"/>
              </a:rPr>
              <a:t>River</a:t>
            </a:r>
            <a:r>
              <a:rPr sz="1400" b="1" spc="-50" dirty="0">
                <a:latin typeface="Times New Roman"/>
                <a:cs typeface="Times New Roman"/>
              </a:rPr>
              <a:t> </a:t>
            </a:r>
            <a:r>
              <a:rPr sz="1400" b="1" dirty="0">
                <a:latin typeface="Times New Roman"/>
                <a:cs typeface="Times New Roman"/>
              </a:rPr>
              <a:t>Gauging</a:t>
            </a:r>
            <a:r>
              <a:rPr sz="1400" b="1" spc="-50" dirty="0">
                <a:latin typeface="Times New Roman"/>
                <a:cs typeface="Times New Roman"/>
              </a:rPr>
              <a:t> </a:t>
            </a:r>
            <a:r>
              <a:rPr sz="1400" b="1" spc="-10" dirty="0">
                <a:latin typeface="Times New Roman"/>
                <a:cs typeface="Times New Roman"/>
              </a:rPr>
              <a:t>Systems</a:t>
            </a:r>
            <a:endParaRPr sz="1400">
              <a:latin typeface="Times New Roman"/>
              <a:cs typeface="Times New Roman"/>
            </a:endParaRPr>
          </a:p>
          <a:p>
            <a:pPr marL="167640" algn="just">
              <a:lnSpc>
                <a:spcPct val="100000"/>
              </a:lnSpc>
              <a:spcBef>
                <a:spcPts val="320"/>
              </a:spcBef>
            </a:pPr>
            <a:r>
              <a:rPr sz="1200" dirty="0">
                <a:latin typeface="Times New Roman"/>
                <a:cs typeface="Times New Roman"/>
              </a:rPr>
              <a:t>Water</a:t>
            </a:r>
            <a:r>
              <a:rPr sz="1200" spc="-25" dirty="0">
                <a:latin typeface="Times New Roman"/>
                <a:cs typeface="Times New Roman"/>
              </a:rPr>
              <a:t> </a:t>
            </a:r>
            <a:r>
              <a:rPr sz="1200" spc="-10" dirty="0">
                <a:latin typeface="Times New Roman"/>
                <a:cs typeface="Times New Roman"/>
              </a:rPr>
              <a:t>levels</a:t>
            </a:r>
            <a:r>
              <a:rPr sz="1200" spc="-40" dirty="0">
                <a:latin typeface="Times New Roman"/>
                <a:cs typeface="Times New Roman"/>
              </a:rPr>
              <a:t> </a:t>
            </a:r>
            <a:r>
              <a:rPr sz="1200" dirty="0">
                <a:latin typeface="Times New Roman"/>
                <a:cs typeface="Times New Roman"/>
              </a:rPr>
              <a:t>are</a:t>
            </a:r>
            <a:r>
              <a:rPr sz="1200" spc="-10" dirty="0">
                <a:latin typeface="Times New Roman"/>
                <a:cs typeface="Times New Roman"/>
              </a:rPr>
              <a:t> manually</a:t>
            </a:r>
            <a:r>
              <a:rPr sz="1200" spc="-50" dirty="0">
                <a:latin typeface="Times New Roman"/>
                <a:cs typeface="Times New Roman"/>
              </a:rPr>
              <a:t> </a:t>
            </a:r>
            <a:r>
              <a:rPr sz="1200" dirty="0">
                <a:latin typeface="Times New Roman"/>
                <a:cs typeface="Times New Roman"/>
              </a:rPr>
              <a:t>recorded</a:t>
            </a:r>
            <a:r>
              <a:rPr sz="1200" spc="-30" dirty="0">
                <a:latin typeface="Times New Roman"/>
                <a:cs typeface="Times New Roman"/>
              </a:rPr>
              <a:t> </a:t>
            </a:r>
            <a:r>
              <a:rPr sz="1200" dirty="0">
                <a:latin typeface="Times New Roman"/>
                <a:cs typeface="Times New Roman"/>
              </a:rPr>
              <a:t>by</a:t>
            </a:r>
            <a:r>
              <a:rPr sz="1200" spc="-70" dirty="0">
                <a:latin typeface="Times New Roman"/>
                <a:cs typeface="Times New Roman"/>
              </a:rPr>
              <a:t> </a:t>
            </a:r>
            <a:r>
              <a:rPr sz="1200" dirty="0">
                <a:latin typeface="Times New Roman"/>
                <a:cs typeface="Times New Roman"/>
              </a:rPr>
              <a:t>authorities</a:t>
            </a:r>
            <a:r>
              <a:rPr sz="1200" spc="-35" dirty="0">
                <a:latin typeface="Times New Roman"/>
                <a:cs typeface="Times New Roman"/>
              </a:rPr>
              <a:t> </a:t>
            </a:r>
            <a:r>
              <a:rPr sz="1200" dirty="0">
                <a:latin typeface="Times New Roman"/>
                <a:cs typeface="Times New Roman"/>
              </a:rPr>
              <a:t>using</a:t>
            </a:r>
            <a:r>
              <a:rPr sz="1200" spc="-30" dirty="0">
                <a:latin typeface="Times New Roman"/>
                <a:cs typeface="Times New Roman"/>
              </a:rPr>
              <a:t> </a:t>
            </a:r>
            <a:r>
              <a:rPr sz="1200" dirty="0">
                <a:latin typeface="Times New Roman"/>
                <a:cs typeface="Times New Roman"/>
              </a:rPr>
              <a:t>scale</a:t>
            </a:r>
            <a:r>
              <a:rPr sz="1200" spc="-10" dirty="0">
                <a:latin typeface="Times New Roman"/>
                <a:cs typeface="Times New Roman"/>
              </a:rPr>
              <a:t> </a:t>
            </a:r>
            <a:r>
              <a:rPr sz="1200" dirty="0">
                <a:latin typeface="Times New Roman"/>
                <a:cs typeface="Times New Roman"/>
              </a:rPr>
              <a:t>markers</a:t>
            </a:r>
            <a:r>
              <a:rPr sz="1200" spc="-20" dirty="0">
                <a:latin typeface="Times New Roman"/>
                <a:cs typeface="Times New Roman"/>
              </a:rPr>
              <a:t> </a:t>
            </a:r>
            <a:r>
              <a:rPr sz="1200" dirty="0">
                <a:latin typeface="Times New Roman"/>
                <a:cs typeface="Times New Roman"/>
              </a:rPr>
              <a:t>installed</a:t>
            </a:r>
            <a:r>
              <a:rPr sz="1200" spc="-10" dirty="0">
                <a:latin typeface="Times New Roman"/>
                <a:cs typeface="Times New Roman"/>
              </a:rPr>
              <a:t> </a:t>
            </a:r>
            <a:r>
              <a:rPr sz="1200" dirty="0">
                <a:latin typeface="Times New Roman"/>
                <a:cs typeface="Times New Roman"/>
              </a:rPr>
              <a:t>near</a:t>
            </a:r>
            <a:r>
              <a:rPr sz="1200" spc="-25" dirty="0">
                <a:latin typeface="Times New Roman"/>
                <a:cs typeface="Times New Roman"/>
              </a:rPr>
              <a:t> </a:t>
            </a:r>
            <a:r>
              <a:rPr sz="1200" dirty="0">
                <a:latin typeface="Times New Roman"/>
                <a:cs typeface="Times New Roman"/>
              </a:rPr>
              <a:t>rivers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dams.</a:t>
            </a:r>
            <a:endParaRPr sz="1200">
              <a:latin typeface="Times New Roman"/>
              <a:cs typeface="Times New Roman"/>
            </a:endParaRPr>
          </a:p>
          <a:p>
            <a:pPr marL="52069" algn="just">
              <a:lnSpc>
                <a:spcPct val="100000"/>
              </a:lnSpc>
              <a:spcBef>
                <a:spcPts val="235"/>
              </a:spcBef>
            </a:pPr>
            <a:r>
              <a:rPr sz="1400" b="1" dirty="0">
                <a:latin typeface="Times New Roman"/>
                <a:cs typeface="Times New Roman"/>
              </a:rPr>
              <a:t>Radar</a:t>
            </a:r>
            <a:r>
              <a:rPr sz="1400" b="1" spc="-10" dirty="0">
                <a:latin typeface="Times New Roman"/>
                <a:cs typeface="Times New Roman"/>
              </a:rPr>
              <a:t> </a:t>
            </a:r>
            <a:r>
              <a:rPr sz="1400" b="1" dirty="0">
                <a:latin typeface="Times New Roman"/>
                <a:cs typeface="Times New Roman"/>
              </a:rPr>
              <a:t>and</a:t>
            </a:r>
            <a:r>
              <a:rPr sz="1400" b="1" spc="-15" dirty="0">
                <a:latin typeface="Times New Roman"/>
                <a:cs typeface="Times New Roman"/>
              </a:rPr>
              <a:t> </a:t>
            </a:r>
            <a:r>
              <a:rPr sz="1400" b="1" spc="-10" dirty="0">
                <a:latin typeface="Times New Roman"/>
                <a:cs typeface="Times New Roman"/>
              </a:rPr>
              <a:t>Satellite-</a:t>
            </a:r>
            <a:r>
              <a:rPr sz="1400" b="1" dirty="0">
                <a:latin typeface="Times New Roman"/>
                <a:cs typeface="Times New Roman"/>
              </a:rPr>
              <a:t>Based</a:t>
            </a:r>
            <a:r>
              <a:rPr sz="1400" b="1" spc="-15" dirty="0">
                <a:latin typeface="Times New Roman"/>
                <a:cs typeface="Times New Roman"/>
              </a:rPr>
              <a:t> </a:t>
            </a:r>
            <a:r>
              <a:rPr sz="1400" b="1" spc="-10" dirty="0">
                <a:latin typeface="Times New Roman"/>
                <a:cs typeface="Times New Roman"/>
              </a:rPr>
              <a:t>Monitoring</a:t>
            </a:r>
            <a:endParaRPr sz="1400">
              <a:latin typeface="Times New Roman"/>
              <a:cs typeface="Times New Roman"/>
            </a:endParaRPr>
          </a:p>
          <a:p>
            <a:pPr marL="121920" marR="11430" indent="45720" algn="just">
              <a:lnSpc>
                <a:spcPct val="116700"/>
              </a:lnSpc>
              <a:spcBef>
                <a:spcPts val="80"/>
              </a:spcBef>
            </a:pPr>
            <a:r>
              <a:rPr sz="1200" dirty="0">
                <a:latin typeface="Times New Roman"/>
                <a:cs typeface="Times New Roman"/>
              </a:rPr>
              <a:t>Used</a:t>
            </a:r>
            <a:r>
              <a:rPr sz="1200" spc="75" dirty="0">
                <a:latin typeface="Times New Roman"/>
                <a:cs typeface="Times New Roman"/>
              </a:rPr>
              <a:t> </a:t>
            </a:r>
            <a:r>
              <a:rPr sz="1200" dirty="0">
                <a:latin typeface="Times New Roman"/>
                <a:cs typeface="Times New Roman"/>
              </a:rPr>
              <a:t>by</a:t>
            </a:r>
            <a:r>
              <a:rPr sz="1200" spc="55" dirty="0">
                <a:latin typeface="Times New Roman"/>
                <a:cs typeface="Times New Roman"/>
              </a:rPr>
              <a:t> </a:t>
            </a:r>
            <a:r>
              <a:rPr sz="1200" dirty="0">
                <a:latin typeface="Times New Roman"/>
                <a:cs typeface="Times New Roman"/>
              </a:rPr>
              <a:t>government</a:t>
            </a:r>
            <a:r>
              <a:rPr sz="1200" spc="100" dirty="0">
                <a:latin typeface="Times New Roman"/>
                <a:cs typeface="Times New Roman"/>
              </a:rPr>
              <a:t> </a:t>
            </a:r>
            <a:r>
              <a:rPr sz="1200" dirty="0">
                <a:latin typeface="Times New Roman"/>
                <a:cs typeface="Times New Roman"/>
              </a:rPr>
              <a:t>agencies</a:t>
            </a:r>
            <a:r>
              <a:rPr sz="1200" spc="90" dirty="0">
                <a:latin typeface="Times New Roman"/>
                <a:cs typeface="Times New Roman"/>
              </a:rPr>
              <a:t> </a:t>
            </a:r>
            <a:r>
              <a:rPr sz="1200" dirty="0">
                <a:latin typeface="Times New Roman"/>
                <a:cs typeface="Times New Roman"/>
              </a:rPr>
              <a:t>and</a:t>
            </a:r>
            <a:r>
              <a:rPr sz="1200" spc="75" dirty="0">
                <a:latin typeface="Times New Roman"/>
                <a:cs typeface="Times New Roman"/>
              </a:rPr>
              <a:t> </a:t>
            </a:r>
            <a:r>
              <a:rPr sz="1200" dirty="0">
                <a:latin typeface="Times New Roman"/>
                <a:cs typeface="Times New Roman"/>
              </a:rPr>
              <a:t>weather</a:t>
            </a:r>
            <a:r>
              <a:rPr sz="1200" spc="80" dirty="0">
                <a:latin typeface="Times New Roman"/>
                <a:cs typeface="Times New Roman"/>
              </a:rPr>
              <a:t> </a:t>
            </a:r>
            <a:r>
              <a:rPr sz="1200" dirty="0">
                <a:latin typeface="Times New Roman"/>
                <a:cs typeface="Times New Roman"/>
              </a:rPr>
              <a:t>departments,</a:t>
            </a:r>
            <a:r>
              <a:rPr sz="1200" spc="65" dirty="0">
                <a:latin typeface="Times New Roman"/>
                <a:cs typeface="Times New Roman"/>
              </a:rPr>
              <a:t> </a:t>
            </a:r>
            <a:r>
              <a:rPr sz="1200" dirty="0">
                <a:latin typeface="Times New Roman"/>
                <a:cs typeface="Times New Roman"/>
              </a:rPr>
              <a:t>these</a:t>
            </a:r>
            <a:r>
              <a:rPr sz="1200" spc="95" dirty="0">
                <a:latin typeface="Times New Roman"/>
                <a:cs typeface="Times New Roman"/>
              </a:rPr>
              <a:t> </a:t>
            </a:r>
            <a:r>
              <a:rPr sz="1200" dirty="0">
                <a:latin typeface="Times New Roman"/>
                <a:cs typeface="Times New Roman"/>
              </a:rPr>
              <a:t>systems</a:t>
            </a:r>
            <a:r>
              <a:rPr sz="1200" spc="65" dirty="0">
                <a:latin typeface="Times New Roman"/>
                <a:cs typeface="Times New Roman"/>
              </a:rPr>
              <a:t> </a:t>
            </a:r>
            <a:r>
              <a:rPr sz="1200" dirty="0">
                <a:latin typeface="Times New Roman"/>
                <a:cs typeface="Times New Roman"/>
              </a:rPr>
              <a:t>rely</a:t>
            </a:r>
            <a:r>
              <a:rPr sz="1200" spc="55" dirty="0">
                <a:latin typeface="Times New Roman"/>
                <a:cs typeface="Times New Roman"/>
              </a:rPr>
              <a:t> </a:t>
            </a:r>
            <a:r>
              <a:rPr sz="1200" dirty="0">
                <a:latin typeface="Times New Roman"/>
                <a:cs typeface="Times New Roman"/>
              </a:rPr>
              <a:t>on</a:t>
            </a:r>
            <a:r>
              <a:rPr sz="1200" spc="75" dirty="0">
                <a:latin typeface="Times New Roman"/>
                <a:cs typeface="Times New Roman"/>
              </a:rPr>
              <a:t> </a:t>
            </a:r>
            <a:r>
              <a:rPr sz="1200" dirty="0">
                <a:latin typeface="Times New Roman"/>
                <a:cs typeface="Times New Roman"/>
              </a:rPr>
              <a:t>high-end</a:t>
            </a:r>
            <a:r>
              <a:rPr sz="1200" spc="80" dirty="0">
                <a:latin typeface="Times New Roman"/>
                <a:cs typeface="Times New Roman"/>
              </a:rPr>
              <a:t> </a:t>
            </a:r>
            <a:r>
              <a:rPr sz="1200" dirty="0">
                <a:latin typeface="Times New Roman"/>
                <a:cs typeface="Times New Roman"/>
              </a:rPr>
              <a:t>sensors</a:t>
            </a:r>
            <a:r>
              <a:rPr sz="1200" spc="65" dirty="0">
                <a:latin typeface="Times New Roman"/>
                <a:cs typeface="Times New Roman"/>
              </a:rPr>
              <a:t> </a:t>
            </a:r>
            <a:r>
              <a:rPr sz="1200" spc="-25" dirty="0">
                <a:latin typeface="Times New Roman"/>
                <a:cs typeface="Times New Roman"/>
              </a:rPr>
              <a:t>and </a:t>
            </a:r>
            <a:r>
              <a:rPr sz="1200" dirty="0">
                <a:latin typeface="Times New Roman"/>
                <a:cs typeface="Times New Roman"/>
              </a:rPr>
              <a:t>satellite</a:t>
            </a:r>
            <a:r>
              <a:rPr sz="1200" spc="-25" dirty="0">
                <a:latin typeface="Times New Roman"/>
                <a:cs typeface="Times New Roman"/>
              </a:rPr>
              <a:t> </a:t>
            </a:r>
            <a:r>
              <a:rPr sz="1200" dirty="0">
                <a:latin typeface="Times New Roman"/>
                <a:cs typeface="Times New Roman"/>
              </a:rPr>
              <a:t>imaging</a:t>
            </a:r>
            <a:r>
              <a:rPr sz="1200" spc="-4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monitor</a:t>
            </a:r>
            <a:r>
              <a:rPr sz="1200" spc="-50" dirty="0">
                <a:latin typeface="Times New Roman"/>
                <a:cs typeface="Times New Roman"/>
              </a:rPr>
              <a:t> </a:t>
            </a:r>
            <a:r>
              <a:rPr sz="1200" spc="-10" dirty="0">
                <a:latin typeface="Times New Roman"/>
                <a:cs typeface="Times New Roman"/>
              </a:rPr>
              <a:t>large-</a:t>
            </a:r>
            <a:r>
              <a:rPr sz="1200" dirty="0">
                <a:latin typeface="Times New Roman"/>
                <a:cs typeface="Times New Roman"/>
              </a:rPr>
              <a:t>scale</a:t>
            </a:r>
            <a:r>
              <a:rPr sz="1200" spc="-25" dirty="0">
                <a:latin typeface="Times New Roman"/>
                <a:cs typeface="Times New Roman"/>
              </a:rPr>
              <a:t> </a:t>
            </a:r>
            <a:r>
              <a:rPr sz="1200" spc="-10" dirty="0">
                <a:latin typeface="Times New Roman"/>
                <a:cs typeface="Times New Roman"/>
              </a:rPr>
              <a:t>flooding.</a:t>
            </a:r>
            <a:endParaRPr sz="1200">
              <a:latin typeface="Times New Roman"/>
              <a:cs typeface="Times New Roman"/>
            </a:endParaRPr>
          </a:p>
          <a:p>
            <a:pPr marL="12700" algn="just">
              <a:lnSpc>
                <a:spcPct val="100000"/>
              </a:lnSpc>
              <a:spcBef>
                <a:spcPts val="254"/>
              </a:spcBef>
            </a:pPr>
            <a:r>
              <a:rPr sz="1400" b="1" spc="-10" dirty="0">
                <a:latin typeface="Times New Roman"/>
                <a:cs typeface="Times New Roman"/>
              </a:rPr>
              <a:t>GSM-</a:t>
            </a:r>
            <a:r>
              <a:rPr sz="1400" b="1" dirty="0">
                <a:latin typeface="Times New Roman"/>
                <a:cs typeface="Times New Roman"/>
              </a:rPr>
              <a:t>Based</a:t>
            </a:r>
            <a:r>
              <a:rPr sz="1400" b="1" spc="-25" dirty="0">
                <a:latin typeface="Times New Roman"/>
                <a:cs typeface="Times New Roman"/>
              </a:rPr>
              <a:t> </a:t>
            </a:r>
            <a:r>
              <a:rPr sz="1400" b="1" dirty="0">
                <a:latin typeface="Times New Roman"/>
                <a:cs typeface="Times New Roman"/>
              </a:rPr>
              <a:t>Alert</a:t>
            </a:r>
            <a:r>
              <a:rPr sz="1400" b="1" spc="-25" dirty="0">
                <a:latin typeface="Times New Roman"/>
                <a:cs typeface="Times New Roman"/>
              </a:rPr>
              <a:t> </a:t>
            </a:r>
            <a:r>
              <a:rPr sz="1400" b="1" spc="-10" dirty="0">
                <a:latin typeface="Times New Roman"/>
                <a:cs typeface="Times New Roman"/>
              </a:rPr>
              <a:t>Systems</a:t>
            </a:r>
            <a:endParaRPr sz="1400">
              <a:latin typeface="Times New Roman"/>
              <a:cs typeface="Times New Roman"/>
            </a:endParaRPr>
          </a:p>
          <a:p>
            <a:pPr marL="121920" marR="15875" indent="45720" algn="just">
              <a:lnSpc>
                <a:spcPct val="116900"/>
              </a:lnSpc>
              <a:spcBef>
                <a:spcPts val="75"/>
              </a:spcBef>
            </a:pPr>
            <a:r>
              <a:rPr sz="1200" spc="-10" dirty="0">
                <a:latin typeface="Times New Roman"/>
                <a:cs typeface="Times New Roman"/>
              </a:rPr>
              <a:t>Basic</a:t>
            </a:r>
            <a:r>
              <a:rPr sz="1200" spc="-40" dirty="0">
                <a:latin typeface="Times New Roman"/>
                <a:cs typeface="Times New Roman"/>
              </a:rPr>
              <a:t> </a:t>
            </a:r>
            <a:r>
              <a:rPr sz="1200" dirty="0">
                <a:latin typeface="Times New Roman"/>
                <a:cs typeface="Times New Roman"/>
              </a:rPr>
              <a:t>systems</a:t>
            </a:r>
            <a:r>
              <a:rPr sz="1200" spc="-4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use</a:t>
            </a:r>
            <a:r>
              <a:rPr sz="1200" spc="-4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water</a:t>
            </a:r>
            <a:r>
              <a:rPr sz="1200" spc="-45" dirty="0">
                <a:latin typeface="Times New Roman"/>
                <a:cs typeface="Times New Roman"/>
              </a:rPr>
              <a:t> </a:t>
            </a:r>
            <a:r>
              <a:rPr sz="1200" spc="-10" dirty="0">
                <a:latin typeface="Times New Roman"/>
                <a:cs typeface="Times New Roman"/>
              </a:rPr>
              <a:t>level</a:t>
            </a:r>
            <a:r>
              <a:rPr sz="1200" spc="-55" dirty="0">
                <a:latin typeface="Times New Roman"/>
                <a:cs typeface="Times New Roman"/>
              </a:rPr>
              <a:t> </a:t>
            </a:r>
            <a:r>
              <a:rPr sz="1200" dirty="0">
                <a:latin typeface="Times New Roman"/>
                <a:cs typeface="Times New Roman"/>
              </a:rPr>
              <a:t>sensor</a:t>
            </a:r>
            <a:r>
              <a:rPr sz="1200" spc="-20" dirty="0">
                <a:latin typeface="Times New Roman"/>
                <a:cs typeface="Times New Roman"/>
              </a:rPr>
              <a:t> </a:t>
            </a:r>
            <a:r>
              <a:rPr sz="1200" dirty="0">
                <a:latin typeface="Times New Roman"/>
                <a:cs typeface="Times New Roman"/>
              </a:rPr>
              <a:t>with</a:t>
            </a:r>
            <a:r>
              <a:rPr sz="1200" spc="-5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GSM</a:t>
            </a:r>
            <a:r>
              <a:rPr sz="1200" spc="-15" dirty="0">
                <a:latin typeface="Times New Roman"/>
                <a:cs typeface="Times New Roman"/>
              </a:rPr>
              <a:t> </a:t>
            </a:r>
            <a:r>
              <a:rPr sz="1200" spc="-10" dirty="0">
                <a:latin typeface="Times New Roman"/>
                <a:cs typeface="Times New Roman"/>
              </a:rPr>
              <a:t>module</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send</a:t>
            </a:r>
            <a:r>
              <a:rPr sz="1200" spc="-30" dirty="0">
                <a:latin typeface="Times New Roman"/>
                <a:cs typeface="Times New Roman"/>
              </a:rPr>
              <a:t> </a:t>
            </a:r>
            <a:r>
              <a:rPr sz="1200" dirty="0">
                <a:latin typeface="Times New Roman"/>
                <a:cs typeface="Times New Roman"/>
              </a:rPr>
              <a:t>SMS</a:t>
            </a:r>
            <a:r>
              <a:rPr sz="1200" spc="-30" dirty="0">
                <a:latin typeface="Times New Roman"/>
                <a:cs typeface="Times New Roman"/>
              </a:rPr>
              <a:t> </a:t>
            </a:r>
            <a:r>
              <a:rPr sz="1200" dirty="0">
                <a:latin typeface="Times New Roman"/>
                <a:cs typeface="Times New Roman"/>
              </a:rPr>
              <a:t>alerts</a:t>
            </a:r>
            <a:r>
              <a:rPr sz="1200" spc="-40" dirty="0">
                <a:latin typeface="Times New Roman"/>
                <a:cs typeface="Times New Roman"/>
              </a:rPr>
              <a:t> </a:t>
            </a:r>
            <a:r>
              <a:rPr sz="1200" spc="-10" dirty="0">
                <a:latin typeface="Times New Roman"/>
                <a:cs typeface="Times New Roman"/>
              </a:rPr>
              <a:t>when</a:t>
            </a:r>
            <a:r>
              <a:rPr sz="1200" spc="-55" dirty="0">
                <a:latin typeface="Times New Roman"/>
                <a:cs typeface="Times New Roman"/>
              </a:rPr>
              <a:t> </a:t>
            </a:r>
            <a:r>
              <a:rPr sz="1200" dirty="0">
                <a:latin typeface="Times New Roman"/>
                <a:cs typeface="Times New Roman"/>
              </a:rPr>
              <a:t>water</a:t>
            </a:r>
            <a:r>
              <a:rPr sz="1200" spc="-25" dirty="0">
                <a:latin typeface="Times New Roman"/>
                <a:cs typeface="Times New Roman"/>
              </a:rPr>
              <a:t> </a:t>
            </a:r>
            <a:r>
              <a:rPr sz="1200" spc="-10" dirty="0">
                <a:latin typeface="Times New Roman"/>
                <a:cs typeface="Times New Roman"/>
              </a:rPr>
              <a:t>reaches </a:t>
            </a:r>
            <a:r>
              <a:rPr sz="1200" dirty="0">
                <a:latin typeface="Times New Roman"/>
                <a:cs typeface="Times New Roman"/>
              </a:rPr>
              <a:t>a</a:t>
            </a:r>
            <a:r>
              <a:rPr sz="1200" spc="5" dirty="0">
                <a:latin typeface="Times New Roman"/>
                <a:cs typeface="Times New Roman"/>
              </a:rPr>
              <a:t> </a:t>
            </a:r>
            <a:r>
              <a:rPr sz="1200" spc="-10" dirty="0">
                <a:latin typeface="Times New Roman"/>
                <a:cs typeface="Times New Roman"/>
              </a:rPr>
              <a:t>critical</a:t>
            </a:r>
            <a:r>
              <a:rPr sz="1200" spc="-15" dirty="0">
                <a:latin typeface="Times New Roman"/>
                <a:cs typeface="Times New Roman"/>
              </a:rPr>
              <a:t> </a:t>
            </a:r>
            <a:r>
              <a:rPr sz="1200" spc="-10" dirty="0">
                <a:latin typeface="Times New Roman"/>
                <a:cs typeface="Times New Roman"/>
              </a:rPr>
              <a:t>level.</a:t>
            </a:r>
            <a:endParaRPr sz="1200">
              <a:latin typeface="Times New Roman"/>
              <a:cs typeface="Times New Roman"/>
            </a:endParaRPr>
          </a:p>
          <a:p>
            <a:pPr marL="12700" algn="just">
              <a:lnSpc>
                <a:spcPct val="100000"/>
              </a:lnSpc>
              <a:spcBef>
                <a:spcPts val="259"/>
              </a:spcBef>
            </a:pPr>
            <a:r>
              <a:rPr sz="1400" b="1" spc="-20" dirty="0">
                <a:latin typeface="Times New Roman"/>
                <a:cs typeface="Times New Roman"/>
              </a:rPr>
              <a:t>IoT-</a:t>
            </a:r>
            <a:r>
              <a:rPr sz="1400" b="1" dirty="0">
                <a:latin typeface="Times New Roman"/>
                <a:cs typeface="Times New Roman"/>
              </a:rPr>
              <a:t>Based</a:t>
            </a:r>
            <a:r>
              <a:rPr sz="1400" b="1" spc="-35" dirty="0">
                <a:latin typeface="Times New Roman"/>
                <a:cs typeface="Times New Roman"/>
              </a:rPr>
              <a:t> </a:t>
            </a:r>
            <a:r>
              <a:rPr sz="1400" b="1" dirty="0">
                <a:latin typeface="Times New Roman"/>
                <a:cs typeface="Times New Roman"/>
              </a:rPr>
              <a:t>Models</a:t>
            </a:r>
            <a:r>
              <a:rPr sz="1400" b="1" spc="-25" dirty="0">
                <a:latin typeface="Times New Roman"/>
                <a:cs typeface="Times New Roman"/>
              </a:rPr>
              <a:t> </a:t>
            </a:r>
            <a:r>
              <a:rPr sz="1400" b="1" dirty="0">
                <a:latin typeface="Times New Roman"/>
                <a:cs typeface="Times New Roman"/>
              </a:rPr>
              <a:t>(Limited</a:t>
            </a:r>
            <a:r>
              <a:rPr sz="1400" b="1" spc="-35" dirty="0">
                <a:latin typeface="Times New Roman"/>
                <a:cs typeface="Times New Roman"/>
              </a:rPr>
              <a:t> </a:t>
            </a:r>
            <a:r>
              <a:rPr sz="1400" b="1" spc="-10" dirty="0">
                <a:latin typeface="Times New Roman"/>
                <a:cs typeface="Times New Roman"/>
              </a:rPr>
              <a:t>Scope)</a:t>
            </a:r>
            <a:endParaRPr sz="1400">
              <a:latin typeface="Times New Roman"/>
              <a:cs typeface="Times New Roman"/>
            </a:endParaRPr>
          </a:p>
          <a:p>
            <a:pPr marL="121920" marR="17780" indent="45720" algn="just">
              <a:lnSpc>
                <a:spcPct val="118300"/>
              </a:lnSpc>
              <a:spcBef>
                <a:spcPts val="30"/>
              </a:spcBef>
            </a:pPr>
            <a:r>
              <a:rPr sz="1200" dirty="0">
                <a:latin typeface="Times New Roman"/>
                <a:cs typeface="Times New Roman"/>
              </a:rPr>
              <a:t>Some</a:t>
            </a:r>
            <a:r>
              <a:rPr sz="1200" spc="114" dirty="0">
                <a:latin typeface="Times New Roman"/>
                <a:cs typeface="Times New Roman"/>
              </a:rPr>
              <a:t> </a:t>
            </a:r>
            <a:r>
              <a:rPr sz="1200" dirty="0">
                <a:latin typeface="Times New Roman"/>
                <a:cs typeface="Times New Roman"/>
              </a:rPr>
              <a:t>newer</a:t>
            </a:r>
            <a:r>
              <a:rPr sz="1200" spc="125" dirty="0">
                <a:latin typeface="Times New Roman"/>
                <a:cs typeface="Times New Roman"/>
              </a:rPr>
              <a:t> </a:t>
            </a:r>
            <a:r>
              <a:rPr sz="1200" dirty="0">
                <a:latin typeface="Times New Roman"/>
                <a:cs typeface="Times New Roman"/>
              </a:rPr>
              <a:t>models</a:t>
            </a:r>
            <a:r>
              <a:rPr sz="1200" spc="90" dirty="0">
                <a:latin typeface="Times New Roman"/>
                <a:cs typeface="Times New Roman"/>
              </a:rPr>
              <a:t> </a:t>
            </a:r>
            <a:r>
              <a:rPr sz="1200" dirty="0">
                <a:latin typeface="Times New Roman"/>
                <a:cs typeface="Times New Roman"/>
              </a:rPr>
              <a:t>use</a:t>
            </a:r>
            <a:r>
              <a:rPr sz="1200" spc="95" dirty="0">
                <a:latin typeface="Times New Roman"/>
                <a:cs typeface="Times New Roman"/>
              </a:rPr>
              <a:t> </a:t>
            </a:r>
            <a:r>
              <a:rPr sz="1200" dirty="0">
                <a:latin typeface="Times New Roman"/>
                <a:cs typeface="Times New Roman"/>
              </a:rPr>
              <a:t>single</a:t>
            </a:r>
            <a:r>
              <a:rPr sz="1200" spc="120" dirty="0">
                <a:latin typeface="Times New Roman"/>
                <a:cs typeface="Times New Roman"/>
              </a:rPr>
              <a:t> </a:t>
            </a:r>
            <a:r>
              <a:rPr sz="1200" dirty="0">
                <a:latin typeface="Times New Roman"/>
                <a:cs typeface="Times New Roman"/>
              </a:rPr>
              <a:t>sensors</a:t>
            </a:r>
            <a:r>
              <a:rPr sz="1200" spc="90" dirty="0">
                <a:latin typeface="Times New Roman"/>
                <a:cs typeface="Times New Roman"/>
              </a:rPr>
              <a:t> </a:t>
            </a:r>
            <a:r>
              <a:rPr sz="1200" dirty="0">
                <a:latin typeface="Times New Roman"/>
                <a:cs typeface="Times New Roman"/>
              </a:rPr>
              <a:t>connected</a:t>
            </a:r>
            <a:r>
              <a:rPr sz="1200" spc="75" dirty="0">
                <a:latin typeface="Times New Roman"/>
                <a:cs typeface="Times New Roman"/>
              </a:rPr>
              <a:t> </a:t>
            </a:r>
            <a:r>
              <a:rPr sz="1200" dirty="0">
                <a:latin typeface="Times New Roman"/>
                <a:cs typeface="Times New Roman"/>
              </a:rPr>
              <a:t>to</a:t>
            </a:r>
            <a:r>
              <a:rPr sz="1200" spc="100" dirty="0">
                <a:latin typeface="Times New Roman"/>
                <a:cs typeface="Times New Roman"/>
              </a:rPr>
              <a:t> </a:t>
            </a:r>
            <a:r>
              <a:rPr sz="1200" dirty="0">
                <a:latin typeface="Times New Roman"/>
                <a:cs typeface="Times New Roman"/>
              </a:rPr>
              <a:t>an</a:t>
            </a:r>
            <a:r>
              <a:rPr sz="1200" spc="75" dirty="0">
                <a:latin typeface="Times New Roman"/>
                <a:cs typeface="Times New Roman"/>
              </a:rPr>
              <a:t> </a:t>
            </a:r>
            <a:r>
              <a:rPr sz="1200" dirty="0">
                <a:latin typeface="Times New Roman"/>
                <a:cs typeface="Times New Roman"/>
              </a:rPr>
              <a:t>IoT</a:t>
            </a:r>
            <a:r>
              <a:rPr sz="1200" spc="85" dirty="0">
                <a:latin typeface="Times New Roman"/>
                <a:cs typeface="Times New Roman"/>
              </a:rPr>
              <a:t> </a:t>
            </a:r>
            <a:r>
              <a:rPr sz="1200" dirty="0">
                <a:latin typeface="Times New Roman"/>
                <a:cs typeface="Times New Roman"/>
              </a:rPr>
              <a:t>platform</a:t>
            </a:r>
            <a:r>
              <a:rPr sz="1200" spc="55" dirty="0">
                <a:latin typeface="Times New Roman"/>
                <a:cs typeface="Times New Roman"/>
              </a:rPr>
              <a:t> </a:t>
            </a:r>
            <a:r>
              <a:rPr sz="1200" dirty="0">
                <a:latin typeface="Times New Roman"/>
                <a:cs typeface="Times New Roman"/>
              </a:rPr>
              <a:t>(like</a:t>
            </a:r>
            <a:r>
              <a:rPr sz="1200" spc="95" dirty="0">
                <a:latin typeface="Times New Roman"/>
                <a:cs typeface="Times New Roman"/>
              </a:rPr>
              <a:t> </a:t>
            </a:r>
            <a:r>
              <a:rPr sz="1200" dirty="0">
                <a:latin typeface="Times New Roman"/>
                <a:cs typeface="Times New Roman"/>
              </a:rPr>
              <a:t>Blynk</a:t>
            </a:r>
            <a:r>
              <a:rPr sz="1200" spc="100" dirty="0">
                <a:latin typeface="Times New Roman"/>
                <a:cs typeface="Times New Roman"/>
              </a:rPr>
              <a:t> </a:t>
            </a:r>
            <a:r>
              <a:rPr sz="1200" dirty="0">
                <a:latin typeface="Times New Roman"/>
                <a:cs typeface="Times New Roman"/>
              </a:rPr>
              <a:t>or</a:t>
            </a:r>
            <a:r>
              <a:rPr sz="1200" spc="80" dirty="0">
                <a:latin typeface="Times New Roman"/>
                <a:cs typeface="Times New Roman"/>
              </a:rPr>
              <a:t> </a:t>
            </a:r>
            <a:r>
              <a:rPr sz="1200" dirty="0">
                <a:latin typeface="Times New Roman"/>
                <a:cs typeface="Times New Roman"/>
              </a:rPr>
              <a:t>Thingspeak)</a:t>
            </a:r>
            <a:r>
              <a:rPr sz="1200" spc="80" dirty="0">
                <a:latin typeface="Times New Roman"/>
                <a:cs typeface="Times New Roman"/>
              </a:rPr>
              <a:t> </a:t>
            </a:r>
            <a:r>
              <a:rPr sz="1200" spc="-25" dirty="0">
                <a:latin typeface="Times New Roman"/>
                <a:cs typeface="Times New Roman"/>
              </a:rPr>
              <a:t>to </a:t>
            </a:r>
            <a:r>
              <a:rPr sz="1200" dirty="0">
                <a:latin typeface="Times New Roman"/>
                <a:cs typeface="Times New Roman"/>
              </a:rPr>
              <a:t>monitor</a:t>
            </a:r>
            <a:r>
              <a:rPr sz="1200" spc="-15" dirty="0">
                <a:latin typeface="Times New Roman"/>
                <a:cs typeface="Times New Roman"/>
              </a:rPr>
              <a:t> </a:t>
            </a:r>
            <a:r>
              <a:rPr sz="1200" dirty="0">
                <a:latin typeface="Times New Roman"/>
                <a:cs typeface="Times New Roman"/>
              </a:rPr>
              <a:t>water</a:t>
            </a:r>
            <a:r>
              <a:rPr sz="1200" spc="-30" dirty="0">
                <a:latin typeface="Times New Roman"/>
                <a:cs typeface="Times New Roman"/>
              </a:rPr>
              <a:t> </a:t>
            </a:r>
            <a:r>
              <a:rPr sz="1200" spc="-10" dirty="0">
                <a:latin typeface="Times New Roman"/>
                <a:cs typeface="Times New Roman"/>
              </a:rPr>
              <a:t>level</a:t>
            </a:r>
            <a:r>
              <a:rPr sz="1200" spc="-55" dirty="0">
                <a:latin typeface="Times New Roman"/>
                <a:cs typeface="Times New Roman"/>
              </a:rPr>
              <a:t> </a:t>
            </a:r>
            <a:r>
              <a:rPr sz="1200" dirty="0">
                <a:latin typeface="Times New Roman"/>
                <a:cs typeface="Times New Roman"/>
              </a:rPr>
              <a:t>and notify</a:t>
            </a:r>
            <a:r>
              <a:rPr sz="1200" spc="-40" dirty="0">
                <a:latin typeface="Times New Roman"/>
                <a:cs typeface="Times New Roman"/>
              </a:rPr>
              <a:t> </a:t>
            </a:r>
            <a:r>
              <a:rPr sz="1200" dirty="0">
                <a:latin typeface="Times New Roman"/>
                <a:cs typeface="Times New Roman"/>
              </a:rPr>
              <a:t>users</a:t>
            </a:r>
            <a:r>
              <a:rPr sz="1200" spc="-5" dirty="0">
                <a:latin typeface="Times New Roman"/>
                <a:cs typeface="Times New Roman"/>
              </a:rPr>
              <a:t> </a:t>
            </a:r>
            <a:r>
              <a:rPr sz="1200" dirty="0">
                <a:latin typeface="Times New Roman"/>
                <a:cs typeface="Times New Roman"/>
              </a:rPr>
              <a:t>via mobile</a:t>
            </a:r>
            <a:r>
              <a:rPr sz="1200" spc="-20" dirty="0">
                <a:latin typeface="Times New Roman"/>
                <a:cs typeface="Times New Roman"/>
              </a:rPr>
              <a:t> </a:t>
            </a:r>
            <a:r>
              <a:rPr sz="1200" dirty="0">
                <a:latin typeface="Times New Roman"/>
                <a:cs typeface="Times New Roman"/>
              </a:rPr>
              <a:t>apps</a:t>
            </a:r>
            <a:r>
              <a:rPr sz="1200" spc="-2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dashboards.</a:t>
            </a:r>
            <a:endParaRPr sz="1200">
              <a:latin typeface="Times New Roman"/>
              <a:cs typeface="Times New Roman"/>
            </a:endParaRPr>
          </a:p>
          <a:p>
            <a:pPr marL="12700" algn="just">
              <a:lnSpc>
                <a:spcPct val="100000"/>
              </a:lnSpc>
              <a:spcBef>
                <a:spcPts val="254"/>
              </a:spcBef>
            </a:pPr>
            <a:r>
              <a:rPr sz="1400" b="1" dirty="0">
                <a:latin typeface="Times New Roman"/>
                <a:cs typeface="Times New Roman"/>
              </a:rPr>
              <a:t>Drawbacks</a:t>
            </a:r>
            <a:r>
              <a:rPr sz="1400" b="1" spc="-25" dirty="0">
                <a:latin typeface="Times New Roman"/>
                <a:cs typeface="Times New Roman"/>
              </a:rPr>
              <a:t> </a:t>
            </a:r>
            <a:r>
              <a:rPr sz="1400" b="1" dirty="0">
                <a:latin typeface="Times New Roman"/>
                <a:cs typeface="Times New Roman"/>
              </a:rPr>
              <a:t>of</a:t>
            </a:r>
            <a:r>
              <a:rPr sz="1400" b="1" spc="-35" dirty="0">
                <a:latin typeface="Times New Roman"/>
                <a:cs typeface="Times New Roman"/>
              </a:rPr>
              <a:t> </a:t>
            </a:r>
            <a:r>
              <a:rPr sz="1400" b="1" dirty="0">
                <a:latin typeface="Times New Roman"/>
                <a:cs typeface="Times New Roman"/>
              </a:rPr>
              <a:t>Existing</a:t>
            </a:r>
            <a:r>
              <a:rPr sz="1400" b="1" spc="-50" dirty="0">
                <a:latin typeface="Times New Roman"/>
                <a:cs typeface="Times New Roman"/>
              </a:rPr>
              <a:t> </a:t>
            </a:r>
            <a:r>
              <a:rPr sz="1400" b="1" spc="-10" dirty="0">
                <a:latin typeface="Times New Roman"/>
                <a:cs typeface="Times New Roman"/>
              </a:rPr>
              <a:t>Models</a:t>
            </a:r>
            <a:endParaRPr sz="1400">
              <a:latin typeface="Times New Roman"/>
              <a:cs typeface="Times New Roman"/>
            </a:endParaRPr>
          </a:p>
          <a:p>
            <a:pPr marL="12700" algn="just">
              <a:lnSpc>
                <a:spcPct val="100000"/>
              </a:lnSpc>
              <a:spcBef>
                <a:spcPts val="300"/>
              </a:spcBef>
            </a:pPr>
            <a:r>
              <a:rPr sz="1200" dirty="0">
                <a:latin typeface="Times New Roman"/>
                <a:cs typeface="Times New Roman"/>
              </a:rPr>
              <a:t>Despite</a:t>
            </a:r>
            <a:r>
              <a:rPr sz="1200" spc="-5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usefulness,</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current</a:t>
            </a:r>
            <a:r>
              <a:rPr sz="1200" spc="-10" dirty="0">
                <a:latin typeface="Times New Roman"/>
                <a:cs typeface="Times New Roman"/>
              </a:rPr>
              <a:t> </a:t>
            </a:r>
            <a:r>
              <a:rPr sz="1200" dirty="0">
                <a:latin typeface="Times New Roman"/>
                <a:cs typeface="Times New Roman"/>
              </a:rPr>
              <a:t>systems</a:t>
            </a:r>
            <a:r>
              <a:rPr sz="1200" spc="-40" dirty="0">
                <a:latin typeface="Times New Roman"/>
                <a:cs typeface="Times New Roman"/>
              </a:rPr>
              <a:t> </a:t>
            </a:r>
            <a:r>
              <a:rPr sz="1200" dirty="0">
                <a:latin typeface="Times New Roman"/>
                <a:cs typeface="Times New Roman"/>
              </a:rPr>
              <a:t>suffer</a:t>
            </a:r>
            <a:r>
              <a:rPr sz="1200" spc="-5" dirty="0">
                <a:latin typeface="Times New Roman"/>
                <a:cs typeface="Times New Roman"/>
              </a:rPr>
              <a:t> </a:t>
            </a:r>
            <a:r>
              <a:rPr sz="1200" dirty="0">
                <a:latin typeface="Times New Roman"/>
                <a:cs typeface="Times New Roman"/>
              </a:rPr>
              <a:t>from</a:t>
            </a:r>
            <a:r>
              <a:rPr sz="1200" spc="-70" dirty="0">
                <a:latin typeface="Times New Roman"/>
                <a:cs typeface="Times New Roman"/>
              </a:rPr>
              <a:t> </a:t>
            </a:r>
            <a:r>
              <a:rPr sz="1200" dirty="0">
                <a:latin typeface="Times New Roman"/>
                <a:cs typeface="Times New Roman"/>
              </a:rPr>
              <a:t>several</a:t>
            </a:r>
            <a:r>
              <a:rPr sz="1200" spc="-50" dirty="0">
                <a:latin typeface="Times New Roman"/>
                <a:cs typeface="Times New Roman"/>
              </a:rPr>
              <a:t> </a:t>
            </a:r>
            <a:r>
              <a:rPr sz="1200" spc="-10" dirty="0">
                <a:latin typeface="Times New Roman"/>
                <a:cs typeface="Times New Roman"/>
              </a:rPr>
              <a:t>limitations:</a:t>
            </a:r>
            <a:endParaRPr sz="1200">
              <a:latin typeface="Times New Roman"/>
              <a:cs typeface="Times New Roman"/>
            </a:endParaRPr>
          </a:p>
          <a:p>
            <a:pPr marL="121920" marR="9525" indent="39370">
              <a:lnSpc>
                <a:spcPct val="123300"/>
              </a:lnSpc>
              <a:spcBef>
                <a:spcPts val="120"/>
              </a:spcBef>
            </a:pPr>
            <a:r>
              <a:rPr sz="1200" dirty="0">
                <a:latin typeface="Segoe UI Emoji"/>
                <a:cs typeface="Segoe UI Emoji"/>
              </a:rPr>
              <a:t>❌</a:t>
            </a:r>
            <a:r>
              <a:rPr sz="1200" spc="-55" dirty="0">
                <a:latin typeface="Segoe UI Emoji"/>
                <a:cs typeface="Segoe UI Emoji"/>
              </a:rPr>
              <a:t> </a:t>
            </a:r>
            <a:r>
              <a:rPr sz="1200" b="1" spc="-10" dirty="0">
                <a:latin typeface="Times New Roman"/>
                <a:cs typeface="Times New Roman"/>
              </a:rPr>
              <a:t>Limited</a:t>
            </a:r>
            <a:r>
              <a:rPr sz="1200" b="1" spc="-55" dirty="0">
                <a:latin typeface="Times New Roman"/>
                <a:cs typeface="Times New Roman"/>
              </a:rPr>
              <a:t> </a:t>
            </a:r>
            <a:r>
              <a:rPr sz="1200" b="1" spc="-10" dirty="0">
                <a:latin typeface="Times New Roman"/>
                <a:cs typeface="Times New Roman"/>
              </a:rPr>
              <a:t>Parameters</a:t>
            </a:r>
            <a:r>
              <a:rPr sz="1200" b="1" spc="-50" dirty="0">
                <a:latin typeface="Times New Roman"/>
                <a:cs typeface="Times New Roman"/>
              </a:rPr>
              <a:t> </a:t>
            </a:r>
            <a:r>
              <a:rPr sz="1200" b="1" spc="-10" dirty="0">
                <a:latin typeface="Times New Roman"/>
                <a:cs typeface="Times New Roman"/>
              </a:rPr>
              <a:t>Monitored</a:t>
            </a:r>
            <a:r>
              <a:rPr sz="1200" spc="-10" dirty="0">
                <a:latin typeface="Times New Roman"/>
                <a:cs typeface="Times New Roman"/>
              </a:rPr>
              <a:t>:</a:t>
            </a:r>
            <a:r>
              <a:rPr sz="1200" spc="-30" dirty="0">
                <a:latin typeface="Times New Roman"/>
                <a:cs typeface="Times New Roman"/>
              </a:rPr>
              <a:t> </a:t>
            </a:r>
            <a:r>
              <a:rPr sz="1200" dirty="0">
                <a:latin typeface="Times New Roman"/>
                <a:cs typeface="Times New Roman"/>
              </a:rPr>
              <a:t>Most</a:t>
            </a:r>
            <a:r>
              <a:rPr sz="1200" spc="-30" dirty="0">
                <a:latin typeface="Times New Roman"/>
                <a:cs typeface="Times New Roman"/>
              </a:rPr>
              <a:t> </a:t>
            </a:r>
            <a:r>
              <a:rPr sz="1200" spc="-10" dirty="0">
                <a:latin typeface="Times New Roman"/>
                <a:cs typeface="Times New Roman"/>
              </a:rPr>
              <a:t>models</a:t>
            </a:r>
            <a:r>
              <a:rPr sz="1200" spc="-50" dirty="0">
                <a:latin typeface="Times New Roman"/>
                <a:cs typeface="Times New Roman"/>
              </a:rPr>
              <a:t> </a:t>
            </a:r>
            <a:r>
              <a:rPr sz="1200" spc="-10" dirty="0">
                <a:latin typeface="Times New Roman"/>
                <a:cs typeface="Times New Roman"/>
              </a:rPr>
              <a:t>track</a:t>
            </a:r>
            <a:r>
              <a:rPr sz="1200" spc="-55" dirty="0">
                <a:latin typeface="Times New Roman"/>
                <a:cs typeface="Times New Roman"/>
              </a:rPr>
              <a:t> </a:t>
            </a:r>
            <a:r>
              <a:rPr sz="1200" spc="-10" dirty="0">
                <a:latin typeface="Times New Roman"/>
                <a:cs typeface="Times New Roman"/>
              </a:rPr>
              <a:t>only</a:t>
            </a:r>
            <a:r>
              <a:rPr sz="1200" spc="-85" dirty="0">
                <a:latin typeface="Times New Roman"/>
                <a:cs typeface="Times New Roman"/>
              </a:rPr>
              <a:t> </a:t>
            </a:r>
            <a:r>
              <a:rPr sz="1200" dirty="0">
                <a:latin typeface="Times New Roman"/>
                <a:cs typeface="Times New Roman"/>
              </a:rPr>
              <a:t>one</a:t>
            </a:r>
            <a:r>
              <a:rPr sz="1200" spc="-40" dirty="0">
                <a:latin typeface="Times New Roman"/>
                <a:cs typeface="Times New Roman"/>
              </a:rPr>
              <a:t> </a:t>
            </a:r>
            <a:r>
              <a:rPr sz="1200" dirty="0">
                <a:latin typeface="Times New Roman"/>
                <a:cs typeface="Times New Roman"/>
              </a:rPr>
              <a:t>or</a:t>
            </a:r>
            <a:r>
              <a:rPr sz="1200" spc="-80" dirty="0">
                <a:latin typeface="Times New Roman"/>
                <a:cs typeface="Times New Roman"/>
              </a:rPr>
              <a:t> </a:t>
            </a:r>
            <a:r>
              <a:rPr sz="1200" dirty="0">
                <a:latin typeface="Times New Roman"/>
                <a:cs typeface="Times New Roman"/>
              </a:rPr>
              <a:t>two</a:t>
            </a:r>
            <a:r>
              <a:rPr sz="1200" spc="-10" dirty="0">
                <a:latin typeface="Times New Roman"/>
                <a:cs typeface="Times New Roman"/>
              </a:rPr>
              <a:t> parameters</a:t>
            </a:r>
            <a:r>
              <a:rPr sz="1200" spc="-45" dirty="0">
                <a:latin typeface="Times New Roman"/>
                <a:cs typeface="Times New Roman"/>
              </a:rPr>
              <a:t> </a:t>
            </a:r>
            <a:r>
              <a:rPr sz="1200" spc="-10" dirty="0">
                <a:latin typeface="Times New Roman"/>
                <a:cs typeface="Times New Roman"/>
              </a:rPr>
              <a:t>(usually</a:t>
            </a:r>
            <a:r>
              <a:rPr sz="1200" spc="-60" dirty="0">
                <a:latin typeface="Times New Roman"/>
                <a:cs typeface="Times New Roman"/>
              </a:rPr>
              <a:t> </a:t>
            </a:r>
            <a:r>
              <a:rPr sz="1200" dirty="0">
                <a:latin typeface="Times New Roman"/>
                <a:cs typeface="Times New Roman"/>
              </a:rPr>
              <a:t>just</a:t>
            </a:r>
            <a:r>
              <a:rPr sz="1200" spc="-10" dirty="0">
                <a:latin typeface="Times New Roman"/>
                <a:cs typeface="Times New Roman"/>
              </a:rPr>
              <a:t> water </a:t>
            </a:r>
            <a:r>
              <a:rPr sz="1200" dirty="0">
                <a:latin typeface="Times New Roman"/>
                <a:cs typeface="Times New Roman"/>
              </a:rPr>
              <a:t>level),</a:t>
            </a:r>
            <a:r>
              <a:rPr sz="1200" spc="-25" dirty="0">
                <a:latin typeface="Times New Roman"/>
                <a:cs typeface="Times New Roman"/>
              </a:rPr>
              <a:t> </a:t>
            </a:r>
            <a:r>
              <a:rPr sz="1200" dirty="0">
                <a:latin typeface="Times New Roman"/>
                <a:cs typeface="Times New Roman"/>
              </a:rPr>
              <a:t>which</a:t>
            </a:r>
            <a:r>
              <a:rPr sz="1200" spc="-25" dirty="0">
                <a:latin typeface="Times New Roman"/>
                <a:cs typeface="Times New Roman"/>
              </a:rPr>
              <a:t> </a:t>
            </a:r>
            <a:r>
              <a:rPr sz="1200" dirty="0">
                <a:latin typeface="Times New Roman"/>
                <a:cs typeface="Times New Roman"/>
              </a:rPr>
              <a:t>isn't</a:t>
            </a:r>
            <a:r>
              <a:rPr sz="1200" spc="-10" dirty="0">
                <a:latin typeface="Times New Roman"/>
                <a:cs typeface="Times New Roman"/>
              </a:rPr>
              <a:t> </a:t>
            </a:r>
            <a:r>
              <a:rPr sz="1200" dirty="0">
                <a:latin typeface="Times New Roman"/>
                <a:cs typeface="Times New Roman"/>
              </a:rPr>
              <a:t>enough</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accurate</a:t>
            </a:r>
            <a:r>
              <a:rPr sz="1200" spc="-35" dirty="0">
                <a:latin typeface="Times New Roman"/>
                <a:cs typeface="Times New Roman"/>
              </a:rPr>
              <a:t> </a:t>
            </a:r>
            <a:r>
              <a:rPr sz="1200" dirty="0">
                <a:latin typeface="Times New Roman"/>
                <a:cs typeface="Times New Roman"/>
              </a:rPr>
              <a:t>flood</a:t>
            </a:r>
            <a:r>
              <a:rPr sz="1200" spc="-25" dirty="0">
                <a:latin typeface="Times New Roman"/>
                <a:cs typeface="Times New Roman"/>
              </a:rPr>
              <a:t> </a:t>
            </a:r>
            <a:r>
              <a:rPr sz="1200" spc="-10" dirty="0">
                <a:latin typeface="Times New Roman"/>
                <a:cs typeface="Times New Roman"/>
              </a:rPr>
              <a:t>prediction.</a:t>
            </a:r>
            <a:endParaRPr sz="1200">
              <a:latin typeface="Times New Roman"/>
              <a:cs typeface="Times New Roman"/>
            </a:endParaRPr>
          </a:p>
          <a:p>
            <a:pPr marL="121920" marR="8890" indent="45720">
              <a:lnSpc>
                <a:spcPct val="123500"/>
              </a:lnSpc>
              <a:spcBef>
                <a:spcPts val="95"/>
              </a:spcBef>
            </a:pPr>
            <a:r>
              <a:rPr sz="1200" dirty="0">
                <a:latin typeface="Segoe UI Emoji"/>
                <a:cs typeface="Segoe UI Emoji"/>
              </a:rPr>
              <a:t>❌</a:t>
            </a:r>
            <a:r>
              <a:rPr sz="1200" spc="175" dirty="0">
                <a:latin typeface="Segoe UI Emoji"/>
                <a:cs typeface="Segoe UI Emoji"/>
              </a:rPr>
              <a:t> </a:t>
            </a:r>
            <a:r>
              <a:rPr sz="1200" b="1" dirty="0">
                <a:latin typeface="Times New Roman"/>
                <a:cs typeface="Times New Roman"/>
              </a:rPr>
              <a:t>No</a:t>
            </a:r>
            <a:r>
              <a:rPr sz="1200" b="1" spc="190" dirty="0">
                <a:latin typeface="Times New Roman"/>
                <a:cs typeface="Times New Roman"/>
              </a:rPr>
              <a:t> </a:t>
            </a:r>
            <a:r>
              <a:rPr sz="1200" b="1" spc="-20" dirty="0">
                <a:latin typeface="Times New Roman"/>
                <a:cs typeface="Times New Roman"/>
              </a:rPr>
              <a:t>Real-</a:t>
            </a:r>
            <a:r>
              <a:rPr sz="1200" b="1" dirty="0">
                <a:latin typeface="Times New Roman"/>
                <a:cs typeface="Times New Roman"/>
              </a:rPr>
              <a:t>Time</a:t>
            </a:r>
            <a:r>
              <a:rPr sz="1200" b="1" spc="215" dirty="0">
                <a:latin typeface="Times New Roman"/>
                <a:cs typeface="Times New Roman"/>
              </a:rPr>
              <a:t> </a:t>
            </a:r>
            <a:r>
              <a:rPr sz="1200" b="1" dirty="0">
                <a:latin typeface="Times New Roman"/>
                <a:cs typeface="Times New Roman"/>
              </a:rPr>
              <a:t>Alerts</a:t>
            </a:r>
            <a:r>
              <a:rPr sz="1200" b="1" spc="215" dirty="0">
                <a:latin typeface="Times New Roman"/>
                <a:cs typeface="Times New Roman"/>
              </a:rPr>
              <a:t> </a:t>
            </a:r>
            <a:r>
              <a:rPr sz="1200" b="1" dirty="0">
                <a:latin typeface="Times New Roman"/>
                <a:cs typeface="Times New Roman"/>
              </a:rPr>
              <a:t>in</a:t>
            </a:r>
            <a:r>
              <a:rPr sz="1200" b="1" spc="225" dirty="0">
                <a:latin typeface="Times New Roman"/>
                <a:cs typeface="Times New Roman"/>
              </a:rPr>
              <a:t> </a:t>
            </a:r>
            <a:r>
              <a:rPr sz="1200" b="1" dirty="0">
                <a:latin typeface="Times New Roman"/>
                <a:cs typeface="Times New Roman"/>
              </a:rPr>
              <a:t>Manual</a:t>
            </a:r>
            <a:r>
              <a:rPr sz="1200" b="1" spc="175" dirty="0">
                <a:latin typeface="Times New Roman"/>
                <a:cs typeface="Times New Roman"/>
              </a:rPr>
              <a:t> </a:t>
            </a:r>
            <a:r>
              <a:rPr sz="1200" b="1" dirty="0">
                <a:latin typeface="Times New Roman"/>
                <a:cs typeface="Times New Roman"/>
              </a:rPr>
              <a:t>Models</a:t>
            </a:r>
            <a:r>
              <a:rPr sz="1200" dirty="0">
                <a:latin typeface="Times New Roman"/>
                <a:cs typeface="Times New Roman"/>
              </a:rPr>
              <a:t>:</a:t>
            </a:r>
            <a:r>
              <a:rPr sz="1200" spc="220" dirty="0">
                <a:latin typeface="Times New Roman"/>
                <a:cs typeface="Times New Roman"/>
              </a:rPr>
              <a:t> </a:t>
            </a:r>
            <a:r>
              <a:rPr sz="1200" dirty="0">
                <a:latin typeface="Times New Roman"/>
                <a:cs typeface="Times New Roman"/>
              </a:rPr>
              <a:t>Manual</a:t>
            </a:r>
            <a:r>
              <a:rPr sz="1200" spc="200" dirty="0">
                <a:latin typeface="Times New Roman"/>
                <a:cs typeface="Times New Roman"/>
              </a:rPr>
              <a:t> </a:t>
            </a:r>
            <a:r>
              <a:rPr sz="1200" dirty="0">
                <a:latin typeface="Times New Roman"/>
                <a:cs typeface="Times New Roman"/>
              </a:rPr>
              <a:t>monitoring</a:t>
            </a:r>
            <a:r>
              <a:rPr sz="1200" spc="240" dirty="0">
                <a:latin typeface="Times New Roman"/>
                <a:cs typeface="Times New Roman"/>
              </a:rPr>
              <a:t> </a:t>
            </a:r>
            <a:r>
              <a:rPr sz="1200" dirty="0">
                <a:latin typeface="Times New Roman"/>
                <a:cs typeface="Times New Roman"/>
              </a:rPr>
              <a:t>is</a:t>
            </a:r>
            <a:r>
              <a:rPr sz="1200" spc="210" dirty="0">
                <a:latin typeface="Times New Roman"/>
                <a:cs typeface="Times New Roman"/>
              </a:rPr>
              <a:t> </a:t>
            </a:r>
            <a:r>
              <a:rPr sz="1200" dirty="0">
                <a:latin typeface="Times New Roman"/>
                <a:cs typeface="Times New Roman"/>
              </a:rPr>
              <a:t>slow,</a:t>
            </a:r>
            <a:r>
              <a:rPr sz="1200" spc="225" dirty="0">
                <a:latin typeface="Times New Roman"/>
                <a:cs typeface="Times New Roman"/>
              </a:rPr>
              <a:t> </a:t>
            </a:r>
            <a:r>
              <a:rPr sz="1200" dirty="0">
                <a:latin typeface="Times New Roman"/>
                <a:cs typeface="Times New Roman"/>
              </a:rPr>
              <a:t>dependent</a:t>
            </a:r>
            <a:r>
              <a:rPr sz="1200" spc="220" dirty="0">
                <a:latin typeface="Times New Roman"/>
                <a:cs typeface="Times New Roman"/>
              </a:rPr>
              <a:t> </a:t>
            </a:r>
            <a:r>
              <a:rPr sz="1200" dirty="0">
                <a:latin typeface="Times New Roman"/>
                <a:cs typeface="Times New Roman"/>
              </a:rPr>
              <a:t>on</a:t>
            </a:r>
            <a:r>
              <a:rPr sz="1200" spc="195" dirty="0">
                <a:latin typeface="Times New Roman"/>
                <a:cs typeface="Times New Roman"/>
              </a:rPr>
              <a:t> </a:t>
            </a:r>
            <a:r>
              <a:rPr sz="1200" spc="-10" dirty="0">
                <a:latin typeface="Times New Roman"/>
                <a:cs typeface="Times New Roman"/>
              </a:rPr>
              <a:t>human availability,</a:t>
            </a:r>
            <a:r>
              <a:rPr sz="1200" spc="-2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lacks</a:t>
            </a:r>
            <a:r>
              <a:rPr sz="1200" spc="-15" dirty="0">
                <a:latin typeface="Times New Roman"/>
                <a:cs typeface="Times New Roman"/>
              </a:rPr>
              <a:t> </a:t>
            </a:r>
            <a:r>
              <a:rPr sz="1200" dirty="0">
                <a:latin typeface="Times New Roman"/>
                <a:cs typeface="Times New Roman"/>
              </a:rPr>
              <a:t>immediate</a:t>
            </a:r>
            <a:r>
              <a:rPr sz="1200" spc="-30" dirty="0">
                <a:latin typeface="Times New Roman"/>
                <a:cs typeface="Times New Roman"/>
              </a:rPr>
              <a:t> </a:t>
            </a:r>
            <a:r>
              <a:rPr sz="1200" dirty="0">
                <a:latin typeface="Times New Roman"/>
                <a:cs typeface="Times New Roman"/>
              </a:rPr>
              <a:t>response</a:t>
            </a:r>
            <a:r>
              <a:rPr sz="1200" spc="-35" dirty="0">
                <a:latin typeface="Times New Roman"/>
                <a:cs typeface="Times New Roman"/>
              </a:rPr>
              <a:t> </a:t>
            </a:r>
            <a:r>
              <a:rPr sz="1200" spc="-10" dirty="0">
                <a:latin typeface="Times New Roman"/>
                <a:cs typeface="Times New Roman"/>
              </a:rPr>
              <a:t>capability.</a:t>
            </a:r>
            <a:endParaRPr sz="1200">
              <a:latin typeface="Times New Roman"/>
              <a:cs typeface="Times New Roman"/>
            </a:endParaRPr>
          </a:p>
          <a:p>
            <a:pPr marL="121920" marR="9525" indent="45720">
              <a:lnSpc>
                <a:spcPct val="121700"/>
              </a:lnSpc>
              <a:spcBef>
                <a:spcPts val="140"/>
              </a:spcBef>
            </a:pPr>
            <a:r>
              <a:rPr sz="1200" dirty="0">
                <a:latin typeface="Segoe UI Emoji"/>
                <a:cs typeface="Segoe UI Emoji"/>
              </a:rPr>
              <a:t>❌</a:t>
            </a:r>
            <a:r>
              <a:rPr sz="1200" spc="5" dirty="0">
                <a:latin typeface="Segoe UI Emoji"/>
                <a:cs typeface="Segoe UI Emoji"/>
              </a:rPr>
              <a:t> </a:t>
            </a:r>
            <a:r>
              <a:rPr sz="1200" b="1" dirty="0">
                <a:latin typeface="Times New Roman"/>
                <a:cs typeface="Times New Roman"/>
              </a:rPr>
              <a:t>High</a:t>
            </a:r>
            <a:r>
              <a:rPr sz="1200" b="1" spc="25" dirty="0">
                <a:latin typeface="Times New Roman"/>
                <a:cs typeface="Times New Roman"/>
              </a:rPr>
              <a:t> </a:t>
            </a:r>
            <a:r>
              <a:rPr sz="1200" b="1" dirty="0">
                <a:latin typeface="Times New Roman"/>
                <a:cs typeface="Times New Roman"/>
              </a:rPr>
              <a:t>Cost</a:t>
            </a:r>
            <a:r>
              <a:rPr sz="1200" b="1" spc="50" dirty="0">
                <a:latin typeface="Times New Roman"/>
                <a:cs typeface="Times New Roman"/>
              </a:rPr>
              <a:t> </a:t>
            </a:r>
            <a:r>
              <a:rPr sz="1200" b="1" dirty="0">
                <a:latin typeface="Times New Roman"/>
                <a:cs typeface="Times New Roman"/>
              </a:rPr>
              <a:t>of</a:t>
            </a:r>
            <a:r>
              <a:rPr sz="1200" b="1" spc="30" dirty="0">
                <a:latin typeface="Times New Roman"/>
                <a:cs typeface="Times New Roman"/>
              </a:rPr>
              <a:t> </a:t>
            </a:r>
            <a:r>
              <a:rPr sz="1200" b="1" dirty="0">
                <a:latin typeface="Times New Roman"/>
                <a:cs typeface="Times New Roman"/>
              </a:rPr>
              <a:t>Satellite</a:t>
            </a:r>
            <a:r>
              <a:rPr sz="1200" b="1" spc="40" dirty="0">
                <a:latin typeface="Times New Roman"/>
                <a:cs typeface="Times New Roman"/>
              </a:rPr>
              <a:t> </a:t>
            </a:r>
            <a:r>
              <a:rPr sz="1200" b="1" dirty="0">
                <a:latin typeface="Times New Roman"/>
                <a:cs typeface="Times New Roman"/>
              </a:rPr>
              <a:t>Systems:</a:t>
            </a:r>
            <a:r>
              <a:rPr sz="1200" b="1" spc="75" dirty="0">
                <a:latin typeface="Times New Roman"/>
                <a:cs typeface="Times New Roman"/>
              </a:rPr>
              <a:t> </a:t>
            </a:r>
            <a:r>
              <a:rPr sz="1200" spc="-10" dirty="0">
                <a:latin typeface="Times New Roman"/>
                <a:cs typeface="Times New Roman"/>
              </a:rPr>
              <a:t>Satellite-</a:t>
            </a:r>
            <a:r>
              <a:rPr sz="1200" dirty="0">
                <a:latin typeface="Times New Roman"/>
                <a:cs typeface="Times New Roman"/>
              </a:rPr>
              <a:t>based</a:t>
            </a:r>
            <a:r>
              <a:rPr sz="1200" spc="40" dirty="0">
                <a:latin typeface="Times New Roman"/>
                <a:cs typeface="Times New Roman"/>
              </a:rPr>
              <a:t> </a:t>
            </a:r>
            <a:r>
              <a:rPr sz="1200" dirty="0">
                <a:latin typeface="Times New Roman"/>
                <a:cs typeface="Times New Roman"/>
              </a:rPr>
              <a:t>solutions</a:t>
            </a:r>
            <a:r>
              <a:rPr sz="1200" spc="35"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dirty="0">
                <a:latin typeface="Times New Roman"/>
                <a:cs typeface="Times New Roman"/>
              </a:rPr>
              <a:t>expensive</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unsuitable</a:t>
            </a:r>
            <a:r>
              <a:rPr sz="1200" spc="60" dirty="0">
                <a:latin typeface="Times New Roman"/>
                <a:cs typeface="Times New Roman"/>
              </a:rPr>
              <a:t> </a:t>
            </a:r>
            <a:r>
              <a:rPr sz="1200" dirty="0">
                <a:latin typeface="Times New Roman"/>
                <a:cs typeface="Times New Roman"/>
              </a:rPr>
              <a:t>for</a:t>
            </a:r>
            <a:r>
              <a:rPr sz="1200" spc="55" dirty="0">
                <a:latin typeface="Times New Roman"/>
                <a:cs typeface="Times New Roman"/>
              </a:rPr>
              <a:t> </a:t>
            </a:r>
            <a:r>
              <a:rPr sz="1200" spc="-10" dirty="0">
                <a:latin typeface="Times New Roman"/>
                <a:cs typeface="Times New Roman"/>
              </a:rPr>
              <a:t>small communities</a:t>
            </a:r>
            <a:r>
              <a:rPr sz="1200" spc="1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rural</a:t>
            </a:r>
            <a:r>
              <a:rPr sz="1200" spc="-25" dirty="0">
                <a:latin typeface="Times New Roman"/>
                <a:cs typeface="Times New Roman"/>
              </a:rPr>
              <a:t> </a:t>
            </a:r>
            <a:r>
              <a:rPr sz="1200" spc="-10" dirty="0">
                <a:latin typeface="Times New Roman"/>
                <a:cs typeface="Times New Roman"/>
              </a:rPr>
              <a:t>setups.</a:t>
            </a:r>
            <a:endParaRPr sz="1200">
              <a:latin typeface="Times New Roman"/>
              <a:cs typeface="Times New Roman"/>
            </a:endParaRPr>
          </a:p>
          <a:p>
            <a:pPr marL="121920" marR="13335" indent="45720">
              <a:lnSpc>
                <a:spcPct val="123300"/>
              </a:lnSpc>
              <a:spcBef>
                <a:spcPts val="120"/>
              </a:spcBef>
            </a:pPr>
            <a:r>
              <a:rPr sz="1200" dirty="0">
                <a:latin typeface="Segoe UI Emoji"/>
                <a:cs typeface="Segoe UI Emoji"/>
              </a:rPr>
              <a:t>❌</a:t>
            </a:r>
            <a:r>
              <a:rPr sz="1200" spc="-20" dirty="0">
                <a:latin typeface="Segoe UI Emoji"/>
                <a:cs typeface="Segoe UI Emoji"/>
              </a:rPr>
              <a:t> </a:t>
            </a:r>
            <a:r>
              <a:rPr sz="1200" b="1" dirty="0">
                <a:latin typeface="Times New Roman"/>
                <a:cs typeface="Times New Roman"/>
              </a:rPr>
              <a:t>Limited</a:t>
            </a:r>
            <a:r>
              <a:rPr sz="1200" b="1" spc="25" dirty="0">
                <a:latin typeface="Times New Roman"/>
                <a:cs typeface="Times New Roman"/>
              </a:rPr>
              <a:t> </a:t>
            </a:r>
            <a:r>
              <a:rPr sz="1200" b="1" dirty="0">
                <a:latin typeface="Times New Roman"/>
                <a:cs typeface="Times New Roman"/>
              </a:rPr>
              <a:t>Connectivity in</a:t>
            </a:r>
            <a:r>
              <a:rPr sz="1200" b="1" spc="25" dirty="0">
                <a:latin typeface="Times New Roman"/>
                <a:cs typeface="Times New Roman"/>
              </a:rPr>
              <a:t> </a:t>
            </a:r>
            <a:r>
              <a:rPr sz="1200" b="1" dirty="0">
                <a:latin typeface="Times New Roman"/>
                <a:cs typeface="Times New Roman"/>
              </a:rPr>
              <a:t>GSM</a:t>
            </a:r>
            <a:r>
              <a:rPr sz="1200" b="1" spc="15" dirty="0">
                <a:latin typeface="Times New Roman"/>
                <a:cs typeface="Times New Roman"/>
              </a:rPr>
              <a:t> </a:t>
            </a:r>
            <a:r>
              <a:rPr sz="1200" b="1" dirty="0">
                <a:latin typeface="Times New Roman"/>
                <a:cs typeface="Times New Roman"/>
              </a:rPr>
              <a:t>Models:</a:t>
            </a:r>
            <a:r>
              <a:rPr sz="1200" b="1" spc="50" dirty="0">
                <a:latin typeface="Times New Roman"/>
                <a:cs typeface="Times New Roman"/>
              </a:rPr>
              <a:t> </a:t>
            </a:r>
            <a:r>
              <a:rPr sz="1200" dirty="0">
                <a:latin typeface="Times New Roman"/>
                <a:cs typeface="Times New Roman"/>
              </a:rPr>
              <a:t>GSM</a:t>
            </a:r>
            <a:r>
              <a:rPr sz="1200" spc="35" dirty="0">
                <a:latin typeface="Times New Roman"/>
                <a:cs typeface="Times New Roman"/>
              </a:rPr>
              <a:t> </a:t>
            </a:r>
            <a:r>
              <a:rPr sz="1200" dirty="0">
                <a:latin typeface="Times New Roman"/>
                <a:cs typeface="Times New Roman"/>
              </a:rPr>
              <a:t>modules</a:t>
            </a:r>
            <a:r>
              <a:rPr sz="1200" spc="15" dirty="0">
                <a:latin typeface="Times New Roman"/>
                <a:cs typeface="Times New Roman"/>
              </a:rPr>
              <a:t> </a:t>
            </a:r>
            <a:r>
              <a:rPr sz="1200" dirty="0">
                <a:latin typeface="Times New Roman"/>
                <a:cs typeface="Times New Roman"/>
              </a:rPr>
              <a:t>depend</a:t>
            </a:r>
            <a:r>
              <a:rPr sz="1200" spc="2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mobile</a:t>
            </a:r>
            <a:r>
              <a:rPr sz="1200" spc="40" dirty="0">
                <a:latin typeface="Times New Roman"/>
                <a:cs typeface="Times New Roman"/>
              </a:rPr>
              <a:t> </a:t>
            </a:r>
            <a:r>
              <a:rPr sz="1200" dirty="0">
                <a:latin typeface="Times New Roman"/>
                <a:cs typeface="Times New Roman"/>
              </a:rPr>
              <a:t>network</a:t>
            </a:r>
            <a:r>
              <a:rPr sz="1200" spc="20" dirty="0">
                <a:latin typeface="Times New Roman"/>
                <a:cs typeface="Times New Roman"/>
              </a:rPr>
              <a:t> </a:t>
            </a:r>
            <a:r>
              <a:rPr sz="1200" dirty="0">
                <a:latin typeface="Times New Roman"/>
                <a:cs typeface="Times New Roman"/>
              </a:rPr>
              <a:t>coverage</a:t>
            </a:r>
            <a:r>
              <a:rPr sz="1200" spc="15" dirty="0">
                <a:latin typeface="Times New Roman"/>
                <a:cs typeface="Times New Roman"/>
              </a:rPr>
              <a:t> </a:t>
            </a:r>
            <a:r>
              <a:rPr sz="1200" spc="-25" dirty="0">
                <a:latin typeface="Times New Roman"/>
                <a:cs typeface="Times New Roman"/>
              </a:rPr>
              <a:t>and </a:t>
            </a:r>
            <a:r>
              <a:rPr sz="1200" dirty="0">
                <a:latin typeface="Times New Roman"/>
                <a:cs typeface="Times New Roman"/>
              </a:rPr>
              <a:t>don’t support</a:t>
            </a:r>
            <a:r>
              <a:rPr sz="1200" spc="-15" dirty="0">
                <a:latin typeface="Times New Roman"/>
                <a:cs typeface="Times New Roman"/>
              </a:rPr>
              <a:t> </a:t>
            </a:r>
            <a:r>
              <a:rPr sz="1200" dirty="0">
                <a:latin typeface="Times New Roman"/>
                <a:cs typeface="Times New Roman"/>
              </a:rPr>
              <a:t>data</a:t>
            </a:r>
            <a:r>
              <a:rPr sz="1200" spc="-45" dirty="0">
                <a:latin typeface="Times New Roman"/>
                <a:cs typeface="Times New Roman"/>
              </a:rPr>
              <a:t> </a:t>
            </a:r>
            <a:r>
              <a:rPr sz="1200" dirty="0">
                <a:latin typeface="Times New Roman"/>
                <a:cs typeface="Times New Roman"/>
              </a:rPr>
              <a:t>logging</a:t>
            </a:r>
            <a:r>
              <a:rPr sz="1200" spc="-20" dirty="0">
                <a:latin typeface="Times New Roman"/>
                <a:cs typeface="Times New Roman"/>
              </a:rPr>
              <a:t> </a:t>
            </a:r>
            <a:r>
              <a:rPr sz="1200" dirty="0">
                <a:latin typeface="Times New Roman"/>
                <a:cs typeface="Times New Roman"/>
              </a:rPr>
              <a:t>or</a:t>
            </a:r>
            <a:r>
              <a:rPr sz="1200" spc="-10" dirty="0">
                <a:latin typeface="Times New Roman"/>
                <a:cs typeface="Times New Roman"/>
              </a:rPr>
              <a:t> visual</a:t>
            </a:r>
            <a:r>
              <a:rPr sz="1200" spc="-40" dirty="0">
                <a:latin typeface="Times New Roman"/>
                <a:cs typeface="Times New Roman"/>
              </a:rPr>
              <a:t> </a:t>
            </a:r>
            <a:r>
              <a:rPr sz="1200" spc="-10" dirty="0">
                <a:latin typeface="Times New Roman"/>
                <a:cs typeface="Times New Roman"/>
              </a:rPr>
              <a:t>dashboards.</a:t>
            </a:r>
            <a:endParaRPr sz="1200">
              <a:latin typeface="Times New Roman"/>
              <a:cs typeface="Times New Roman"/>
            </a:endParaRPr>
          </a:p>
          <a:p>
            <a:pPr marL="121920" marR="12065" indent="45720">
              <a:lnSpc>
                <a:spcPct val="121700"/>
              </a:lnSpc>
              <a:spcBef>
                <a:spcPts val="150"/>
              </a:spcBef>
            </a:pPr>
            <a:r>
              <a:rPr sz="1200" spc="-25" dirty="0">
                <a:latin typeface="Segoe UI Emoji"/>
                <a:cs typeface="Segoe UI Emoji"/>
              </a:rPr>
              <a:t>❌</a:t>
            </a:r>
            <a:r>
              <a:rPr sz="1200" spc="-80" dirty="0">
                <a:latin typeface="Segoe UI Emoji"/>
                <a:cs typeface="Segoe UI Emoji"/>
              </a:rPr>
              <a:t> </a:t>
            </a:r>
            <a:r>
              <a:rPr sz="1200" b="1" spc="-10" dirty="0">
                <a:latin typeface="Times New Roman"/>
                <a:cs typeface="Times New Roman"/>
              </a:rPr>
              <a:t>Lack</a:t>
            </a:r>
            <a:r>
              <a:rPr sz="1200" b="1" spc="-65" dirty="0">
                <a:latin typeface="Times New Roman"/>
                <a:cs typeface="Times New Roman"/>
              </a:rPr>
              <a:t> </a:t>
            </a:r>
            <a:r>
              <a:rPr sz="1200" b="1" dirty="0">
                <a:latin typeface="Times New Roman"/>
                <a:cs typeface="Times New Roman"/>
              </a:rPr>
              <a:t>of</a:t>
            </a:r>
            <a:r>
              <a:rPr sz="1200" b="1" spc="-70" dirty="0">
                <a:latin typeface="Times New Roman"/>
                <a:cs typeface="Times New Roman"/>
              </a:rPr>
              <a:t> </a:t>
            </a:r>
            <a:r>
              <a:rPr sz="1200" b="1" dirty="0">
                <a:latin typeface="Times New Roman"/>
                <a:cs typeface="Times New Roman"/>
              </a:rPr>
              <a:t>Integration:</a:t>
            </a:r>
            <a:r>
              <a:rPr sz="1200" b="1" spc="-20" dirty="0">
                <a:latin typeface="Times New Roman"/>
                <a:cs typeface="Times New Roman"/>
              </a:rPr>
              <a:t> </a:t>
            </a:r>
            <a:r>
              <a:rPr sz="1200" spc="-10" dirty="0">
                <a:latin typeface="Times New Roman"/>
                <a:cs typeface="Times New Roman"/>
              </a:rPr>
              <a:t>Many</a:t>
            </a:r>
            <a:r>
              <a:rPr sz="1200" spc="-85" dirty="0">
                <a:latin typeface="Times New Roman"/>
                <a:cs typeface="Times New Roman"/>
              </a:rPr>
              <a:t> </a:t>
            </a:r>
            <a:r>
              <a:rPr sz="1200" dirty="0">
                <a:latin typeface="Times New Roman"/>
                <a:cs typeface="Times New Roman"/>
              </a:rPr>
              <a:t>IoT</a:t>
            </a:r>
            <a:r>
              <a:rPr sz="1200" spc="-35" dirty="0">
                <a:latin typeface="Times New Roman"/>
                <a:cs typeface="Times New Roman"/>
              </a:rPr>
              <a:t> </a:t>
            </a:r>
            <a:r>
              <a:rPr sz="1200" spc="-20" dirty="0">
                <a:latin typeface="Times New Roman"/>
                <a:cs typeface="Times New Roman"/>
              </a:rPr>
              <a:t>systems</a:t>
            </a:r>
            <a:r>
              <a:rPr sz="1200" spc="-5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not</a:t>
            </a:r>
            <a:r>
              <a:rPr sz="1200" spc="-40" dirty="0">
                <a:latin typeface="Times New Roman"/>
                <a:cs typeface="Times New Roman"/>
              </a:rPr>
              <a:t> </a:t>
            </a:r>
            <a:r>
              <a:rPr sz="1200" spc="-10" dirty="0">
                <a:latin typeface="Times New Roman"/>
                <a:cs typeface="Times New Roman"/>
              </a:rPr>
              <a:t>integrated</a:t>
            </a:r>
            <a:r>
              <a:rPr sz="1200" spc="-4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spc="-10" dirty="0">
                <a:latin typeface="Times New Roman"/>
                <a:cs typeface="Times New Roman"/>
              </a:rPr>
              <a:t>local</a:t>
            </a:r>
            <a:r>
              <a:rPr sz="1200" spc="-85" dirty="0">
                <a:latin typeface="Times New Roman"/>
                <a:cs typeface="Times New Roman"/>
              </a:rPr>
              <a:t> </a:t>
            </a:r>
            <a:r>
              <a:rPr sz="1200" dirty="0">
                <a:latin typeface="Times New Roman"/>
                <a:cs typeface="Times New Roman"/>
              </a:rPr>
              <a:t>alert</a:t>
            </a:r>
            <a:r>
              <a:rPr sz="1200" spc="-20" dirty="0">
                <a:latin typeface="Times New Roman"/>
                <a:cs typeface="Times New Roman"/>
              </a:rPr>
              <a:t> </a:t>
            </a:r>
            <a:r>
              <a:rPr sz="1200" spc="-10" dirty="0">
                <a:latin typeface="Times New Roman"/>
                <a:cs typeface="Times New Roman"/>
              </a:rPr>
              <a:t>mechanisms</a:t>
            </a:r>
            <a:r>
              <a:rPr sz="1200" spc="-30"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spc="-10" dirty="0">
                <a:latin typeface="Times New Roman"/>
                <a:cs typeface="Times New Roman"/>
              </a:rPr>
              <a:t>buzzers </a:t>
            </a:r>
            <a:r>
              <a:rPr sz="1200" dirty="0">
                <a:latin typeface="Times New Roman"/>
                <a:cs typeface="Times New Roman"/>
              </a:rPr>
              <a:t>or</a:t>
            </a:r>
            <a:r>
              <a:rPr sz="1200" spc="-10" dirty="0">
                <a:latin typeface="Times New Roman"/>
                <a:cs typeface="Times New Roman"/>
              </a:rPr>
              <a:t> </a:t>
            </a:r>
            <a:r>
              <a:rPr sz="1200" dirty="0">
                <a:latin typeface="Times New Roman"/>
                <a:cs typeface="Times New Roman"/>
              </a:rPr>
              <a:t>LED </a:t>
            </a:r>
            <a:r>
              <a:rPr sz="1200" spc="-10" dirty="0">
                <a:latin typeface="Times New Roman"/>
                <a:cs typeface="Times New Roman"/>
              </a:rPr>
              <a:t>indicators.</a:t>
            </a:r>
            <a:endParaRPr sz="1200">
              <a:latin typeface="Times New Roman"/>
              <a:cs typeface="Times New Roman"/>
            </a:endParaRPr>
          </a:p>
        </p:txBody>
      </p:sp>
      <p:sp>
        <p:nvSpPr>
          <p:cNvPr id="3" name="object 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4" name="object 4"/>
          <p:cNvSpPr txBox="1"/>
          <p:nvPr/>
        </p:nvSpPr>
        <p:spPr>
          <a:xfrm>
            <a:off x="3905503" y="9214696"/>
            <a:ext cx="101600" cy="194310"/>
          </a:xfrm>
          <a:prstGeom prst="rect">
            <a:avLst/>
          </a:prstGeom>
        </p:spPr>
        <p:txBody>
          <a:bodyPr vert="horz" wrap="square" lIns="0" tIns="0" rIns="0" bIns="0" rtlCol="0">
            <a:spAutoFit/>
          </a:bodyPr>
          <a:lstStyle/>
          <a:p>
            <a:pPr marL="12700">
              <a:lnSpc>
                <a:spcPts val="1410"/>
              </a:lnSpc>
            </a:pPr>
            <a:r>
              <a:rPr sz="1200" spc="-50" dirty="0">
                <a:latin typeface="Times New Roman"/>
                <a:cs typeface="Times New Roman"/>
              </a:rPr>
              <a:t>4</a:t>
            </a:r>
            <a:endParaRPr sz="1200">
              <a:latin typeface="Times New Roman"/>
              <a:cs typeface="Times New Roman"/>
            </a:endParaRPr>
          </a:p>
        </p:txBody>
      </p:sp>
      <p:sp>
        <p:nvSpPr>
          <p:cNvPr id="5" name="Slide Number Placeholder 4">
            <a:extLst>
              <a:ext uri="{FF2B5EF4-FFF2-40B4-BE49-F238E27FC236}">
                <a16:creationId xmlns:a16="http://schemas.microsoft.com/office/drawing/2014/main" id="{A9DAD3F5-5463-BD77-0C39-A306BB59D1A3}"/>
              </a:ext>
            </a:extLst>
          </p:cNvPr>
          <p:cNvSpPr>
            <a:spLocks noGrp="1"/>
          </p:cNvSpPr>
          <p:nvPr>
            <p:ph type="sldNum" sz="quarter" idx="7"/>
          </p:nvPr>
        </p:nvSpPr>
        <p:spPr/>
        <p:txBody>
          <a:bodyPr/>
          <a:lstStyle/>
          <a:p>
            <a:pPr marL="38100">
              <a:lnSpc>
                <a:spcPts val="1410"/>
              </a:lnSpc>
            </a:pPr>
            <a:fld id="{81D60167-4931-47E6-BA6A-407CBD079E47}" type="slidenum">
              <a:rPr lang="en-IN" spc="-50" smtClean="0"/>
              <a:t>10</a:t>
            </a:fld>
            <a:endParaRPr lang="en-IN" spc="-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04203" y="304799"/>
            <a:ext cx="7059295" cy="3832860"/>
          </a:xfrm>
          <a:custGeom>
            <a:avLst/>
            <a:gdLst/>
            <a:ahLst/>
            <a:cxnLst/>
            <a:rect l="l" t="t" r="r" b="b"/>
            <a:pathLst>
              <a:path w="7059295" h="3832860">
                <a:moveTo>
                  <a:pt x="487997" y="3826510"/>
                </a:moveTo>
                <a:lnTo>
                  <a:pt x="155765" y="3826510"/>
                </a:lnTo>
                <a:lnTo>
                  <a:pt x="155765" y="3832606"/>
                </a:lnTo>
                <a:lnTo>
                  <a:pt x="487997" y="3832606"/>
                </a:lnTo>
                <a:lnTo>
                  <a:pt x="487997" y="3826510"/>
                </a:lnTo>
                <a:close/>
              </a:path>
              <a:path w="7059295" h="3832860">
                <a:moveTo>
                  <a:pt x="3189744" y="2603881"/>
                </a:moveTo>
                <a:lnTo>
                  <a:pt x="0" y="2603881"/>
                </a:lnTo>
                <a:lnTo>
                  <a:pt x="0" y="2609977"/>
                </a:lnTo>
                <a:lnTo>
                  <a:pt x="3189744" y="2609977"/>
                </a:lnTo>
                <a:lnTo>
                  <a:pt x="3189744" y="2603881"/>
                </a:lnTo>
                <a:close/>
              </a:path>
              <a:path w="7059295" h="3832860">
                <a:moveTo>
                  <a:pt x="5473585" y="3216529"/>
                </a:moveTo>
                <a:lnTo>
                  <a:pt x="0" y="3216529"/>
                </a:lnTo>
                <a:lnTo>
                  <a:pt x="0" y="3222625"/>
                </a:lnTo>
                <a:lnTo>
                  <a:pt x="5473585" y="3222625"/>
                </a:lnTo>
                <a:lnTo>
                  <a:pt x="5473585" y="3216529"/>
                </a:lnTo>
                <a:close/>
              </a:path>
              <a:path w="7059295" h="3832860">
                <a:moveTo>
                  <a:pt x="5723521" y="2908681"/>
                </a:moveTo>
                <a:lnTo>
                  <a:pt x="0" y="2908681"/>
                </a:lnTo>
                <a:lnTo>
                  <a:pt x="0" y="2914777"/>
                </a:lnTo>
                <a:lnTo>
                  <a:pt x="5723521" y="2914777"/>
                </a:lnTo>
                <a:lnTo>
                  <a:pt x="5723521" y="2908681"/>
                </a:lnTo>
                <a:close/>
              </a:path>
              <a:path w="7059295" h="3832860">
                <a:moveTo>
                  <a:pt x="7058800" y="0"/>
                </a:moveTo>
                <a:lnTo>
                  <a:pt x="7049656" y="0"/>
                </a:lnTo>
                <a:lnTo>
                  <a:pt x="109740" y="0"/>
                </a:lnTo>
                <a:lnTo>
                  <a:pt x="106692" y="0"/>
                </a:lnTo>
                <a:lnTo>
                  <a:pt x="100596" y="0"/>
                </a:lnTo>
                <a:lnTo>
                  <a:pt x="100596" y="8636"/>
                </a:lnTo>
                <a:lnTo>
                  <a:pt x="106692" y="8636"/>
                </a:lnTo>
                <a:lnTo>
                  <a:pt x="109740" y="8636"/>
                </a:lnTo>
                <a:lnTo>
                  <a:pt x="7049656" y="8636"/>
                </a:lnTo>
                <a:lnTo>
                  <a:pt x="7058800" y="8636"/>
                </a:lnTo>
                <a:lnTo>
                  <a:pt x="7058800" y="0"/>
                </a:lnTo>
                <a:close/>
              </a:path>
            </a:pathLst>
          </a:custGeom>
          <a:solidFill>
            <a:srgbClr val="000000"/>
          </a:solidFill>
        </p:spPr>
        <p:txBody>
          <a:bodyPr wrap="square" lIns="0" tIns="0" rIns="0" bIns="0" rtlCol="0"/>
          <a:lstStyle/>
          <a:p>
            <a:endParaRPr/>
          </a:p>
        </p:txBody>
      </p:sp>
      <p:sp>
        <p:nvSpPr>
          <p:cNvPr id="3" name="object 3"/>
          <p:cNvSpPr txBox="1"/>
          <p:nvPr/>
        </p:nvSpPr>
        <p:spPr>
          <a:xfrm>
            <a:off x="420420" y="847089"/>
            <a:ext cx="6261735" cy="4912995"/>
          </a:xfrm>
          <a:prstGeom prst="rect">
            <a:avLst/>
          </a:prstGeom>
        </p:spPr>
        <p:txBody>
          <a:bodyPr vert="horz" wrap="square" lIns="0" tIns="13335" rIns="0" bIns="0" rtlCol="0">
            <a:spAutoFit/>
          </a:bodyPr>
          <a:lstStyle/>
          <a:p>
            <a:pPr marL="2277745">
              <a:lnSpc>
                <a:spcPct val="100000"/>
              </a:lnSpc>
              <a:spcBef>
                <a:spcPts val="105"/>
              </a:spcBef>
            </a:pPr>
            <a:r>
              <a:rPr sz="1600" b="1" dirty="0">
                <a:latin typeface="Times New Roman"/>
                <a:cs typeface="Times New Roman"/>
              </a:rPr>
              <a:t>4.</a:t>
            </a:r>
            <a:r>
              <a:rPr sz="1600" b="1" spc="5" dirty="0">
                <a:latin typeface="Times New Roman"/>
                <a:cs typeface="Times New Roman"/>
              </a:rPr>
              <a:t> </a:t>
            </a:r>
            <a:r>
              <a:rPr sz="1600" b="1" spc="-10" dirty="0">
                <a:latin typeface="Times New Roman"/>
                <a:cs typeface="Times New Roman"/>
              </a:rPr>
              <a:t>PROPOSED</a:t>
            </a:r>
            <a:r>
              <a:rPr sz="1600" b="1" spc="-90" dirty="0">
                <a:latin typeface="Times New Roman"/>
                <a:cs typeface="Times New Roman"/>
              </a:rPr>
              <a:t> </a:t>
            </a:r>
            <a:r>
              <a:rPr sz="1600" b="1" spc="-20" dirty="0">
                <a:latin typeface="Times New Roman"/>
                <a:cs typeface="Times New Roman"/>
              </a:rPr>
              <a:t>MODEL</a:t>
            </a:r>
            <a:endParaRPr sz="1600">
              <a:latin typeface="Times New Roman"/>
              <a:cs typeface="Times New Roman"/>
            </a:endParaRPr>
          </a:p>
          <a:p>
            <a:pPr marL="494030" marR="5080" algn="just">
              <a:lnSpc>
                <a:spcPct val="143400"/>
              </a:lnSpc>
              <a:spcBef>
                <a:spcPts val="545"/>
              </a:spcBef>
            </a:pPr>
            <a:r>
              <a:rPr sz="1200" spc="-60" dirty="0">
                <a:solidFill>
                  <a:srgbClr val="0D0D0D"/>
                </a:solidFill>
                <a:latin typeface="Times New Roman"/>
                <a:cs typeface="Times New Roman"/>
              </a:rPr>
              <a:t>The</a:t>
            </a:r>
            <a:r>
              <a:rPr sz="1200" spc="-20" dirty="0">
                <a:solidFill>
                  <a:srgbClr val="0D0D0D"/>
                </a:solidFill>
                <a:latin typeface="Times New Roman"/>
                <a:cs typeface="Times New Roman"/>
              </a:rPr>
              <a:t> </a:t>
            </a:r>
            <a:r>
              <a:rPr sz="1200" spc="-65" dirty="0">
                <a:solidFill>
                  <a:srgbClr val="0D0D0D"/>
                </a:solidFill>
                <a:latin typeface="Times New Roman"/>
                <a:cs typeface="Times New Roman"/>
              </a:rPr>
              <a:t>proposed</a:t>
            </a:r>
            <a:r>
              <a:rPr sz="1200" spc="-15" dirty="0">
                <a:solidFill>
                  <a:srgbClr val="0D0D0D"/>
                </a:solidFill>
                <a:latin typeface="Times New Roman"/>
                <a:cs typeface="Times New Roman"/>
              </a:rPr>
              <a:t> </a:t>
            </a:r>
            <a:r>
              <a:rPr sz="1200" spc="-70" dirty="0">
                <a:solidFill>
                  <a:srgbClr val="0D0D0D"/>
                </a:solidFill>
                <a:latin typeface="Times New Roman"/>
                <a:cs typeface="Times New Roman"/>
              </a:rPr>
              <a:t>system</a:t>
            </a:r>
            <a:r>
              <a:rPr sz="1200" spc="-35" dirty="0">
                <a:solidFill>
                  <a:srgbClr val="0D0D0D"/>
                </a:solidFill>
                <a:latin typeface="Times New Roman"/>
                <a:cs typeface="Times New Roman"/>
              </a:rPr>
              <a:t> </a:t>
            </a:r>
            <a:r>
              <a:rPr sz="1200" spc="-55" dirty="0">
                <a:solidFill>
                  <a:srgbClr val="0D0D0D"/>
                </a:solidFill>
                <a:latin typeface="Times New Roman"/>
                <a:cs typeface="Times New Roman"/>
              </a:rPr>
              <a:t>is</a:t>
            </a:r>
            <a:r>
              <a:rPr sz="1200" spc="-25" dirty="0">
                <a:solidFill>
                  <a:srgbClr val="0D0D0D"/>
                </a:solidFill>
                <a:latin typeface="Times New Roman"/>
                <a:cs typeface="Times New Roman"/>
              </a:rPr>
              <a:t> </a:t>
            </a:r>
            <a:r>
              <a:rPr sz="1200" spc="-10" dirty="0">
                <a:solidFill>
                  <a:srgbClr val="0D0D0D"/>
                </a:solidFill>
                <a:latin typeface="Times New Roman"/>
                <a:cs typeface="Times New Roman"/>
              </a:rPr>
              <a:t>a</a:t>
            </a:r>
            <a:r>
              <a:rPr sz="1200" spc="-20" dirty="0">
                <a:solidFill>
                  <a:srgbClr val="0D0D0D"/>
                </a:solidFill>
                <a:latin typeface="Times New Roman"/>
                <a:cs typeface="Times New Roman"/>
              </a:rPr>
              <a:t> </a:t>
            </a:r>
            <a:r>
              <a:rPr sz="1200" spc="-70" dirty="0">
                <a:solidFill>
                  <a:srgbClr val="0D0D0D"/>
                </a:solidFill>
                <a:latin typeface="Times New Roman"/>
                <a:cs typeface="Times New Roman"/>
              </a:rPr>
              <a:t>smart,</a:t>
            </a:r>
            <a:r>
              <a:rPr sz="1200" spc="-5" dirty="0">
                <a:solidFill>
                  <a:srgbClr val="0D0D0D"/>
                </a:solidFill>
                <a:latin typeface="Times New Roman"/>
                <a:cs typeface="Times New Roman"/>
              </a:rPr>
              <a:t> </a:t>
            </a:r>
            <a:r>
              <a:rPr sz="1200" spc="-85" dirty="0">
                <a:solidFill>
                  <a:srgbClr val="0D0D0D"/>
                </a:solidFill>
                <a:latin typeface="Times New Roman"/>
                <a:cs typeface="Times New Roman"/>
              </a:rPr>
              <a:t>real-</a:t>
            </a:r>
            <a:r>
              <a:rPr sz="1200" spc="-65" dirty="0">
                <a:solidFill>
                  <a:srgbClr val="0D0D0D"/>
                </a:solidFill>
                <a:latin typeface="Times New Roman"/>
                <a:cs typeface="Times New Roman"/>
              </a:rPr>
              <a:t>time</a:t>
            </a:r>
            <a:r>
              <a:rPr sz="1200" spc="5" dirty="0">
                <a:solidFill>
                  <a:srgbClr val="0D0D0D"/>
                </a:solidFill>
                <a:latin typeface="Times New Roman"/>
                <a:cs typeface="Times New Roman"/>
              </a:rPr>
              <a:t> </a:t>
            </a:r>
            <a:r>
              <a:rPr sz="1200" spc="-65" dirty="0">
                <a:solidFill>
                  <a:srgbClr val="0D0D0D"/>
                </a:solidFill>
                <a:latin typeface="Times New Roman"/>
                <a:cs typeface="Times New Roman"/>
              </a:rPr>
              <a:t>flood</a:t>
            </a:r>
            <a:r>
              <a:rPr sz="1200" spc="-15" dirty="0">
                <a:solidFill>
                  <a:srgbClr val="0D0D0D"/>
                </a:solidFill>
                <a:latin typeface="Times New Roman"/>
                <a:cs typeface="Times New Roman"/>
              </a:rPr>
              <a:t> </a:t>
            </a:r>
            <a:r>
              <a:rPr sz="1200" spc="-75" dirty="0">
                <a:solidFill>
                  <a:srgbClr val="0D0D0D"/>
                </a:solidFill>
                <a:latin typeface="Times New Roman"/>
                <a:cs typeface="Times New Roman"/>
              </a:rPr>
              <a:t>detection</a:t>
            </a:r>
            <a:r>
              <a:rPr sz="1200" spc="-15" dirty="0">
                <a:solidFill>
                  <a:srgbClr val="0D0D0D"/>
                </a:solidFill>
                <a:latin typeface="Times New Roman"/>
                <a:cs typeface="Times New Roman"/>
              </a:rPr>
              <a:t> </a:t>
            </a:r>
            <a:r>
              <a:rPr sz="1200" spc="-65" dirty="0">
                <a:solidFill>
                  <a:srgbClr val="0D0D0D"/>
                </a:solidFill>
                <a:latin typeface="Times New Roman"/>
                <a:cs typeface="Times New Roman"/>
              </a:rPr>
              <a:t>and</a:t>
            </a:r>
            <a:r>
              <a:rPr sz="1200" spc="-15" dirty="0">
                <a:solidFill>
                  <a:srgbClr val="0D0D0D"/>
                </a:solidFill>
                <a:latin typeface="Times New Roman"/>
                <a:cs typeface="Times New Roman"/>
              </a:rPr>
              <a:t> </a:t>
            </a:r>
            <a:r>
              <a:rPr sz="1200" spc="-70" dirty="0">
                <a:solidFill>
                  <a:srgbClr val="0D0D0D"/>
                </a:solidFill>
                <a:latin typeface="Times New Roman"/>
                <a:cs typeface="Times New Roman"/>
              </a:rPr>
              <a:t>alert</a:t>
            </a:r>
            <a:r>
              <a:rPr sz="1200" spc="10" dirty="0">
                <a:solidFill>
                  <a:srgbClr val="0D0D0D"/>
                </a:solidFill>
                <a:latin typeface="Times New Roman"/>
                <a:cs typeface="Times New Roman"/>
              </a:rPr>
              <a:t> </a:t>
            </a:r>
            <a:r>
              <a:rPr sz="1200" spc="-70" dirty="0">
                <a:solidFill>
                  <a:srgbClr val="0D0D0D"/>
                </a:solidFill>
                <a:latin typeface="Times New Roman"/>
                <a:cs typeface="Times New Roman"/>
              </a:rPr>
              <a:t>system</a:t>
            </a:r>
            <a:r>
              <a:rPr sz="1200" spc="-60" dirty="0">
                <a:solidFill>
                  <a:srgbClr val="0D0D0D"/>
                </a:solidFill>
                <a:latin typeface="Times New Roman"/>
                <a:cs typeface="Times New Roman"/>
              </a:rPr>
              <a:t> </a:t>
            </a:r>
            <a:r>
              <a:rPr sz="1200" spc="-65" dirty="0">
                <a:solidFill>
                  <a:srgbClr val="0D0D0D"/>
                </a:solidFill>
                <a:latin typeface="Times New Roman"/>
                <a:cs typeface="Times New Roman"/>
              </a:rPr>
              <a:t>using</a:t>
            </a:r>
            <a:r>
              <a:rPr sz="1200" spc="-15" dirty="0">
                <a:solidFill>
                  <a:srgbClr val="0D0D0D"/>
                </a:solidFill>
                <a:latin typeface="Times New Roman"/>
                <a:cs typeface="Times New Roman"/>
              </a:rPr>
              <a:t> </a:t>
            </a:r>
            <a:r>
              <a:rPr sz="1200" spc="-45" dirty="0">
                <a:solidFill>
                  <a:srgbClr val="0D0D0D"/>
                </a:solidFill>
                <a:latin typeface="Times New Roman"/>
                <a:cs typeface="Times New Roman"/>
              </a:rPr>
              <a:t>IoT</a:t>
            </a:r>
            <a:r>
              <a:rPr sz="1200" spc="-30" dirty="0">
                <a:solidFill>
                  <a:srgbClr val="0D0D0D"/>
                </a:solidFill>
                <a:latin typeface="Times New Roman"/>
                <a:cs typeface="Times New Roman"/>
              </a:rPr>
              <a:t> </a:t>
            </a:r>
            <a:r>
              <a:rPr sz="1200" spc="-65" dirty="0">
                <a:solidFill>
                  <a:srgbClr val="0D0D0D"/>
                </a:solidFill>
                <a:latin typeface="Times New Roman"/>
                <a:cs typeface="Times New Roman"/>
              </a:rPr>
              <a:t>and</a:t>
            </a:r>
            <a:r>
              <a:rPr sz="1200" spc="-15" dirty="0">
                <a:solidFill>
                  <a:srgbClr val="0D0D0D"/>
                </a:solidFill>
                <a:latin typeface="Times New Roman"/>
                <a:cs typeface="Times New Roman"/>
              </a:rPr>
              <a:t> </a:t>
            </a:r>
            <a:r>
              <a:rPr sz="1200" spc="-70" dirty="0">
                <a:solidFill>
                  <a:srgbClr val="0D0D0D"/>
                </a:solidFill>
                <a:latin typeface="Times New Roman"/>
                <a:cs typeface="Times New Roman"/>
              </a:rPr>
              <a:t>Arduino.</a:t>
            </a:r>
            <a:r>
              <a:rPr sz="1200" spc="-5" dirty="0">
                <a:solidFill>
                  <a:srgbClr val="0D0D0D"/>
                </a:solidFill>
                <a:latin typeface="Times New Roman"/>
                <a:cs typeface="Times New Roman"/>
              </a:rPr>
              <a:t> </a:t>
            </a:r>
            <a:r>
              <a:rPr sz="1200" spc="-70" dirty="0">
                <a:solidFill>
                  <a:srgbClr val="0D0D0D"/>
                </a:solidFill>
                <a:latin typeface="Times New Roman"/>
                <a:cs typeface="Times New Roman"/>
              </a:rPr>
              <a:t>Unlike</a:t>
            </a:r>
            <a:r>
              <a:rPr sz="1200" spc="-5" dirty="0">
                <a:solidFill>
                  <a:srgbClr val="0D0D0D"/>
                </a:solidFill>
                <a:latin typeface="Times New Roman"/>
                <a:cs typeface="Times New Roman"/>
              </a:rPr>
              <a:t> </a:t>
            </a:r>
            <a:r>
              <a:rPr sz="1200" spc="-75" dirty="0">
                <a:solidFill>
                  <a:srgbClr val="0D0D0D"/>
                </a:solidFill>
                <a:latin typeface="Times New Roman"/>
                <a:cs typeface="Times New Roman"/>
              </a:rPr>
              <a:t>traditional</a:t>
            </a:r>
            <a:r>
              <a:rPr sz="1200" spc="-110" dirty="0">
                <a:solidFill>
                  <a:srgbClr val="0D0D0D"/>
                </a:solidFill>
                <a:latin typeface="Times New Roman"/>
                <a:cs typeface="Times New Roman"/>
              </a:rPr>
              <a:t> </a:t>
            </a:r>
            <a:r>
              <a:rPr sz="1200" spc="-70" dirty="0">
                <a:solidFill>
                  <a:srgbClr val="0D0D0D"/>
                </a:solidFill>
                <a:latin typeface="Times New Roman"/>
                <a:cs typeface="Times New Roman"/>
              </a:rPr>
              <a:t>systems</a:t>
            </a:r>
            <a:r>
              <a:rPr sz="1200" spc="-120" dirty="0">
                <a:solidFill>
                  <a:srgbClr val="0D0D0D"/>
                </a:solidFill>
                <a:latin typeface="Times New Roman"/>
                <a:cs typeface="Times New Roman"/>
              </a:rPr>
              <a:t> </a:t>
            </a:r>
            <a:r>
              <a:rPr sz="1200" spc="-60" dirty="0">
                <a:solidFill>
                  <a:srgbClr val="0D0D0D"/>
                </a:solidFill>
                <a:latin typeface="Times New Roman"/>
                <a:cs typeface="Times New Roman"/>
              </a:rPr>
              <a:t>that</a:t>
            </a:r>
            <a:r>
              <a:rPr sz="1200" spc="-85" dirty="0">
                <a:solidFill>
                  <a:srgbClr val="0D0D0D"/>
                </a:solidFill>
                <a:latin typeface="Times New Roman"/>
                <a:cs typeface="Times New Roman"/>
              </a:rPr>
              <a:t> </a:t>
            </a:r>
            <a:r>
              <a:rPr sz="1200" spc="-70" dirty="0">
                <a:solidFill>
                  <a:srgbClr val="0D0D0D"/>
                </a:solidFill>
                <a:latin typeface="Times New Roman"/>
                <a:cs typeface="Times New Roman"/>
              </a:rPr>
              <a:t>focus</a:t>
            </a:r>
            <a:r>
              <a:rPr sz="1200" spc="-120" dirty="0">
                <a:solidFill>
                  <a:srgbClr val="0D0D0D"/>
                </a:solidFill>
                <a:latin typeface="Times New Roman"/>
                <a:cs typeface="Times New Roman"/>
              </a:rPr>
              <a:t> </a:t>
            </a:r>
            <a:r>
              <a:rPr sz="1200" spc="-50" dirty="0">
                <a:solidFill>
                  <a:srgbClr val="0D0D0D"/>
                </a:solidFill>
                <a:latin typeface="Times New Roman"/>
                <a:cs typeface="Times New Roman"/>
              </a:rPr>
              <a:t>o</a:t>
            </a:r>
            <a:r>
              <a:rPr sz="1200" dirty="0">
                <a:solidFill>
                  <a:srgbClr val="0D0D0D"/>
                </a:solidFill>
                <a:latin typeface="Times New Roman"/>
                <a:cs typeface="Times New Roman"/>
              </a:rPr>
              <a:t>n</a:t>
            </a:r>
            <a:r>
              <a:rPr sz="1200" spc="-110" dirty="0">
                <a:solidFill>
                  <a:srgbClr val="0D0D0D"/>
                </a:solidFill>
                <a:latin typeface="Times New Roman"/>
                <a:cs typeface="Times New Roman"/>
              </a:rPr>
              <a:t> </a:t>
            </a:r>
            <a:r>
              <a:rPr sz="1200" spc="-10" dirty="0">
                <a:solidFill>
                  <a:srgbClr val="0D0D0D"/>
                </a:solidFill>
                <a:latin typeface="Times New Roman"/>
                <a:cs typeface="Times New Roman"/>
              </a:rPr>
              <a:t>a</a:t>
            </a:r>
            <a:r>
              <a:rPr sz="1200" spc="-114" dirty="0">
                <a:solidFill>
                  <a:srgbClr val="0D0D0D"/>
                </a:solidFill>
                <a:latin typeface="Times New Roman"/>
                <a:cs typeface="Times New Roman"/>
              </a:rPr>
              <a:t> </a:t>
            </a:r>
            <a:r>
              <a:rPr sz="1200" spc="-70" dirty="0">
                <a:solidFill>
                  <a:srgbClr val="0D0D0D"/>
                </a:solidFill>
                <a:latin typeface="Times New Roman"/>
                <a:cs typeface="Times New Roman"/>
              </a:rPr>
              <a:t>single</a:t>
            </a:r>
            <a:r>
              <a:rPr sz="1200" spc="-114" dirty="0">
                <a:solidFill>
                  <a:srgbClr val="0D0D0D"/>
                </a:solidFill>
                <a:latin typeface="Times New Roman"/>
                <a:cs typeface="Times New Roman"/>
              </a:rPr>
              <a:t> </a:t>
            </a:r>
            <a:r>
              <a:rPr sz="1200" spc="-70" dirty="0">
                <a:solidFill>
                  <a:srgbClr val="0D0D0D"/>
                </a:solidFill>
                <a:latin typeface="Times New Roman"/>
                <a:cs typeface="Times New Roman"/>
              </a:rPr>
              <a:t>parameter,</a:t>
            </a:r>
            <a:r>
              <a:rPr sz="1200" spc="-120" dirty="0">
                <a:solidFill>
                  <a:srgbClr val="0D0D0D"/>
                </a:solidFill>
                <a:latin typeface="Times New Roman"/>
                <a:cs typeface="Times New Roman"/>
              </a:rPr>
              <a:t> </a:t>
            </a:r>
            <a:r>
              <a:rPr sz="1200" spc="-60" dirty="0">
                <a:solidFill>
                  <a:srgbClr val="0D0D0D"/>
                </a:solidFill>
                <a:latin typeface="Times New Roman"/>
                <a:cs typeface="Times New Roman"/>
              </a:rPr>
              <a:t>this</a:t>
            </a:r>
            <a:r>
              <a:rPr sz="1200" spc="-95" dirty="0">
                <a:solidFill>
                  <a:srgbClr val="0D0D0D"/>
                </a:solidFill>
                <a:latin typeface="Times New Roman"/>
                <a:cs typeface="Times New Roman"/>
              </a:rPr>
              <a:t> </a:t>
            </a:r>
            <a:r>
              <a:rPr sz="1200" spc="-60" dirty="0">
                <a:solidFill>
                  <a:srgbClr val="0D0D0D"/>
                </a:solidFill>
                <a:latin typeface="Times New Roman"/>
                <a:cs typeface="Times New Roman"/>
              </a:rPr>
              <a:t>model</a:t>
            </a:r>
            <a:r>
              <a:rPr sz="1200" spc="-130" dirty="0">
                <a:solidFill>
                  <a:srgbClr val="0D0D0D"/>
                </a:solidFill>
                <a:latin typeface="Times New Roman"/>
                <a:cs typeface="Times New Roman"/>
              </a:rPr>
              <a:t> </a:t>
            </a:r>
            <a:r>
              <a:rPr sz="1200" spc="-70" dirty="0">
                <a:solidFill>
                  <a:srgbClr val="0D0D0D"/>
                </a:solidFill>
                <a:latin typeface="Times New Roman"/>
                <a:cs typeface="Times New Roman"/>
              </a:rPr>
              <a:t>integrates</a:t>
            </a:r>
            <a:r>
              <a:rPr sz="1200" spc="-95" dirty="0">
                <a:solidFill>
                  <a:srgbClr val="0D0D0D"/>
                </a:solidFill>
                <a:latin typeface="Times New Roman"/>
                <a:cs typeface="Times New Roman"/>
              </a:rPr>
              <a:t> </a:t>
            </a:r>
            <a:r>
              <a:rPr sz="1200" spc="-70" dirty="0">
                <a:solidFill>
                  <a:srgbClr val="0D0D0D"/>
                </a:solidFill>
                <a:latin typeface="Times New Roman"/>
                <a:cs typeface="Times New Roman"/>
              </a:rPr>
              <a:t>multiple</a:t>
            </a:r>
            <a:r>
              <a:rPr sz="1200" spc="-114" dirty="0">
                <a:solidFill>
                  <a:srgbClr val="0D0D0D"/>
                </a:solidFill>
                <a:latin typeface="Times New Roman"/>
                <a:cs typeface="Times New Roman"/>
              </a:rPr>
              <a:t> </a:t>
            </a:r>
            <a:r>
              <a:rPr sz="1200" spc="-65" dirty="0">
                <a:solidFill>
                  <a:srgbClr val="0D0D0D"/>
                </a:solidFill>
                <a:latin typeface="Times New Roman"/>
                <a:cs typeface="Times New Roman"/>
              </a:rPr>
              <a:t>sensors</a:t>
            </a:r>
            <a:r>
              <a:rPr sz="1200" spc="-120" dirty="0">
                <a:solidFill>
                  <a:srgbClr val="0D0D0D"/>
                </a:solidFill>
                <a:latin typeface="Times New Roman"/>
                <a:cs typeface="Times New Roman"/>
              </a:rPr>
              <a:t> </a:t>
            </a:r>
            <a:r>
              <a:rPr sz="1200" spc="-30" dirty="0">
                <a:solidFill>
                  <a:srgbClr val="0D0D0D"/>
                </a:solidFill>
                <a:latin typeface="Times New Roman"/>
                <a:cs typeface="Times New Roman"/>
              </a:rPr>
              <a:t>to</a:t>
            </a:r>
            <a:r>
              <a:rPr sz="1200" spc="-85" dirty="0">
                <a:solidFill>
                  <a:srgbClr val="0D0D0D"/>
                </a:solidFill>
                <a:latin typeface="Times New Roman"/>
                <a:cs typeface="Times New Roman"/>
              </a:rPr>
              <a:t> </a:t>
            </a:r>
            <a:r>
              <a:rPr sz="1200" spc="-75" dirty="0">
                <a:solidFill>
                  <a:srgbClr val="0D0D0D"/>
                </a:solidFill>
                <a:latin typeface="Times New Roman"/>
                <a:cs typeface="Times New Roman"/>
              </a:rPr>
              <a:t>monitor</a:t>
            </a:r>
            <a:r>
              <a:rPr sz="1200" spc="-100" dirty="0">
                <a:solidFill>
                  <a:srgbClr val="0D0D0D"/>
                </a:solidFill>
                <a:latin typeface="Times New Roman"/>
                <a:cs typeface="Times New Roman"/>
              </a:rPr>
              <a:t> </a:t>
            </a:r>
            <a:r>
              <a:rPr sz="1200" spc="-70" dirty="0">
                <a:solidFill>
                  <a:srgbClr val="0D0D0D"/>
                </a:solidFill>
                <a:latin typeface="Times New Roman"/>
                <a:cs typeface="Times New Roman"/>
              </a:rPr>
              <a:t>various</a:t>
            </a:r>
            <a:r>
              <a:rPr sz="1200" dirty="0">
                <a:solidFill>
                  <a:srgbClr val="0D0D0D"/>
                </a:solidFill>
                <a:latin typeface="Times New Roman"/>
                <a:cs typeface="Times New Roman"/>
              </a:rPr>
              <a:t> </a:t>
            </a:r>
            <a:r>
              <a:rPr sz="1200" spc="-75" dirty="0">
                <a:solidFill>
                  <a:srgbClr val="0D0D0D"/>
                </a:solidFill>
                <a:latin typeface="Times New Roman"/>
                <a:cs typeface="Times New Roman"/>
              </a:rPr>
              <a:t>environmental</a:t>
            </a:r>
            <a:r>
              <a:rPr sz="1200" spc="-155" dirty="0">
                <a:solidFill>
                  <a:srgbClr val="0D0D0D"/>
                </a:solidFill>
                <a:latin typeface="Times New Roman"/>
                <a:cs typeface="Times New Roman"/>
              </a:rPr>
              <a:t> </a:t>
            </a:r>
            <a:r>
              <a:rPr sz="1200" spc="-70" dirty="0">
                <a:solidFill>
                  <a:srgbClr val="0D0D0D"/>
                </a:solidFill>
                <a:latin typeface="Times New Roman"/>
                <a:cs typeface="Times New Roman"/>
              </a:rPr>
              <a:t>conditions</a:t>
            </a:r>
            <a:r>
              <a:rPr sz="1200" spc="-145" dirty="0">
                <a:solidFill>
                  <a:srgbClr val="0D0D0D"/>
                </a:solidFill>
                <a:latin typeface="Times New Roman"/>
                <a:cs typeface="Times New Roman"/>
              </a:rPr>
              <a:t> </a:t>
            </a:r>
            <a:r>
              <a:rPr sz="1200" spc="-65" dirty="0">
                <a:solidFill>
                  <a:srgbClr val="0D0D0D"/>
                </a:solidFill>
                <a:latin typeface="Times New Roman"/>
                <a:cs typeface="Times New Roman"/>
              </a:rPr>
              <a:t>that</a:t>
            </a:r>
            <a:r>
              <a:rPr sz="1200" spc="-110" dirty="0">
                <a:solidFill>
                  <a:srgbClr val="0D0D0D"/>
                </a:solidFill>
                <a:latin typeface="Times New Roman"/>
                <a:cs typeface="Times New Roman"/>
              </a:rPr>
              <a:t> </a:t>
            </a:r>
            <a:r>
              <a:rPr sz="1200" spc="-70" dirty="0">
                <a:solidFill>
                  <a:srgbClr val="0D0D0D"/>
                </a:solidFill>
                <a:latin typeface="Times New Roman"/>
                <a:cs typeface="Times New Roman"/>
              </a:rPr>
              <a:t>contribute</a:t>
            </a:r>
            <a:r>
              <a:rPr sz="1200" spc="-165" dirty="0">
                <a:solidFill>
                  <a:srgbClr val="0D0D0D"/>
                </a:solidFill>
                <a:latin typeface="Times New Roman"/>
                <a:cs typeface="Times New Roman"/>
              </a:rPr>
              <a:t> </a:t>
            </a:r>
            <a:r>
              <a:rPr sz="1200" spc="-40" dirty="0">
                <a:solidFill>
                  <a:srgbClr val="0D0D0D"/>
                </a:solidFill>
                <a:latin typeface="Times New Roman"/>
                <a:cs typeface="Times New Roman"/>
              </a:rPr>
              <a:t>to</a:t>
            </a:r>
            <a:r>
              <a:rPr sz="1200" spc="-110" dirty="0">
                <a:solidFill>
                  <a:srgbClr val="0D0D0D"/>
                </a:solidFill>
                <a:latin typeface="Times New Roman"/>
                <a:cs typeface="Times New Roman"/>
              </a:rPr>
              <a:t> </a:t>
            </a:r>
            <a:r>
              <a:rPr sz="1200" spc="-75" dirty="0">
                <a:solidFill>
                  <a:srgbClr val="0D0D0D"/>
                </a:solidFill>
                <a:latin typeface="Times New Roman"/>
                <a:cs typeface="Times New Roman"/>
              </a:rPr>
              <a:t>flooding.</a:t>
            </a:r>
            <a:r>
              <a:rPr sz="1200" spc="-120" dirty="0">
                <a:solidFill>
                  <a:srgbClr val="0D0D0D"/>
                </a:solidFill>
                <a:latin typeface="Times New Roman"/>
                <a:cs typeface="Times New Roman"/>
              </a:rPr>
              <a:t> </a:t>
            </a:r>
            <a:r>
              <a:rPr sz="1200" spc="-60" dirty="0">
                <a:solidFill>
                  <a:srgbClr val="0D0D0D"/>
                </a:solidFill>
                <a:latin typeface="Times New Roman"/>
                <a:cs typeface="Times New Roman"/>
              </a:rPr>
              <a:t>The</a:t>
            </a:r>
            <a:r>
              <a:rPr sz="1200" spc="-140" dirty="0">
                <a:solidFill>
                  <a:srgbClr val="0D0D0D"/>
                </a:solidFill>
                <a:latin typeface="Times New Roman"/>
                <a:cs typeface="Times New Roman"/>
              </a:rPr>
              <a:t> </a:t>
            </a:r>
            <a:r>
              <a:rPr sz="1200" spc="-65" dirty="0">
                <a:solidFill>
                  <a:srgbClr val="0D0D0D"/>
                </a:solidFill>
                <a:latin typeface="Times New Roman"/>
                <a:cs typeface="Times New Roman"/>
              </a:rPr>
              <a:t>system</a:t>
            </a:r>
            <a:r>
              <a:rPr sz="1200" spc="-155" dirty="0">
                <a:solidFill>
                  <a:srgbClr val="0D0D0D"/>
                </a:solidFill>
                <a:latin typeface="Times New Roman"/>
                <a:cs typeface="Times New Roman"/>
              </a:rPr>
              <a:t> </a:t>
            </a:r>
            <a:r>
              <a:rPr sz="1200" spc="-55" dirty="0">
                <a:solidFill>
                  <a:srgbClr val="0D0D0D"/>
                </a:solidFill>
                <a:latin typeface="Times New Roman"/>
                <a:cs typeface="Times New Roman"/>
              </a:rPr>
              <a:t>is</a:t>
            </a:r>
            <a:r>
              <a:rPr sz="1200" spc="-145" dirty="0">
                <a:solidFill>
                  <a:srgbClr val="0D0D0D"/>
                </a:solidFill>
                <a:latin typeface="Times New Roman"/>
                <a:cs typeface="Times New Roman"/>
              </a:rPr>
              <a:t> </a:t>
            </a:r>
            <a:r>
              <a:rPr sz="1200" spc="-65" dirty="0">
                <a:solidFill>
                  <a:srgbClr val="0D0D0D"/>
                </a:solidFill>
                <a:latin typeface="Times New Roman"/>
                <a:cs typeface="Times New Roman"/>
              </a:rPr>
              <a:t>designed</a:t>
            </a:r>
            <a:r>
              <a:rPr sz="1200" spc="-135" dirty="0">
                <a:solidFill>
                  <a:srgbClr val="0D0D0D"/>
                </a:solidFill>
                <a:latin typeface="Times New Roman"/>
                <a:cs typeface="Times New Roman"/>
              </a:rPr>
              <a:t> </a:t>
            </a:r>
            <a:r>
              <a:rPr sz="1200" spc="-40" dirty="0">
                <a:solidFill>
                  <a:srgbClr val="0D0D0D"/>
                </a:solidFill>
                <a:latin typeface="Times New Roman"/>
                <a:cs typeface="Times New Roman"/>
              </a:rPr>
              <a:t>to</a:t>
            </a:r>
            <a:r>
              <a:rPr sz="1200" spc="-135" dirty="0">
                <a:solidFill>
                  <a:srgbClr val="0D0D0D"/>
                </a:solidFill>
                <a:latin typeface="Times New Roman"/>
                <a:cs typeface="Times New Roman"/>
              </a:rPr>
              <a:t> </a:t>
            </a:r>
            <a:r>
              <a:rPr sz="1200" spc="-55" dirty="0">
                <a:solidFill>
                  <a:srgbClr val="0D0D0D"/>
                </a:solidFill>
                <a:latin typeface="Times New Roman"/>
                <a:cs typeface="Times New Roman"/>
              </a:rPr>
              <a:t>be</a:t>
            </a:r>
            <a:r>
              <a:rPr sz="1200" spc="-140" dirty="0">
                <a:solidFill>
                  <a:srgbClr val="0D0D0D"/>
                </a:solidFill>
                <a:latin typeface="Times New Roman"/>
                <a:cs typeface="Times New Roman"/>
              </a:rPr>
              <a:t> </a:t>
            </a:r>
            <a:r>
              <a:rPr sz="1200" spc="-70" dirty="0">
                <a:solidFill>
                  <a:srgbClr val="0D0D0D"/>
                </a:solidFill>
                <a:latin typeface="Times New Roman"/>
                <a:cs typeface="Times New Roman"/>
              </a:rPr>
              <a:t>cost-</a:t>
            </a:r>
            <a:r>
              <a:rPr sz="1200" spc="-80" dirty="0">
                <a:solidFill>
                  <a:srgbClr val="0D0D0D"/>
                </a:solidFill>
                <a:latin typeface="Times New Roman"/>
                <a:cs typeface="Times New Roman"/>
              </a:rPr>
              <a:t>effective,</a:t>
            </a:r>
            <a:r>
              <a:rPr sz="1200" spc="-120" dirty="0">
                <a:solidFill>
                  <a:srgbClr val="0D0D0D"/>
                </a:solidFill>
                <a:latin typeface="Times New Roman"/>
                <a:cs typeface="Times New Roman"/>
              </a:rPr>
              <a:t> </a:t>
            </a:r>
            <a:r>
              <a:rPr sz="1200" spc="-70" dirty="0">
                <a:solidFill>
                  <a:srgbClr val="0D0D0D"/>
                </a:solidFill>
                <a:latin typeface="Times New Roman"/>
                <a:cs typeface="Times New Roman"/>
              </a:rPr>
              <a:t>scalable,</a:t>
            </a:r>
            <a:r>
              <a:rPr sz="1200" spc="-120" dirty="0">
                <a:solidFill>
                  <a:srgbClr val="0D0D0D"/>
                </a:solidFill>
                <a:latin typeface="Times New Roman"/>
                <a:cs typeface="Times New Roman"/>
              </a:rPr>
              <a:t> </a:t>
            </a:r>
            <a:r>
              <a:rPr sz="1200" spc="-65" dirty="0">
                <a:solidFill>
                  <a:srgbClr val="0D0D0D"/>
                </a:solidFill>
                <a:latin typeface="Times New Roman"/>
                <a:cs typeface="Times New Roman"/>
              </a:rPr>
              <a:t>and</a:t>
            </a:r>
            <a:r>
              <a:rPr sz="1200" dirty="0">
                <a:solidFill>
                  <a:srgbClr val="0D0D0D"/>
                </a:solidFill>
                <a:latin typeface="Times New Roman"/>
                <a:cs typeface="Times New Roman"/>
              </a:rPr>
              <a:t> </a:t>
            </a:r>
            <a:r>
              <a:rPr sz="1200" spc="-75" dirty="0">
                <a:solidFill>
                  <a:srgbClr val="0D0D0D"/>
                </a:solidFill>
                <a:latin typeface="Times New Roman"/>
                <a:cs typeface="Times New Roman"/>
              </a:rPr>
              <a:t>suitable</a:t>
            </a:r>
            <a:r>
              <a:rPr sz="1200" spc="-114" dirty="0">
                <a:solidFill>
                  <a:srgbClr val="0D0D0D"/>
                </a:solidFill>
                <a:latin typeface="Times New Roman"/>
                <a:cs typeface="Times New Roman"/>
              </a:rPr>
              <a:t> </a:t>
            </a:r>
            <a:r>
              <a:rPr sz="1200" spc="-60" dirty="0">
                <a:solidFill>
                  <a:srgbClr val="0D0D0D"/>
                </a:solidFill>
                <a:latin typeface="Times New Roman"/>
                <a:cs typeface="Times New Roman"/>
              </a:rPr>
              <a:t>for</a:t>
            </a:r>
            <a:r>
              <a:rPr sz="1200" spc="-125" dirty="0">
                <a:solidFill>
                  <a:srgbClr val="0D0D0D"/>
                </a:solidFill>
                <a:latin typeface="Times New Roman"/>
                <a:cs typeface="Times New Roman"/>
              </a:rPr>
              <a:t> </a:t>
            </a:r>
            <a:r>
              <a:rPr sz="1200" spc="-55" dirty="0">
                <a:solidFill>
                  <a:srgbClr val="0D0D0D"/>
                </a:solidFill>
                <a:latin typeface="Times New Roman"/>
                <a:cs typeface="Times New Roman"/>
              </a:rPr>
              <a:t>both</a:t>
            </a:r>
            <a:r>
              <a:rPr sz="1200" spc="-160" dirty="0">
                <a:solidFill>
                  <a:srgbClr val="0D0D0D"/>
                </a:solidFill>
                <a:latin typeface="Times New Roman"/>
                <a:cs typeface="Times New Roman"/>
              </a:rPr>
              <a:t> </a:t>
            </a:r>
            <a:r>
              <a:rPr sz="1200" spc="-65" dirty="0">
                <a:solidFill>
                  <a:srgbClr val="0D0D0D"/>
                </a:solidFill>
                <a:latin typeface="Times New Roman"/>
                <a:cs typeface="Times New Roman"/>
              </a:rPr>
              <a:t>urban</a:t>
            </a:r>
            <a:r>
              <a:rPr sz="1200" spc="-160" dirty="0">
                <a:solidFill>
                  <a:srgbClr val="0D0D0D"/>
                </a:solidFill>
                <a:latin typeface="Times New Roman"/>
                <a:cs typeface="Times New Roman"/>
              </a:rPr>
              <a:t> </a:t>
            </a:r>
            <a:r>
              <a:rPr sz="1200" spc="-55" dirty="0">
                <a:solidFill>
                  <a:srgbClr val="0D0D0D"/>
                </a:solidFill>
                <a:latin typeface="Times New Roman"/>
                <a:cs typeface="Times New Roman"/>
              </a:rPr>
              <a:t>and</a:t>
            </a:r>
            <a:r>
              <a:rPr sz="1200" spc="-135" dirty="0">
                <a:solidFill>
                  <a:srgbClr val="0D0D0D"/>
                </a:solidFill>
                <a:latin typeface="Times New Roman"/>
                <a:cs typeface="Times New Roman"/>
              </a:rPr>
              <a:t> </a:t>
            </a:r>
            <a:r>
              <a:rPr sz="1200" spc="-60" dirty="0">
                <a:solidFill>
                  <a:srgbClr val="0D0D0D"/>
                </a:solidFill>
                <a:latin typeface="Times New Roman"/>
                <a:cs typeface="Times New Roman"/>
              </a:rPr>
              <a:t>rural</a:t>
            </a:r>
            <a:r>
              <a:rPr sz="1200" spc="-180" dirty="0">
                <a:solidFill>
                  <a:srgbClr val="0D0D0D"/>
                </a:solidFill>
                <a:latin typeface="Times New Roman"/>
                <a:cs typeface="Times New Roman"/>
              </a:rPr>
              <a:t> </a:t>
            </a:r>
            <a:r>
              <a:rPr sz="1200" spc="-65" dirty="0">
                <a:solidFill>
                  <a:srgbClr val="0D0D0D"/>
                </a:solidFill>
                <a:latin typeface="Times New Roman"/>
                <a:cs typeface="Times New Roman"/>
              </a:rPr>
              <a:t>areas.</a:t>
            </a:r>
            <a:endParaRPr sz="1200">
              <a:latin typeface="Times New Roman"/>
              <a:cs typeface="Times New Roman"/>
            </a:endParaRPr>
          </a:p>
          <a:p>
            <a:pPr>
              <a:lnSpc>
                <a:spcPct val="100000"/>
              </a:lnSpc>
              <a:spcBef>
                <a:spcPts val="300"/>
              </a:spcBef>
            </a:pPr>
            <a:endParaRPr sz="1200">
              <a:latin typeface="Times New Roman"/>
              <a:cs typeface="Times New Roman"/>
            </a:endParaRPr>
          </a:p>
          <a:p>
            <a:pPr marL="494030" algn="just">
              <a:lnSpc>
                <a:spcPct val="100000"/>
              </a:lnSpc>
            </a:pPr>
            <a:r>
              <a:rPr sz="1200" b="1" u="sng" dirty="0">
                <a:uFill>
                  <a:solidFill>
                    <a:srgbClr val="000000"/>
                  </a:solidFill>
                </a:uFill>
                <a:latin typeface="Times New Roman"/>
                <a:cs typeface="Times New Roman"/>
              </a:rPr>
              <a:t>How</a:t>
            </a:r>
            <a:r>
              <a:rPr sz="1200" b="1" u="sng" spc="-4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It</a:t>
            </a:r>
            <a:r>
              <a:rPr sz="1200" b="1" u="sng" spc="-30" dirty="0">
                <a:uFill>
                  <a:solidFill>
                    <a:srgbClr val="000000"/>
                  </a:solidFill>
                </a:uFill>
                <a:latin typeface="Times New Roman"/>
                <a:cs typeface="Times New Roman"/>
              </a:rPr>
              <a:t> </a:t>
            </a:r>
            <a:r>
              <a:rPr sz="1200" b="1" u="sng" spc="-10" dirty="0">
                <a:uFill>
                  <a:solidFill>
                    <a:srgbClr val="000000"/>
                  </a:solidFill>
                </a:uFill>
                <a:latin typeface="Times New Roman"/>
                <a:cs typeface="Times New Roman"/>
              </a:rPr>
              <a:t>Works:</a:t>
            </a:r>
            <a:endParaRPr sz="1200">
              <a:latin typeface="Times New Roman"/>
              <a:cs typeface="Times New Roman"/>
            </a:endParaRPr>
          </a:p>
          <a:p>
            <a:pPr marL="42545">
              <a:lnSpc>
                <a:spcPct val="100000"/>
              </a:lnSpc>
              <a:spcBef>
                <a:spcPts val="960"/>
              </a:spcBef>
            </a:pPr>
            <a:r>
              <a:rPr sz="1200" spc="-10" dirty="0">
                <a:latin typeface="Times New Roman"/>
                <a:cs typeface="Times New Roman"/>
              </a:rPr>
              <a:t>Sensors</a:t>
            </a:r>
            <a:r>
              <a:rPr sz="1200" spc="-5" dirty="0">
                <a:latin typeface="Times New Roman"/>
                <a:cs typeface="Times New Roman"/>
              </a:rPr>
              <a:t> </a:t>
            </a:r>
            <a:r>
              <a:rPr sz="1200" spc="-20" dirty="0">
                <a:latin typeface="Times New Roman"/>
                <a:cs typeface="Times New Roman"/>
              </a:rPr>
              <a:t>continuously </a:t>
            </a:r>
            <a:r>
              <a:rPr sz="1200" spc="-10" dirty="0">
                <a:latin typeface="Times New Roman"/>
                <a:cs typeface="Times New Roman"/>
              </a:rPr>
              <a:t>collect</a:t>
            </a:r>
            <a:r>
              <a:rPr sz="1200" spc="35" dirty="0">
                <a:latin typeface="Times New Roman"/>
                <a:cs typeface="Times New Roman"/>
              </a:rPr>
              <a:t> </a:t>
            </a:r>
            <a:r>
              <a:rPr sz="1200" spc="-20" dirty="0">
                <a:latin typeface="Times New Roman"/>
                <a:cs typeface="Times New Roman"/>
              </a:rPr>
              <a:t>environmental</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a:p>
            <a:pPr marL="521334" marR="753110" indent="36195">
              <a:lnSpc>
                <a:spcPts val="2420"/>
              </a:lnSpc>
              <a:spcBef>
                <a:spcPts val="225"/>
              </a:spcBef>
            </a:pPr>
            <a:r>
              <a:rPr sz="1200" dirty="0">
                <a:latin typeface="Times New Roman"/>
                <a:cs typeface="Times New Roman"/>
              </a:rPr>
              <a:t>The</a:t>
            </a:r>
            <a:r>
              <a:rPr sz="1200" spc="-75" dirty="0">
                <a:latin typeface="Times New Roman"/>
                <a:cs typeface="Times New Roman"/>
              </a:rPr>
              <a:t> </a:t>
            </a:r>
            <a:r>
              <a:rPr sz="1200" spc="-10" dirty="0">
                <a:latin typeface="Times New Roman"/>
                <a:cs typeface="Times New Roman"/>
              </a:rPr>
              <a:t>Arduino</a:t>
            </a:r>
            <a:r>
              <a:rPr sz="1200" spc="-15" dirty="0">
                <a:latin typeface="Times New Roman"/>
                <a:cs typeface="Times New Roman"/>
              </a:rPr>
              <a:t> </a:t>
            </a:r>
            <a:r>
              <a:rPr sz="1200" spc="-20" dirty="0">
                <a:latin typeface="Times New Roman"/>
                <a:cs typeface="Times New Roman"/>
              </a:rPr>
              <a:t>processes</a:t>
            </a:r>
            <a:r>
              <a:rPr sz="1200" spc="-5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spc="-10" dirty="0">
                <a:latin typeface="Times New Roman"/>
                <a:cs typeface="Times New Roman"/>
              </a:rPr>
              <a:t>data</a:t>
            </a:r>
            <a:r>
              <a:rPr sz="1200" spc="-5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checks</a:t>
            </a:r>
            <a:r>
              <a:rPr sz="1200" spc="-30" dirty="0">
                <a:latin typeface="Times New Roman"/>
                <a:cs typeface="Times New Roman"/>
              </a:rPr>
              <a:t> </a:t>
            </a:r>
            <a:r>
              <a:rPr sz="1200" dirty="0">
                <a:latin typeface="Times New Roman"/>
                <a:cs typeface="Times New Roman"/>
              </a:rPr>
              <a:t>it</a:t>
            </a:r>
            <a:r>
              <a:rPr sz="1200" spc="-20" dirty="0">
                <a:latin typeface="Times New Roman"/>
                <a:cs typeface="Times New Roman"/>
              </a:rPr>
              <a:t> against </a:t>
            </a:r>
            <a:r>
              <a:rPr sz="1200" spc="-10" dirty="0">
                <a:latin typeface="Times New Roman"/>
                <a:cs typeface="Times New Roman"/>
              </a:rPr>
              <a:t>predefined</a:t>
            </a:r>
            <a:r>
              <a:rPr sz="1200" spc="-20" dirty="0">
                <a:latin typeface="Times New Roman"/>
                <a:cs typeface="Times New Roman"/>
              </a:rPr>
              <a:t> </a:t>
            </a:r>
            <a:r>
              <a:rPr sz="1200" spc="-10" dirty="0">
                <a:latin typeface="Times New Roman"/>
                <a:cs typeface="Times New Roman"/>
              </a:rPr>
              <a:t>safety</a:t>
            </a:r>
            <a:r>
              <a:rPr sz="1200" spc="-65" dirty="0">
                <a:latin typeface="Times New Roman"/>
                <a:cs typeface="Times New Roman"/>
              </a:rPr>
              <a:t> </a:t>
            </a:r>
            <a:r>
              <a:rPr sz="1200" spc="-10" dirty="0">
                <a:latin typeface="Times New Roman"/>
                <a:cs typeface="Times New Roman"/>
              </a:rPr>
              <a:t>thresholds. </a:t>
            </a:r>
            <a:r>
              <a:rPr sz="1200" dirty="0">
                <a:latin typeface="Times New Roman"/>
                <a:cs typeface="Times New Roman"/>
              </a:rPr>
              <a:t>If</a:t>
            </a:r>
            <a:r>
              <a:rPr sz="1200" spc="-45" dirty="0">
                <a:latin typeface="Times New Roman"/>
                <a:cs typeface="Times New Roman"/>
              </a:rPr>
              <a:t> </a:t>
            </a:r>
            <a:r>
              <a:rPr sz="1200" spc="-10" dirty="0">
                <a:latin typeface="Times New Roman"/>
                <a:cs typeface="Times New Roman"/>
              </a:rPr>
              <a:t>any</a:t>
            </a:r>
            <a:r>
              <a:rPr sz="1200" spc="-55" dirty="0">
                <a:latin typeface="Times New Roman"/>
                <a:cs typeface="Times New Roman"/>
              </a:rPr>
              <a:t> </a:t>
            </a:r>
            <a:r>
              <a:rPr sz="1200" spc="-10" dirty="0">
                <a:latin typeface="Times New Roman"/>
                <a:cs typeface="Times New Roman"/>
              </a:rPr>
              <a:t>value</a:t>
            </a:r>
            <a:r>
              <a:rPr sz="1200" spc="-15" dirty="0">
                <a:latin typeface="Times New Roman"/>
                <a:cs typeface="Times New Roman"/>
              </a:rPr>
              <a:t> </a:t>
            </a:r>
            <a:r>
              <a:rPr sz="1200" spc="-10" dirty="0">
                <a:latin typeface="Times New Roman"/>
                <a:cs typeface="Times New Roman"/>
              </a:rPr>
              <a:t>(e.g.,</a:t>
            </a:r>
            <a:r>
              <a:rPr sz="1200" spc="-20" dirty="0">
                <a:latin typeface="Times New Roman"/>
                <a:cs typeface="Times New Roman"/>
              </a:rPr>
              <a:t> </a:t>
            </a:r>
            <a:r>
              <a:rPr sz="1200" spc="-10" dirty="0">
                <a:latin typeface="Times New Roman"/>
                <a:cs typeface="Times New Roman"/>
              </a:rPr>
              <a:t>water</a:t>
            </a:r>
            <a:r>
              <a:rPr sz="1200" spc="-20" dirty="0">
                <a:latin typeface="Times New Roman"/>
                <a:cs typeface="Times New Roman"/>
              </a:rPr>
              <a:t> level</a:t>
            </a:r>
            <a:r>
              <a:rPr sz="1200" spc="-5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flow</a:t>
            </a:r>
            <a:r>
              <a:rPr sz="1200" spc="-40" dirty="0">
                <a:latin typeface="Times New Roman"/>
                <a:cs typeface="Times New Roman"/>
              </a:rPr>
              <a:t> </a:t>
            </a:r>
            <a:r>
              <a:rPr sz="1200" spc="-20" dirty="0">
                <a:latin typeface="Times New Roman"/>
                <a:cs typeface="Times New Roman"/>
              </a:rPr>
              <a:t>rate) </a:t>
            </a:r>
            <a:r>
              <a:rPr sz="1200" spc="-10" dirty="0">
                <a:latin typeface="Times New Roman"/>
                <a:cs typeface="Times New Roman"/>
              </a:rPr>
              <a:t>exceeds</a:t>
            </a:r>
            <a:r>
              <a:rPr sz="1200" spc="-6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spc="-10" dirty="0">
                <a:latin typeface="Times New Roman"/>
                <a:cs typeface="Times New Roman"/>
              </a:rPr>
              <a:t>danger</a:t>
            </a:r>
            <a:r>
              <a:rPr sz="1200" spc="-25" dirty="0">
                <a:latin typeface="Times New Roman"/>
                <a:cs typeface="Times New Roman"/>
              </a:rPr>
              <a:t> </a:t>
            </a:r>
            <a:r>
              <a:rPr sz="1200" spc="-20" dirty="0">
                <a:latin typeface="Times New Roman"/>
                <a:cs typeface="Times New Roman"/>
              </a:rPr>
              <a:t>level, </a:t>
            </a:r>
            <a:r>
              <a:rPr sz="1200" dirty="0">
                <a:latin typeface="Times New Roman"/>
                <a:cs typeface="Times New Roman"/>
              </a:rPr>
              <a:t>the</a:t>
            </a:r>
            <a:r>
              <a:rPr sz="1200" spc="-10" dirty="0">
                <a:latin typeface="Times New Roman"/>
                <a:cs typeface="Times New Roman"/>
              </a:rPr>
              <a:t> system</a:t>
            </a:r>
            <a:endParaRPr sz="1200">
              <a:latin typeface="Times New Roman"/>
              <a:cs typeface="Times New Roman"/>
            </a:endParaRPr>
          </a:p>
          <a:p>
            <a:pPr marL="12700">
              <a:lnSpc>
                <a:spcPct val="100000"/>
              </a:lnSpc>
              <a:spcBef>
                <a:spcPts val="725"/>
              </a:spcBef>
              <a:tabLst>
                <a:tab pos="527685" algn="l"/>
              </a:tabLst>
            </a:pPr>
            <a:r>
              <a:rPr sz="1200" u="sng"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Triggers</a:t>
            </a:r>
            <a:r>
              <a:rPr sz="1200" u="sng" spc="-55" dirty="0">
                <a:uFill>
                  <a:solidFill>
                    <a:srgbClr val="000000"/>
                  </a:solidFill>
                </a:uFill>
                <a:latin typeface="Times New Roman"/>
                <a:cs typeface="Times New Roman"/>
              </a:rPr>
              <a:t> </a:t>
            </a:r>
            <a:r>
              <a:rPr sz="1200" u="sng" dirty="0">
                <a:uFill>
                  <a:solidFill>
                    <a:srgbClr val="000000"/>
                  </a:solidFill>
                </a:uFill>
                <a:latin typeface="Times New Roman"/>
                <a:cs typeface="Times New Roman"/>
              </a:rPr>
              <a:t>a</a:t>
            </a:r>
            <a:r>
              <a:rPr sz="1200" u="sng" spc="-45" dirty="0">
                <a:uFill>
                  <a:solidFill>
                    <a:srgbClr val="000000"/>
                  </a:solidFill>
                </a:uFill>
                <a:latin typeface="Times New Roman"/>
                <a:cs typeface="Times New Roman"/>
              </a:rPr>
              <a:t> </a:t>
            </a:r>
            <a:r>
              <a:rPr sz="1200" b="1" u="sng" spc="-10" dirty="0">
                <a:uFill>
                  <a:solidFill>
                    <a:srgbClr val="000000"/>
                  </a:solidFill>
                </a:uFill>
                <a:latin typeface="Times New Roman"/>
                <a:cs typeface="Times New Roman"/>
              </a:rPr>
              <a:t>local</a:t>
            </a:r>
            <a:r>
              <a:rPr sz="1200" b="1" u="sng" spc="-45" dirty="0">
                <a:uFill>
                  <a:solidFill>
                    <a:srgbClr val="000000"/>
                  </a:solidFill>
                </a:uFill>
                <a:latin typeface="Times New Roman"/>
                <a:cs typeface="Times New Roman"/>
              </a:rPr>
              <a:t> </a:t>
            </a:r>
            <a:r>
              <a:rPr sz="1200" b="1" u="sng" spc="-10" dirty="0">
                <a:uFill>
                  <a:solidFill>
                    <a:srgbClr val="000000"/>
                  </a:solidFill>
                </a:uFill>
                <a:latin typeface="Times New Roman"/>
                <a:cs typeface="Times New Roman"/>
              </a:rPr>
              <a:t>alert</a:t>
            </a:r>
            <a:r>
              <a:rPr sz="1200" b="1" u="sng" spc="-30"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via</a:t>
            </a:r>
            <a:r>
              <a:rPr sz="1200" u="sng" spc="-25" dirty="0">
                <a:uFill>
                  <a:solidFill>
                    <a:srgbClr val="000000"/>
                  </a:solidFill>
                </a:uFill>
                <a:latin typeface="Times New Roman"/>
                <a:cs typeface="Times New Roman"/>
              </a:rPr>
              <a:t> </a:t>
            </a:r>
            <a:r>
              <a:rPr sz="1200" u="sng" spc="-10" dirty="0">
                <a:uFill>
                  <a:solidFill>
                    <a:srgbClr val="000000"/>
                  </a:solidFill>
                </a:uFill>
                <a:latin typeface="Times New Roman"/>
                <a:cs typeface="Times New Roman"/>
              </a:rPr>
              <a:t>buzzer/LED</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45"/>
              </a:spcBef>
            </a:pPr>
            <a:endParaRPr sz="1200">
              <a:latin typeface="Times New Roman"/>
              <a:cs typeface="Times New Roman"/>
            </a:endParaRPr>
          </a:p>
          <a:p>
            <a:pPr marL="494030">
              <a:lnSpc>
                <a:spcPct val="100000"/>
              </a:lnSpc>
            </a:pPr>
            <a:r>
              <a:rPr sz="1200" b="1" spc="-10" dirty="0">
                <a:latin typeface="Times New Roman"/>
                <a:cs typeface="Times New Roman"/>
              </a:rPr>
              <a:t>ADVANTAGES</a:t>
            </a:r>
            <a:endParaRPr sz="1200">
              <a:latin typeface="Times New Roman"/>
              <a:cs typeface="Times New Roman"/>
            </a:endParaRPr>
          </a:p>
          <a:p>
            <a:pPr>
              <a:lnSpc>
                <a:spcPct val="100000"/>
              </a:lnSpc>
              <a:spcBef>
                <a:spcPts val="15"/>
              </a:spcBef>
            </a:pPr>
            <a:endParaRPr sz="1200">
              <a:latin typeface="Times New Roman"/>
              <a:cs typeface="Times New Roman"/>
            </a:endParaRPr>
          </a:p>
          <a:p>
            <a:pPr marL="396240" indent="-228600">
              <a:lnSpc>
                <a:spcPct val="100000"/>
              </a:lnSpc>
              <a:buFont typeface="Symbol"/>
              <a:buChar char=""/>
              <a:tabLst>
                <a:tab pos="396240" algn="l"/>
              </a:tabLst>
            </a:pPr>
            <a:r>
              <a:rPr sz="1200" dirty="0">
                <a:latin typeface="Times New Roman"/>
                <a:cs typeface="Times New Roman"/>
              </a:rPr>
              <a:t>Early</a:t>
            </a:r>
            <a:r>
              <a:rPr sz="1200" spc="-60" dirty="0">
                <a:latin typeface="Times New Roman"/>
                <a:cs typeface="Times New Roman"/>
              </a:rPr>
              <a:t> </a:t>
            </a:r>
            <a:r>
              <a:rPr sz="1200" spc="-10" dirty="0">
                <a:latin typeface="Times New Roman"/>
                <a:cs typeface="Times New Roman"/>
              </a:rPr>
              <a:t>Detection</a:t>
            </a:r>
            <a:endParaRPr sz="1200">
              <a:latin typeface="Times New Roman"/>
              <a:cs typeface="Times New Roman"/>
            </a:endParaRPr>
          </a:p>
          <a:p>
            <a:pPr marL="396240" indent="-228600">
              <a:lnSpc>
                <a:spcPct val="100000"/>
              </a:lnSpc>
              <a:spcBef>
                <a:spcPts val="25"/>
              </a:spcBef>
              <a:buFont typeface="Symbol"/>
              <a:buChar char=""/>
              <a:tabLst>
                <a:tab pos="396240" algn="l"/>
              </a:tabLst>
            </a:pPr>
            <a:r>
              <a:rPr sz="1200" spc="-10" dirty="0">
                <a:latin typeface="Times New Roman"/>
                <a:cs typeface="Times New Roman"/>
              </a:rPr>
              <a:t>Cost-Effective</a:t>
            </a:r>
            <a:endParaRPr sz="1200">
              <a:latin typeface="Times New Roman"/>
              <a:cs typeface="Times New Roman"/>
            </a:endParaRPr>
          </a:p>
          <a:p>
            <a:pPr marL="396240" indent="-228600">
              <a:lnSpc>
                <a:spcPct val="100000"/>
              </a:lnSpc>
              <a:spcBef>
                <a:spcPts val="25"/>
              </a:spcBef>
              <a:buFont typeface="Symbol"/>
              <a:buChar char=""/>
              <a:tabLst>
                <a:tab pos="396240" algn="l"/>
              </a:tabLst>
            </a:pPr>
            <a:r>
              <a:rPr sz="1200" dirty="0">
                <a:latin typeface="Times New Roman"/>
                <a:cs typeface="Times New Roman"/>
              </a:rPr>
              <a:t>Remote</a:t>
            </a:r>
            <a:r>
              <a:rPr sz="1200" spc="-25" dirty="0">
                <a:latin typeface="Times New Roman"/>
                <a:cs typeface="Times New Roman"/>
              </a:rPr>
              <a:t> </a:t>
            </a:r>
            <a:r>
              <a:rPr sz="1200" spc="-10" dirty="0">
                <a:latin typeface="Times New Roman"/>
                <a:cs typeface="Times New Roman"/>
              </a:rPr>
              <a:t>Monitoring</a:t>
            </a:r>
            <a:endParaRPr sz="1200">
              <a:latin typeface="Times New Roman"/>
              <a:cs typeface="Times New Roman"/>
            </a:endParaRPr>
          </a:p>
          <a:p>
            <a:pPr marL="396240" indent="-228600">
              <a:lnSpc>
                <a:spcPct val="100000"/>
              </a:lnSpc>
              <a:spcBef>
                <a:spcPts val="25"/>
              </a:spcBef>
              <a:buFont typeface="Symbol"/>
              <a:buChar char=""/>
              <a:tabLst>
                <a:tab pos="396240" algn="l"/>
              </a:tabLst>
            </a:pPr>
            <a:r>
              <a:rPr sz="1200" spc="-10" dirty="0">
                <a:latin typeface="Times New Roman"/>
                <a:cs typeface="Times New Roman"/>
              </a:rPr>
              <a:t>Scalability</a:t>
            </a:r>
            <a:endParaRPr sz="1200">
              <a:latin typeface="Times New Roman"/>
              <a:cs typeface="Times New Roman"/>
            </a:endParaRPr>
          </a:p>
          <a:p>
            <a:pPr marL="396240" indent="-228600">
              <a:lnSpc>
                <a:spcPct val="100000"/>
              </a:lnSpc>
              <a:spcBef>
                <a:spcPts val="20"/>
              </a:spcBef>
              <a:buFont typeface="Symbol"/>
              <a:buChar char=""/>
              <a:tabLst>
                <a:tab pos="396240" algn="l"/>
              </a:tabLst>
            </a:pPr>
            <a:r>
              <a:rPr sz="1200" dirty="0">
                <a:latin typeface="Times New Roman"/>
                <a:cs typeface="Times New Roman"/>
              </a:rPr>
              <a:t>Automatic</a:t>
            </a:r>
            <a:r>
              <a:rPr sz="1200" spc="-60" dirty="0">
                <a:latin typeface="Times New Roman"/>
                <a:cs typeface="Times New Roman"/>
              </a:rPr>
              <a:t> </a:t>
            </a:r>
            <a:r>
              <a:rPr sz="1200" spc="-10" dirty="0">
                <a:latin typeface="Times New Roman"/>
                <a:cs typeface="Times New Roman"/>
              </a:rPr>
              <a:t>Alerts</a:t>
            </a:r>
            <a:endParaRPr sz="1200">
              <a:latin typeface="Times New Roman"/>
              <a:cs typeface="Times New Roman"/>
            </a:endParaRPr>
          </a:p>
          <a:p>
            <a:pPr marL="396240" indent="-228600">
              <a:lnSpc>
                <a:spcPct val="100000"/>
              </a:lnSpc>
              <a:spcBef>
                <a:spcPts val="25"/>
              </a:spcBef>
              <a:buFont typeface="Symbol"/>
              <a:buChar char=""/>
              <a:tabLst>
                <a:tab pos="396240" algn="l"/>
              </a:tabLst>
            </a:pPr>
            <a:r>
              <a:rPr sz="1200" spc="-10" dirty="0">
                <a:latin typeface="Times New Roman"/>
                <a:cs typeface="Times New Roman"/>
              </a:rPr>
              <a:t>Environmental</a:t>
            </a:r>
            <a:r>
              <a:rPr sz="1200" spc="10" dirty="0">
                <a:latin typeface="Times New Roman"/>
                <a:cs typeface="Times New Roman"/>
              </a:rPr>
              <a:t> </a:t>
            </a:r>
            <a:r>
              <a:rPr sz="1200" spc="-10" dirty="0">
                <a:latin typeface="Times New Roman"/>
                <a:cs typeface="Times New Roman"/>
              </a:rPr>
              <a:t>Impact</a:t>
            </a:r>
            <a:endParaRPr sz="1200">
              <a:latin typeface="Times New Roman"/>
              <a:cs typeface="Times New Roman"/>
            </a:endParaRPr>
          </a:p>
        </p:txBody>
      </p:sp>
      <p:sp>
        <p:nvSpPr>
          <p:cNvPr id="4" name="object 4"/>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5" name="object 5"/>
          <p:cNvSpPr txBox="1"/>
          <p:nvPr/>
        </p:nvSpPr>
        <p:spPr>
          <a:xfrm>
            <a:off x="3737864" y="9236032"/>
            <a:ext cx="101600" cy="194310"/>
          </a:xfrm>
          <a:prstGeom prst="rect">
            <a:avLst/>
          </a:prstGeom>
        </p:spPr>
        <p:txBody>
          <a:bodyPr vert="horz" wrap="square" lIns="0" tIns="0" rIns="0" bIns="0" rtlCol="0">
            <a:spAutoFit/>
          </a:bodyPr>
          <a:lstStyle/>
          <a:p>
            <a:pPr marL="12700">
              <a:lnSpc>
                <a:spcPts val="1410"/>
              </a:lnSpc>
            </a:pPr>
            <a:r>
              <a:rPr sz="1200" spc="-50" dirty="0">
                <a:latin typeface="Times New Roman"/>
                <a:cs typeface="Times New Roman"/>
              </a:rPr>
              <a:t>5</a:t>
            </a:r>
            <a:endParaRPr sz="1200">
              <a:latin typeface="Times New Roman"/>
              <a:cs typeface="Times New Roman"/>
            </a:endParaRPr>
          </a:p>
        </p:txBody>
      </p:sp>
      <p:sp>
        <p:nvSpPr>
          <p:cNvPr id="6" name="Slide Number Placeholder 5">
            <a:extLst>
              <a:ext uri="{FF2B5EF4-FFF2-40B4-BE49-F238E27FC236}">
                <a16:creationId xmlns:a16="http://schemas.microsoft.com/office/drawing/2014/main" id="{68363006-F4E6-46BC-431F-B255DD187315}"/>
              </a:ext>
            </a:extLst>
          </p:cNvPr>
          <p:cNvSpPr>
            <a:spLocks noGrp="1"/>
          </p:cNvSpPr>
          <p:nvPr>
            <p:ph type="sldNum" sz="quarter" idx="7"/>
          </p:nvPr>
        </p:nvSpPr>
        <p:spPr/>
        <p:txBody>
          <a:bodyPr/>
          <a:lstStyle/>
          <a:p>
            <a:pPr marL="38100">
              <a:lnSpc>
                <a:spcPts val="1410"/>
              </a:lnSpc>
            </a:pPr>
            <a:fld id="{81D60167-4931-47E6-BA6A-407CBD079E47}" type="slidenum">
              <a:rPr lang="en-IN" spc="-50" smtClean="0"/>
              <a:t>11</a:t>
            </a:fld>
            <a:endParaRPr lang="en-IN" spc="-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1289049"/>
            <a:ext cx="4779645" cy="270510"/>
          </a:xfrm>
          <a:prstGeom prst="rect">
            <a:avLst/>
          </a:prstGeom>
        </p:spPr>
        <p:txBody>
          <a:bodyPr vert="horz" wrap="square" lIns="0" tIns="13335" rIns="0" bIns="0" rtlCol="0">
            <a:spAutoFit/>
          </a:bodyPr>
          <a:lstStyle/>
          <a:p>
            <a:pPr marL="12700">
              <a:lnSpc>
                <a:spcPct val="100000"/>
              </a:lnSpc>
              <a:spcBef>
                <a:spcPts val="105"/>
              </a:spcBef>
            </a:pPr>
            <a:r>
              <a:rPr sz="1600" b="1" spc="-20" dirty="0">
                <a:latin typeface="Times New Roman"/>
                <a:cs typeface="Times New Roman"/>
              </a:rPr>
              <a:t>4.SOFTWARE</a:t>
            </a:r>
            <a:r>
              <a:rPr sz="1600" b="1" spc="-70" dirty="0">
                <a:latin typeface="Times New Roman"/>
                <a:cs typeface="Times New Roman"/>
              </a:rPr>
              <a:t> </a:t>
            </a:r>
            <a:r>
              <a:rPr sz="1600" b="1" spc="-10" dirty="0">
                <a:latin typeface="Times New Roman"/>
                <a:cs typeface="Times New Roman"/>
              </a:rPr>
              <a:t>AND</a:t>
            </a:r>
            <a:r>
              <a:rPr sz="1600" b="1" spc="-100" dirty="0">
                <a:latin typeface="Times New Roman"/>
                <a:cs typeface="Times New Roman"/>
              </a:rPr>
              <a:t> </a:t>
            </a:r>
            <a:r>
              <a:rPr sz="1600" b="1" spc="-10" dirty="0">
                <a:latin typeface="Times New Roman"/>
                <a:cs typeface="Times New Roman"/>
              </a:rPr>
              <a:t>HARDWARE</a:t>
            </a:r>
            <a:r>
              <a:rPr sz="1600" b="1" spc="-30" dirty="0">
                <a:latin typeface="Times New Roman"/>
                <a:cs typeface="Times New Roman"/>
              </a:rPr>
              <a:t> </a:t>
            </a:r>
            <a:r>
              <a:rPr sz="1600" b="1" spc="-10" dirty="0">
                <a:latin typeface="Times New Roman"/>
                <a:cs typeface="Times New Roman"/>
              </a:rPr>
              <a:t>REQUIREMENTS</a:t>
            </a:r>
            <a:endParaRPr sz="1600">
              <a:latin typeface="Times New Roman"/>
              <a:cs typeface="Times New Roman"/>
            </a:endParaRPr>
          </a:p>
        </p:txBody>
      </p:sp>
      <p:sp>
        <p:nvSpPr>
          <p:cNvPr id="3" name="object 3"/>
          <p:cNvSpPr txBox="1"/>
          <p:nvPr/>
        </p:nvSpPr>
        <p:spPr>
          <a:xfrm>
            <a:off x="337820" y="2008758"/>
            <a:ext cx="6861809" cy="976630"/>
          </a:xfrm>
          <a:prstGeom prst="rect">
            <a:avLst/>
          </a:prstGeom>
        </p:spPr>
        <p:txBody>
          <a:bodyPr vert="horz" wrap="square" lIns="0" tIns="13335" rIns="0" bIns="0" rtlCol="0">
            <a:spAutoFit/>
          </a:bodyPr>
          <a:lstStyle/>
          <a:p>
            <a:pPr marL="12700">
              <a:lnSpc>
                <a:spcPct val="100000"/>
              </a:lnSpc>
              <a:spcBef>
                <a:spcPts val="105"/>
              </a:spcBef>
            </a:pPr>
            <a:r>
              <a:rPr sz="1600" b="1" dirty="0">
                <a:latin typeface="Times New Roman"/>
                <a:cs typeface="Times New Roman"/>
              </a:rPr>
              <a:t>Hardware</a:t>
            </a:r>
            <a:r>
              <a:rPr sz="1600" b="1" spc="-45" dirty="0">
                <a:latin typeface="Times New Roman"/>
                <a:cs typeface="Times New Roman"/>
              </a:rPr>
              <a:t> </a:t>
            </a:r>
            <a:r>
              <a:rPr sz="1600" b="1" spc="-10" dirty="0">
                <a:latin typeface="Times New Roman"/>
                <a:cs typeface="Times New Roman"/>
              </a:rPr>
              <a:t>Components</a:t>
            </a:r>
            <a:r>
              <a:rPr sz="1000" spc="-10" dirty="0">
                <a:latin typeface="Times New Roman"/>
                <a:cs typeface="Times New Roman"/>
              </a:rPr>
              <a:t>:</a:t>
            </a:r>
            <a:endParaRPr sz="1000">
              <a:latin typeface="Times New Roman"/>
              <a:cs typeface="Times New Roman"/>
            </a:endParaRPr>
          </a:p>
          <a:p>
            <a:pPr marL="19050" marR="5080" indent="-6985" algn="just">
              <a:lnSpc>
                <a:spcPct val="99200"/>
              </a:lnSpc>
              <a:spcBef>
                <a:spcPts val="1275"/>
              </a:spcBef>
            </a:pPr>
            <a:r>
              <a:rPr sz="1200" b="1" dirty="0">
                <a:latin typeface="Times New Roman"/>
                <a:cs typeface="Times New Roman"/>
              </a:rPr>
              <a:t>1.</a:t>
            </a:r>
            <a:r>
              <a:rPr sz="1200" b="1" spc="-35" dirty="0">
                <a:latin typeface="Times New Roman"/>
                <a:cs typeface="Times New Roman"/>
              </a:rPr>
              <a:t> </a:t>
            </a:r>
            <a:r>
              <a:rPr sz="1200" b="1" spc="-10" dirty="0">
                <a:latin typeface="Times New Roman"/>
                <a:cs typeface="Times New Roman"/>
              </a:rPr>
              <a:t>Arduino</a:t>
            </a:r>
            <a:r>
              <a:rPr sz="1200" b="1" spc="-35" dirty="0">
                <a:latin typeface="Times New Roman"/>
                <a:cs typeface="Times New Roman"/>
              </a:rPr>
              <a:t> </a:t>
            </a:r>
            <a:r>
              <a:rPr sz="1200" b="1" spc="-10" dirty="0">
                <a:latin typeface="Times New Roman"/>
                <a:cs typeface="Times New Roman"/>
              </a:rPr>
              <a:t>Uno:</a:t>
            </a:r>
            <a:r>
              <a:rPr sz="1200" b="1" spc="-45" dirty="0">
                <a:latin typeface="Times New Roman"/>
                <a:cs typeface="Times New Roman"/>
              </a:rPr>
              <a:t> </a:t>
            </a:r>
            <a:r>
              <a:rPr sz="1200" spc="-10" dirty="0">
                <a:latin typeface="Times New Roman"/>
                <a:cs typeface="Times New Roman"/>
              </a:rPr>
              <a:t>is</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micro-controller</a:t>
            </a:r>
            <a:r>
              <a:rPr sz="1200" spc="-30" dirty="0">
                <a:latin typeface="Times New Roman"/>
                <a:cs typeface="Times New Roman"/>
              </a:rPr>
              <a:t> </a:t>
            </a:r>
            <a:r>
              <a:rPr sz="1200" dirty="0">
                <a:latin typeface="Times New Roman"/>
                <a:cs typeface="Times New Roman"/>
              </a:rPr>
              <a:t>board</a:t>
            </a:r>
            <a:r>
              <a:rPr sz="1200" spc="-55"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spc="-10" dirty="0">
                <a:latin typeface="Times New Roman"/>
                <a:cs typeface="Times New Roman"/>
              </a:rPr>
              <a:t>is</a:t>
            </a:r>
            <a:r>
              <a:rPr sz="1200" spc="-50" dirty="0">
                <a:latin typeface="Times New Roman"/>
                <a:cs typeface="Times New Roman"/>
              </a:rPr>
              <a:t> </a:t>
            </a:r>
            <a:r>
              <a:rPr sz="1200" spc="-10" dirty="0">
                <a:latin typeface="Times New Roman"/>
                <a:cs typeface="Times New Roman"/>
              </a:rPr>
              <a:t>opensource</a:t>
            </a:r>
            <a:r>
              <a:rPr sz="1200" spc="-40" dirty="0">
                <a:latin typeface="Times New Roman"/>
                <a:cs typeface="Times New Roman"/>
              </a:rPr>
              <a:t> </a:t>
            </a:r>
            <a:r>
              <a:rPr sz="1200" spc="-10" dirty="0">
                <a:latin typeface="Times New Roman"/>
                <a:cs typeface="Times New Roman"/>
              </a:rPr>
              <a:t>hardware</a:t>
            </a:r>
            <a:r>
              <a:rPr sz="1200" spc="-40" dirty="0">
                <a:latin typeface="Times New Roman"/>
                <a:cs typeface="Times New Roman"/>
              </a:rPr>
              <a:t> </a:t>
            </a:r>
            <a:r>
              <a:rPr sz="1200" spc="-10" dirty="0">
                <a:latin typeface="Times New Roman"/>
                <a:cs typeface="Times New Roman"/>
              </a:rPr>
              <a:t>based</a:t>
            </a:r>
            <a:r>
              <a:rPr sz="1200" spc="-35" dirty="0">
                <a:latin typeface="Times New Roman"/>
                <a:cs typeface="Times New Roman"/>
              </a:rPr>
              <a:t> </a:t>
            </a:r>
            <a:r>
              <a:rPr sz="1200" dirty="0">
                <a:latin typeface="Times New Roman"/>
                <a:cs typeface="Times New Roman"/>
              </a:rPr>
              <a:t>on</a:t>
            </a:r>
            <a:r>
              <a:rPr sz="1200" spc="-7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ATmega328P</a:t>
            </a:r>
            <a:r>
              <a:rPr sz="1200" spc="-30"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sheet). </a:t>
            </a:r>
            <a:r>
              <a:rPr sz="1200" dirty="0">
                <a:latin typeface="Times New Roman"/>
                <a:cs typeface="Times New Roman"/>
              </a:rPr>
              <a:t>It</a:t>
            </a:r>
            <a:r>
              <a:rPr sz="1200" spc="160" dirty="0">
                <a:latin typeface="Times New Roman"/>
                <a:cs typeface="Times New Roman"/>
              </a:rPr>
              <a:t> </a:t>
            </a:r>
            <a:r>
              <a:rPr sz="1200" dirty="0">
                <a:latin typeface="Times New Roman"/>
                <a:cs typeface="Times New Roman"/>
              </a:rPr>
              <a:t>is</a:t>
            </a:r>
            <a:r>
              <a:rPr sz="1200" spc="160" dirty="0">
                <a:latin typeface="Times New Roman"/>
                <a:cs typeface="Times New Roman"/>
              </a:rPr>
              <a:t> </a:t>
            </a:r>
            <a:r>
              <a:rPr sz="1200" dirty="0">
                <a:latin typeface="Times New Roman"/>
                <a:cs typeface="Times New Roman"/>
              </a:rPr>
              <a:t>used</a:t>
            </a:r>
            <a:r>
              <a:rPr sz="1200" spc="165" dirty="0">
                <a:latin typeface="Times New Roman"/>
                <a:cs typeface="Times New Roman"/>
              </a:rPr>
              <a:t> </a:t>
            </a:r>
            <a:r>
              <a:rPr sz="1200" dirty="0">
                <a:latin typeface="Times New Roman"/>
                <a:cs typeface="Times New Roman"/>
              </a:rPr>
              <a:t>along</a:t>
            </a:r>
            <a:r>
              <a:rPr sz="1200" spc="170" dirty="0">
                <a:latin typeface="Times New Roman"/>
                <a:cs typeface="Times New Roman"/>
              </a:rPr>
              <a:t> </a:t>
            </a:r>
            <a:r>
              <a:rPr sz="1200" dirty="0">
                <a:latin typeface="Times New Roman"/>
                <a:cs typeface="Times New Roman"/>
              </a:rPr>
              <a:t>with</a:t>
            </a:r>
            <a:r>
              <a:rPr sz="1200" spc="145" dirty="0">
                <a:latin typeface="Times New Roman"/>
                <a:cs typeface="Times New Roman"/>
              </a:rPr>
              <a:t> </a:t>
            </a:r>
            <a:r>
              <a:rPr sz="1200" dirty="0">
                <a:latin typeface="Times New Roman"/>
                <a:cs typeface="Times New Roman"/>
              </a:rPr>
              <a:t>the</a:t>
            </a:r>
            <a:r>
              <a:rPr sz="1200" spc="165" dirty="0">
                <a:latin typeface="Times New Roman"/>
                <a:cs typeface="Times New Roman"/>
              </a:rPr>
              <a:t> </a:t>
            </a:r>
            <a:r>
              <a:rPr sz="1200" spc="-10" dirty="0">
                <a:latin typeface="Times New Roman"/>
                <a:cs typeface="Times New Roman"/>
              </a:rPr>
              <a:t>Wi-</a:t>
            </a:r>
            <a:r>
              <a:rPr sz="1200" dirty="0">
                <a:latin typeface="Times New Roman"/>
                <a:cs typeface="Times New Roman"/>
              </a:rPr>
              <a:t>Fi</a:t>
            </a:r>
            <a:r>
              <a:rPr sz="1200" spc="150" dirty="0">
                <a:latin typeface="Times New Roman"/>
                <a:cs typeface="Times New Roman"/>
              </a:rPr>
              <a:t> </a:t>
            </a:r>
            <a:r>
              <a:rPr sz="1200" dirty="0">
                <a:latin typeface="Times New Roman"/>
                <a:cs typeface="Times New Roman"/>
              </a:rPr>
              <a:t>module</a:t>
            </a:r>
            <a:r>
              <a:rPr sz="1200" spc="160" dirty="0">
                <a:latin typeface="Times New Roman"/>
                <a:cs typeface="Times New Roman"/>
              </a:rPr>
              <a:t> </a:t>
            </a:r>
            <a:r>
              <a:rPr sz="1200" dirty="0">
                <a:latin typeface="Times New Roman"/>
                <a:cs typeface="Times New Roman"/>
              </a:rPr>
              <a:t>which</a:t>
            </a:r>
            <a:r>
              <a:rPr sz="1200" spc="170" dirty="0">
                <a:latin typeface="Times New Roman"/>
                <a:cs typeface="Times New Roman"/>
              </a:rPr>
              <a:t> </a:t>
            </a:r>
            <a:r>
              <a:rPr sz="1200" dirty="0">
                <a:latin typeface="Times New Roman"/>
                <a:cs typeface="Times New Roman"/>
              </a:rPr>
              <a:t>is</a:t>
            </a:r>
            <a:r>
              <a:rPr sz="1200" spc="175" dirty="0">
                <a:latin typeface="Times New Roman"/>
                <a:cs typeface="Times New Roman"/>
              </a:rPr>
              <a:t> </a:t>
            </a:r>
            <a:r>
              <a:rPr sz="1200" dirty="0">
                <a:latin typeface="Times New Roman"/>
                <a:cs typeface="Times New Roman"/>
              </a:rPr>
              <a:t>used</a:t>
            </a:r>
            <a:r>
              <a:rPr sz="1200" spc="145" dirty="0">
                <a:latin typeface="Times New Roman"/>
                <a:cs typeface="Times New Roman"/>
              </a:rPr>
              <a:t> </a:t>
            </a:r>
            <a:r>
              <a:rPr sz="1200" dirty="0">
                <a:latin typeface="Times New Roman"/>
                <a:cs typeface="Times New Roman"/>
              </a:rPr>
              <a:t>to</a:t>
            </a:r>
            <a:r>
              <a:rPr sz="1200" spc="175" dirty="0">
                <a:latin typeface="Times New Roman"/>
                <a:cs typeface="Times New Roman"/>
              </a:rPr>
              <a:t> </a:t>
            </a:r>
            <a:r>
              <a:rPr sz="1200" dirty="0">
                <a:latin typeface="Times New Roman"/>
                <a:cs typeface="Times New Roman"/>
              </a:rPr>
              <a:t>provide</a:t>
            </a:r>
            <a:r>
              <a:rPr sz="1200" spc="165" dirty="0">
                <a:latin typeface="Times New Roman"/>
                <a:cs typeface="Times New Roman"/>
              </a:rPr>
              <a:t> </a:t>
            </a:r>
            <a:r>
              <a:rPr sz="1200" dirty="0">
                <a:latin typeface="Times New Roman"/>
                <a:cs typeface="Times New Roman"/>
              </a:rPr>
              <a:t>IoT</a:t>
            </a:r>
            <a:r>
              <a:rPr sz="1200" spc="150" dirty="0">
                <a:latin typeface="Times New Roman"/>
                <a:cs typeface="Times New Roman"/>
              </a:rPr>
              <a:t> </a:t>
            </a:r>
            <a:r>
              <a:rPr sz="1200" dirty="0">
                <a:latin typeface="Times New Roman"/>
                <a:cs typeface="Times New Roman"/>
              </a:rPr>
              <a:t>connectivity</a:t>
            </a:r>
            <a:r>
              <a:rPr sz="1200" spc="125" dirty="0">
                <a:latin typeface="Times New Roman"/>
                <a:cs typeface="Times New Roman"/>
              </a:rPr>
              <a:t> </a:t>
            </a:r>
            <a:r>
              <a:rPr sz="1200" dirty="0">
                <a:latin typeface="Times New Roman"/>
                <a:cs typeface="Times New Roman"/>
              </a:rPr>
              <a:t>through</a:t>
            </a:r>
            <a:r>
              <a:rPr sz="1200" spc="145"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dirty="0">
                <a:latin typeface="Times New Roman"/>
                <a:cs typeface="Times New Roman"/>
              </a:rPr>
              <a:t>local</a:t>
            </a:r>
            <a:r>
              <a:rPr sz="1200" spc="204" dirty="0">
                <a:latin typeface="Times New Roman"/>
                <a:cs typeface="Times New Roman"/>
              </a:rPr>
              <a:t> </a:t>
            </a:r>
            <a:r>
              <a:rPr sz="1200" spc="-20" dirty="0">
                <a:latin typeface="Times New Roman"/>
                <a:cs typeface="Times New Roman"/>
              </a:rPr>
              <a:t>Wi-</a:t>
            </a:r>
            <a:r>
              <a:rPr sz="1200" spc="-25" dirty="0">
                <a:latin typeface="Times New Roman"/>
                <a:cs typeface="Times New Roman"/>
              </a:rPr>
              <a:t>Fi </a:t>
            </a:r>
            <a:r>
              <a:rPr sz="1200" dirty="0">
                <a:latin typeface="Times New Roman"/>
                <a:cs typeface="Times New Roman"/>
              </a:rPr>
              <a:t>connection.</a:t>
            </a:r>
            <a:r>
              <a:rPr sz="1200" spc="-65" dirty="0">
                <a:latin typeface="Times New Roman"/>
                <a:cs typeface="Times New Roman"/>
              </a:rPr>
              <a:t> </a:t>
            </a:r>
            <a:r>
              <a:rPr sz="1200" spc="-10" dirty="0">
                <a:latin typeface="Times New Roman"/>
                <a:cs typeface="Times New Roman"/>
              </a:rPr>
              <a:t>Features[12]:</a:t>
            </a:r>
            <a:endParaRPr sz="1200">
              <a:latin typeface="Times New Roman"/>
              <a:cs typeface="Times New Roman"/>
            </a:endParaRPr>
          </a:p>
        </p:txBody>
      </p:sp>
      <p:pic>
        <p:nvPicPr>
          <p:cNvPr id="4" name="object 4"/>
          <p:cNvPicPr/>
          <p:nvPr/>
        </p:nvPicPr>
        <p:blipFill>
          <a:blip r:embed="rId2" cstate="print"/>
          <a:stretch>
            <a:fillRect/>
          </a:stretch>
        </p:blipFill>
        <p:spPr>
          <a:xfrm>
            <a:off x="2253360" y="3176904"/>
            <a:ext cx="195072" cy="204216"/>
          </a:xfrm>
          <a:prstGeom prst="rect">
            <a:avLst/>
          </a:prstGeom>
        </p:spPr>
      </p:pic>
      <p:sp>
        <p:nvSpPr>
          <p:cNvPr id="5" name="object 5"/>
          <p:cNvSpPr txBox="1"/>
          <p:nvPr/>
        </p:nvSpPr>
        <p:spPr>
          <a:xfrm>
            <a:off x="2634233" y="3176396"/>
            <a:ext cx="133985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Input</a:t>
            </a:r>
            <a:r>
              <a:rPr sz="1200" spc="-25" dirty="0">
                <a:latin typeface="Times New Roman"/>
                <a:cs typeface="Times New Roman"/>
              </a:rPr>
              <a:t> </a:t>
            </a:r>
            <a:r>
              <a:rPr sz="1200" dirty="0">
                <a:latin typeface="Times New Roman"/>
                <a:cs typeface="Times New Roman"/>
              </a:rPr>
              <a:t>Voltage:</a:t>
            </a:r>
            <a:r>
              <a:rPr sz="1200" spc="-45" dirty="0">
                <a:latin typeface="Times New Roman"/>
                <a:cs typeface="Times New Roman"/>
              </a:rPr>
              <a:t> </a:t>
            </a:r>
            <a:r>
              <a:rPr sz="1200" dirty="0">
                <a:latin typeface="Times New Roman"/>
                <a:cs typeface="Times New Roman"/>
              </a:rPr>
              <a:t>7-</a:t>
            </a:r>
            <a:r>
              <a:rPr sz="1200" spc="-25" dirty="0">
                <a:latin typeface="Times New Roman"/>
                <a:cs typeface="Times New Roman"/>
              </a:rPr>
              <a:t>12V</a:t>
            </a:r>
            <a:endParaRPr sz="1200">
              <a:latin typeface="Times New Roman"/>
              <a:cs typeface="Times New Roman"/>
            </a:endParaRPr>
          </a:p>
        </p:txBody>
      </p:sp>
      <p:sp>
        <p:nvSpPr>
          <p:cNvPr id="6" name="object 6"/>
          <p:cNvSpPr txBox="1"/>
          <p:nvPr/>
        </p:nvSpPr>
        <p:spPr>
          <a:xfrm>
            <a:off x="347268" y="2897722"/>
            <a:ext cx="2421255" cy="857885"/>
          </a:xfrm>
          <a:prstGeom prst="rect">
            <a:avLst/>
          </a:prstGeom>
        </p:spPr>
        <p:txBody>
          <a:bodyPr vert="horz" wrap="square" lIns="0" tIns="78105" rIns="0" bIns="0" rtlCol="0">
            <a:spAutoFit/>
          </a:bodyPr>
          <a:lstStyle/>
          <a:p>
            <a:pPr marL="469265" indent="-456565">
              <a:lnSpc>
                <a:spcPct val="100000"/>
              </a:lnSpc>
              <a:spcBef>
                <a:spcPts val="615"/>
              </a:spcBef>
              <a:buSzPct val="83333"/>
              <a:buFont typeface="Arial MT"/>
              <a:buChar char="•"/>
              <a:tabLst>
                <a:tab pos="469265" algn="l"/>
              </a:tabLst>
            </a:pPr>
            <a:r>
              <a:rPr sz="1200" spc="-10" dirty="0">
                <a:latin typeface="Times New Roman"/>
                <a:cs typeface="Times New Roman"/>
              </a:rPr>
              <a:t>Micro-controller:</a:t>
            </a:r>
            <a:r>
              <a:rPr sz="1200" spc="75" dirty="0">
                <a:latin typeface="Times New Roman"/>
                <a:cs typeface="Times New Roman"/>
              </a:rPr>
              <a:t> </a:t>
            </a:r>
            <a:r>
              <a:rPr sz="1200" spc="-10" dirty="0">
                <a:latin typeface="Times New Roman"/>
                <a:cs typeface="Times New Roman"/>
                <a:hlinkClick r:id="rId3"/>
              </a:rPr>
              <a:t>ATmega328P</a:t>
            </a:r>
            <a:endParaRPr sz="1200">
              <a:latin typeface="Times New Roman"/>
              <a:cs typeface="Times New Roman"/>
            </a:endParaRPr>
          </a:p>
          <a:p>
            <a:pPr marL="12700">
              <a:lnSpc>
                <a:spcPct val="100000"/>
              </a:lnSpc>
              <a:spcBef>
                <a:spcPts val="439"/>
              </a:spcBef>
            </a:pPr>
            <a:r>
              <a:rPr sz="1000" spc="-50" dirty="0">
                <a:latin typeface="Arial MT"/>
                <a:cs typeface="Arial MT"/>
              </a:rPr>
              <a:t>•</a:t>
            </a:r>
            <a:endParaRPr sz="1000">
              <a:latin typeface="Arial MT"/>
              <a:cs typeface="Arial MT"/>
            </a:endParaRPr>
          </a:p>
          <a:p>
            <a:pPr marL="12700">
              <a:lnSpc>
                <a:spcPct val="100000"/>
              </a:lnSpc>
              <a:spcBef>
                <a:spcPts val="285"/>
              </a:spcBef>
            </a:pPr>
            <a:r>
              <a:rPr sz="1000" spc="-50" dirty="0">
                <a:latin typeface="Arial MT"/>
                <a:cs typeface="Arial MT"/>
              </a:rPr>
              <a:t>•</a:t>
            </a:r>
            <a:endParaRPr sz="1000">
              <a:latin typeface="Arial MT"/>
              <a:cs typeface="Arial MT"/>
            </a:endParaRPr>
          </a:p>
          <a:p>
            <a:pPr marL="12700">
              <a:lnSpc>
                <a:spcPct val="100000"/>
              </a:lnSpc>
              <a:spcBef>
                <a:spcPts val="270"/>
              </a:spcBef>
            </a:pPr>
            <a:r>
              <a:rPr sz="1000" spc="-50" dirty="0">
                <a:latin typeface="Arial MT"/>
                <a:cs typeface="Arial MT"/>
              </a:rPr>
              <a:t>•</a:t>
            </a:r>
            <a:endParaRPr sz="1000">
              <a:latin typeface="Arial MT"/>
              <a:cs typeface="Arial MT"/>
            </a:endParaRPr>
          </a:p>
        </p:txBody>
      </p:sp>
      <p:sp>
        <p:nvSpPr>
          <p:cNvPr id="7" name="object 7"/>
          <p:cNvSpPr txBox="1"/>
          <p:nvPr/>
        </p:nvSpPr>
        <p:spPr>
          <a:xfrm>
            <a:off x="804468" y="3176396"/>
            <a:ext cx="1440815" cy="583565"/>
          </a:xfrm>
          <a:prstGeom prst="rect">
            <a:avLst/>
          </a:prstGeom>
        </p:spPr>
        <p:txBody>
          <a:bodyPr vert="horz" wrap="square" lIns="0" tIns="7620" rIns="0" bIns="0" rtlCol="0">
            <a:spAutoFit/>
          </a:bodyPr>
          <a:lstStyle/>
          <a:p>
            <a:pPr marL="12700" marR="5080" algn="just">
              <a:lnSpc>
                <a:spcPct val="102600"/>
              </a:lnSpc>
              <a:spcBef>
                <a:spcPts val="60"/>
              </a:spcBef>
            </a:pPr>
            <a:r>
              <a:rPr sz="1200" dirty="0">
                <a:latin typeface="Times New Roman"/>
                <a:cs typeface="Times New Roman"/>
              </a:rPr>
              <a:t>Operating</a:t>
            </a:r>
            <a:r>
              <a:rPr sz="1200" spc="-55" dirty="0">
                <a:latin typeface="Times New Roman"/>
                <a:cs typeface="Times New Roman"/>
              </a:rPr>
              <a:t> </a:t>
            </a:r>
            <a:r>
              <a:rPr sz="1200" dirty="0">
                <a:latin typeface="Times New Roman"/>
                <a:cs typeface="Times New Roman"/>
              </a:rPr>
              <a:t>Voltage:</a:t>
            </a:r>
            <a:r>
              <a:rPr sz="1200" spc="-55" dirty="0">
                <a:latin typeface="Times New Roman"/>
                <a:cs typeface="Times New Roman"/>
              </a:rPr>
              <a:t> </a:t>
            </a:r>
            <a:r>
              <a:rPr sz="1200" spc="-25" dirty="0">
                <a:latin typeface="Times New Roman"/>
                <a:cs typeface="Times New Roman"/>
              </a:rPr>
              <a:t>5V </a:t>
            </a:r>
            <a:r>
              <a:rPr sz="1200" dirty="0">
                <a:latin typeface="Times New Roman"/>
                <a:cs typeface="Times New Roman"/>
              </a:rPr>
              <a:t>Output</a:t>
            </a:r>
            <a:r>
              <a:rPr sz="1200" spc="-35" dirty="0">
                <a:latin typeface="Times New Roman"/>
                <a:cs typeface="Times New Roman"/>
              </a:rPr>
              <a:t> </a:t>
            </a:r>
            <a:r>
              <a:rPr sz="1200" dirty="0">
                <a:latin typeface="Times New Roman"/>
                <a:cs typeface="Times New Roman"/>
              </a:rPr>
              <a:t>Voltage:</a:t>
            </a:r>
            <a:r>
              <a:rPr sz="1200" spc="-30" dirty="0">
                <a:latin typeface="Times New Roman"/>
                <a:cs typeface="Times New Roman"/>
              </a:rPr>
              <a:t> </a:t>
            </a:r>
            <a:r>
              <a:rPr sz="1200" dirty="0">
                <a:latin typeface="Times New Roman"/>
                <a:cs typeface="Times New Roman"/>
              </a:rPr>
              <a:t>6-</a:t>
            </a:r>
            <a:r>
              <a:rPr sz="1200" spc="-25" dirty="0">
                <a:latin typeface="Times New Roman"/>
                <a:cs typeface="Times New Roman"/>
              </a:rPr>
              <a:t>20V </a:t>
            </a:r>
            <a:r>
              <a:rPr sz="1200" spc="-10" dirty="0">
                <a:latin typeface="Times New Roman"/>
                <a:cs typeface="Times New Roman"/>
              </a:rPr>
              <a:t>Digital</a:t>
            </a:r>
            <a:r>
              <a:rPr sz="1200" spc="-40" dirty="0">
                <a:latin typeface="Times New Roman"/>
                <a:cs typeface="Times New Roman"/>
              </a:rPr>
              <a:t> </a:t>
            </a:r>
            <a:r>
              <a:rPr sz="1200" dirty="0">
                <a:latin typeface="Times New Roman"/>
                <a:cs typeface="Times New Roman"/>
              </a:rPr>
              <a:t>I/O</a:t>
            </a:r>
            <a:r>
              <a:rPr sz="1200" spc="5" dirty="0">
                <a:latin typeface="Times New Roman"/>
                <a:cs typeface="Times New Roman"/>
              </a:rPr>
              <a:t> </a:t>
            </a:r>
            <a:r>
              <a:rPr sz="1200" dirty="0">
                <a:latin typeface="Times New Roman"/>
                <a:cs typeface="Times New Roman"/>
              </a:rPr>
              <a:t>Pins:</a:t>
            </a:r>
            <a:r>
              <a:rPr sz="1200" spc="10" dirty="0">
                <a:latin typeface="Times New Roman"/>
                <a:cs typeface="Times New Roman"/>
              </a:rPr>
              <a:t> </a:t>
            </a:r>
            <a:r>
              <a:rPr sz="1200" spc="-25" dirty="0">
                <a:latin typeface="Times New Roman"/>
                <a:cs typeface="Times New Roman"/>
              </a:rPr>
              <a:t>14</a:t>
            </a:r>
            <a:endParaRPr sz="1200">
              <a:latin typeface="Times New Roman"/>
              <a:cs typeface="Times New Roman"/>
            </a:endParaRPr>
          </a:p>
        </p:txBody>
      </p:sp>
      <p:sp>
        <p:nvSpPr>
          <p:cNvPr id="8" name="object 8"/>
          <p:cNvSpPr txBox="1"/>
          <p:nvPr/>
        </p:nvSpPr>
        <p:spPr>
          <a:xfrm>
            <a:off x="337820" y="4088129"/>
            <a:ext cx="6852920" cy="4443095"/>
          </a:xfrm>
          <a:prstGeom prst="rect">
            <a:avLst/>
          </a:prstGeom>
        </p:spPr>
        <p:txBody>
          <a:bodyPr vert="horz" wrap="square" lIns="0" tIns="12700" rIns="0" bIns="0" rtlCol="0">
            <a:spAutoFit/>
          </a:bodyPr>
          <a:lstStyle/>
          <a:p>
            <a:pPr marL="203835" indent="-151765" algn="just">
              <a:lnSpc>
                <a:spcPct val="100000"/>
              </a:lnSpc>
              <a:spcBef>
                <a:spcPts val="100"/>
              </a:spcBef>
              <a:buAutoNum type="arabicPeriod" startAt="2"/>
              <a:tabLst>
                <a:tab pos="203835" algn="l"/>
              </a:tabLst>
            </a:pPr>
            <a:r>
              <a:rPr sz="1200" b="1" dirty="0">
                <a:latin typeface="Times New Roman"/>
                <a:cs typeface="Times New Roman"/>
              </a:rPr>
              <a:t>DHT</a:t>
            </a:r>
            <a:r>
              <a:rPr sz="1200" b="1" spc="-20" dirty="0">
                <a:latin typeface="Times New Roman"/>
                <a:cs typeface="Times New Roman"/>
              </a:rPr>
              <a:t> </a:t>
            </a:r>
            <a:r>
              <a:rPr sz="1200" b="1" dirty="0">
                <a:latin typeface="Times New Roman"/>
                <a:cs typeface="Times New Roman"/>
              </a:rPr>
              <a:t>11</a:t>
            </a:r>
            <a:r>
              <a:rPr sz="1200" b="1" spc="-10" dirty="0">
                <a:latin typeface="Times New Roman"/>
                <a:cs typeface="Times New Roman"/>
              </a:rPr>
              <a:t> Temperature </a:t>
            </a:r>
            <a:r>
              <a:rPr sz="1200" b="1" dirty="0">
                <a:latin typeface="Times New Roman"/>
                <a:cs typeface="Times New Roman"/>
              </a:rPr>
              <a:t>&amp;</a:t>
            </a:r>
            <a:r>
              <a:rPr sz="1200" b="1" spc="-5" dirty="0">
                <a:latin typeface="Times New Roman"/>
                <a:cs typeface="Times New Roman"/>
              </a:rPr>
              <a:t> </a:t>
            </a:r>
            <a:r>
              <a:rPr sz="1200" b="1" dirty="0">
                <a:latin typeface="Times New Roman"/>
                <a:cs typeface="Times New Roman"/>
              </a:rPr>
              <a:t>Humidity</a:t>
            </a:r>
            <a:r>
              <a:rPr sz="1200" b="1" spc="-30" dirty="0">
                <a:latin typeface="Times New Roman"/>
                <a:cs typeface="Times New Roman"/>
              </a:rPr>
              <a:t> </a:t>
            </a:r>
            <a:r>
              <a:rPr sz="1200" b="1" dirty="0">
                <a:latin typeface="Times New Roman"/>
                <a:cs typeface="Times New Roman"/>
              </a:rPr>
              <a:t>Sensor:</a:t>
            </a:r>
            <a:r>
              <a:rPr sz="1200" b="1" spc="25"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9050" marR="5080" indent="-6985" algn="just">
              <a:lnSpc>
                <a:spcPct val="98800"/>
              </a:lnSpc>
              <a:spcBef>
                <a:spcPts val="40"/>
              </a:spcBef>
            </a:pPr>
            <a:r>
              <a:rPr sz="1200" dirty="0">
                <a:latin typeface="Times New Roman"/>
                <a:cs typeface="Times New Roman"/>
              </a:rPr>
              <a:t>DHT11</a:t>
            </a:r>
            <a:r>
              <a:rPr sz="1200" spc="-40" dirty="0">
                <a:latin typeface="Times New Roman"/>
                <a:cs typeface="Times New Roman"/>
              </a:rPr>
              <a:t> </a:t>
            </a:r>
            <a:r>
              <a:rPr sz="1200" spc="-10" dirty="0">
                <a:latin typeface="Times New Roman"/>
                <a:cs typeface="Times New Roman"/>
              </a:rPr>
              <a:t>is</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basic,</a:t>
            </a:r>
            <a:r>
              <a:rPr sz="1200" spc="-15" dirty="0">
                <a:latin typeface="Times New Roman"/>
                <a:cs typeface="Times New Roman"/>
              </a:rPr>
              <a:t> </a:t>
            </a:r>
            <a:r>
              <a:rPr sz="1200" spc="-10" dirty="0">
                <a:latin typeface="Times New Roman"/>
                <a:cs typeface="Times New Roman"/>
              </a:rPr>
              <a:t>ultra-low-</a:t>
            </a:r>
            <a:r>
              <a:rPr sz="1200" dirty="0">
                <a:latin typeface="Times New Roman"/>
                <a:cs typeface="Times New Roman"/>
              </a:rPr>
              <a:t>cost</a:t>
            </a:r>
            <a:r>
              <a:rPr sz="1200" spc="-20" dirty="0">
                <a:latin typeface="Times New Roman"/>
                <a:cs typeface="Times New Roman"/>
              </a:rPr>
              <a:t> </a:t>
            </a:r>
            <a:r>
              <a:rPr sz="1200" spc="-10" dirty="0">
                <a:latin typeface="Times New Roman"/>
                <a:cs typeface="Times New Roman"/>
              </a:rPr>
              <a:t>digital</a:t>
            </a:r>
            <a:r>
              <a:rPr sz="1200" spc="-65" dirty="0">
                <a:latin typeface="Times New Roman"/>
                <a:cs typeface="Times New Roman"/>
              </a:rPr>
              <a:t> </a:t>
            </a:r>
            <a:r>
              <a:rPr sz="1200" dirty="0">
                <a:latin typeface="Times New Roman"/>
                <a:cs typeface="Times New Roman"/>
              </a:rPr>
              <a:t>temperature</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humidity</a:t>
            </a:r>
            <a:r>
              <a:rPr sz="1200" spc="-65" dirty="0">
                <a:latin typeface="Times New Roman"/>
                <a:cs typeface="Times New Roman"/>
              </a:rPr>
              <a:t> </a:t>
            </a:r>
            <a:r>
              <a:rPr sz="1200" dirty="0">
                <a:latin typeface="Times New Roman"/>
                <a:cs typeface="Times New Roman"/>
              </a:rPr>
              <a:t>sensor.</a:t>
            </a:r>
            <a:r>
              <a:rPr sz="1200" spc="-35" dirty="0">
                <a:latin typeface="Times New Roman"/>
                <a:cs typeface="Times New Roman"/>
              </a:rPr>
              <a:t> </a:t>
            </a:r>
            <a:r>
              <a:rPr sz="1200" spc="-10" dirty="0">
                <a:latin typeface="Times New Roman"/>
                <a:cs typeface="Times New Roman"/>
              </a:rPr>
              <a:t>This</a:t>
            </a:r>
            <a:r>
              <a:rPr sz="1200" spc="-40" dirty="0">
                <a:latin typeface="Times New Roman"/>
                <a:cs typeface="Times New Roman"/>
              </a:rPr>
              <a:t> </a:t>
            </a:r>
            <a:r>
              <a:rPr sz="1200" dirty="0">
                <a:latin typeface="Times New Roman"/>
                <a:cs typeface="Times New Roman"/>
              </a:rPr>
              <a:t>sensor</a:t>
            </a:r>
            <a:r>
              <a:rPr sz="1200" spc="-40" dirty="0">
                <a:latin typeface="Times New Roman"/>
                <a:cs typeface="Times New Roman"/>
              </a:rPr>
              <a:t> </a:t>
            </a:r>
            <a:r>
              <a:rPr sz="1200" dirty="0">
                <a:latin typeface="Times New Roman"/>
                <a:cs typeface="Times New Roman"/>
              </a:rPr>
              <a:t>uses</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capacitive</a:t>
            </a:r>
            <a:r>
              <a:rPr sz="1200" spc="-30" dirty="0">
                <a:latin typeface="Times New Roman"/>
                <a:cs typeface="Times New Roman"/>
              </a:rPr>
              <a:t> </a:t>
            </a:r>
            <a:r>
              <a:rPr sz="1200" spc="-10" dirty="0">
                <a:latin typeface="Times New Roman"/>
                <a:cs typeface="Times New Roman"/>
              </a:rPr>
              <a:t>humidity </a:t>
            </a:r>
            <a:r>
              <a:rPr sz="1200" dirty="0">
                <a:latin typeface="Times New Roman"/>
                <a:cs typeface="Times New Roman"/>
              </a:rPr>
              <a:t>sensor</a:t>
            </a:r>
            <a:r>
              <a:rPr sz="1200" spc="5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thermistor</a:t>
            </a:r>
            <a:r>
              <a:rPr sz="1200" spc="10" dirty="0">
                <a:latin typeface="Times New Roman"/>
                <a:cs typeface="Times New Roman"/>
              </a:rPr>
              <a:t> </a:t>
            </a:r>
            <a:r>
              <a:rPr sz="1200" dirty="0">
                <a:latin typeface="Times New Roman"/>
                <a:cs typeface="Times New Roman"/>
              </a:rPr>
              <a:t>to</a:t>
            </a:r>
            <a:r>
              <a:rPr sz="1200" spc="55" dirty="0">
                <a:latin typeface="Times New Roman"/>
                <a:cs typeface="Times New Roman"/>
              </a:rPr>
              <a:t> </a:t>
            </a:r>
            <a:r>
              <a:rPr sz="1200" dirty="0">
                <a:latin typeface="Times New Roman"/>
                <a:cs typeface="Times New Roman"/>
              </a:rPr>
              <a:t>evaluate</a:t>
            </a:r>
            <a:r>
              <a:rPr sz="1200" spc="2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neighboring</a:t>
            </a:r>
            <a:r>
              <a:rPr sz="1200" spc="50" dirty="0">
                <a:latin typeface="Times New Roman"/>
                <a:cs typeface="Times New Roman"/>
              </a:rPr>
              <a:t> </a:t>
            </a:r>
            <a:r>
              <a:rPr sz="1200" dirty="0">
                <a:latin typeface="Times New Roman"/>
                <a:cs typeface="Times New Roman"/>
              </a:rPr>
              <a:t>air</a:t>
            </a:r>
            <a:r>
              <a:rPr sz="1200" spc="6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spits</a:t>
            </a:r>
            <a:r>
              <a:rPr sz="1200" spc="40" dirty="0">
                <a:latin typeface="Times New Roman"/>
                <a:cs typeface="Times New Roman"/>
              </a:rPr>
              <a:t> </a:t>
            </a:r>
            <a:r>
              <a:rPr sz="1200" dirty="0">
                <a:latin typeface="Times New Roman"/>
                <a:cs typeface="Times New Roman"/>
              </a:rPr>
              <a:t>out</a:t>
            </a:r>
            <a:r>
              <a:rPr sz="1200" spc="7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digital</a:t>
            </a:r>
            <a:r>
              <a:rPr sz="1200" spc="30" dirty="0">
                <a:latin typeface="Times New Roman"/>
                <a:cs typeface="Times New Roman"/>
              </a:rPr>
              <a:t> </a:t>
            </a:r>
            <a:r>
              <a:rPr sz="1200" dirty="0">
                <a:latin typeface="Times New Roman"/>
                <a:cs typeface="Times New Roman"/>
              </a:rPr>
              <a:t>signal</a:t>
            </a:r>
            <a:r>
              <a:rPr sz="1200" spc="1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info</a:t>
            </a:r>
            <a:r>
              <a:rPr sz="1200" spc="75" dirty="0">
                <a:latin typeface="Times New Roman"/>
                <a:cs typeface="Times New Roman"/>
              </a:rPr>
              <a:t> </a:t>
            </a:r>
            <a:r>
              <a:rPr sz="1200" dirty="0">
                <a:latin typeface="Times New Roman"/>
                <a:cs typeface="Times New Roman"/>
              </a:rPr>
              <a:t>pin</a:t>
            </a:r>
            <a:r>
              <a:rPr sz="1200" spc="25" dirty="0">
                <a:latin typeface="Times New Roman"/>
                <a:cs typeface="Times New Roman"/>
              </a:rPr>
              <a:t> </a:t>
            </a:r>
            <a:r>
              <a:rPr sz="1200" dirty="0">
                <a:latin typeface="Times New Roman"/>
                <a:cs typeface="Times New Roman"/>
              </a:rPr>
              <a:t>where</a:t>
            </a:r>
            <a:r>
              <a:rPr sz="1200" spc="45" dirty="0">
                <a:latin typeface="Times New Roman"/>
                <a:cs typeface="Times New Roman"/>
              </a:rPr>
              <a:t> </a:t>
            </a:r>
            <a:r>
              <a:rPr sz="1200" spc="-25" dirty="0">
                <a:latin typeface="Times New Roman"/>
                <a:cs typeface="Times New Roman"/>
              </a:rPr>
              <a:t>no </a:t>
            </a:r>
            <a:r>
              <a:rPr sz="1200" dirty="0">
                <a:latin typeface="Times New Roman"/>
                <a:cs typeface="Times New Roman"/>
              </a:rPr>
              <a:t>analog</a:t>
            </a:r>
            <a:r>
              <a:rPr sz="1200" spc="-5" dirty="0">
                <a:latin typeface="Times New Roman"/>
                <a:cs typeface="Times New Roman"/>
              </a:rPr>
              <a:t> </a:t>
            </a:r>
            <a:r>
              <a:rPr sz="1200" dirty="0">
                <a:latin typeface="Times New Roman"/>
                <a:cs typeface="Times New Roman"/>
              </a:rPr>
              <a:t>input</a:t>
            </a:r>
            <a:r>
              <a:rPr sz="1200" spc="5" dirty="0">
                <a:latin typeface="Times New Roman"/>
                <a:cs typeface="Times New Roman"/>
              </a:rPr>
              <a:t> </a:t>
            </a:r>
            <a:r>
              <a:rPr sz="1200" dirty="0">
                <a:latin typeface="Times New Roman"/>
                <a:cs typeface="Times New Roman"/>
              </a:rPr>
              <a:t>pins</a:t>
            </a:r>
            <a:r>
              <a:rPr sz="1200" spc="-30"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needed</a:t>
            </a:r>
            <a:r>
              <a:rPr sz="1200" spc="-20" dirty="0">
                <a:latin typeface="Times New Roman"/>
                <a:cs typeface="Times New Roman"/>
              </a:rPr>
              <a:t> </a:t>
            </a:r>
            <a:r>
              <a:rPr sz="1200" dirty="0">
                <a:latin typeface="Times New Roman"/>
                <a:cs typeface="Times New Roman"/>
              </a:rPr>
              <a:t>[13].</a:t>
            </a:r>
            <a:r>
              <a:rPr sz="1200" spc="-3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is</a:t>
            </a:r>
            <a:r>
              <a:rPr sz="1200" spc="-10" dirty="0">
                <a:latin typeface="Times New Roman"/>
                <a:cs typeface="Times New Roman"/>
              </a:rPr>
              <a:t> fairly</a:t>
            </a:r>
            <a:r>
              <a:rPr sz="1200" spc="-45" dirty="0">
                <a:latin typeface="Times New Roman"/>
                <a:cs typeface="Times New Roman"/>
              </a:rPr>
              <a:t> </a:t>
            </a:r>
            <a:r>
              <a:rPr sz="1200" dirty="0">
                <a:latin typeface="Times New Roman"/>
                <a:cs typeface="Times New Roman"/>
              </a:rPr>
              <a:t>simple</a:t>
            </a:r>
            <a:r>
              <a:rPr sz="1200" spc="-4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use</a:t>
            </a:r>
            <a:r>
              <a:rPr sz="1200" spc="-25" dirty="0">
                <a:latin typeface="Times New Roman"/>
                <a:cs typeface="Times New Roman"/>
              </a:rPr>
              <a:t> </a:t>
            </a:r>
            <a:r>
              <a:rPr sz="1200" dirty="0">
                <a:latin typeface="Times New Roman"/>
                <a:cs typeface="Times New Roman"/>
              </a:rPr>
              <a:t>but</a:t>
            </a:r>
            <a:r>
              <a:rPr sz="1200" spc="-20" dirty="0">
                <a:latin typeface="Times New Roman"/>
                <a:cs typeface="Times New Roman"/>
              </a:rPr>
              <a:t> </a:t>
            </a:r>
            <a:r>
              <a:rPr sz="1200" dirty="0">
                <a:latin typeface="Times New Roman"/>
                <a:cs typeface="Times New Roman"/>
              </a:rPr>
              <a:t>requires</a:t>
            </a:r>
            <a:r>
              <a:rPr sz="1200" spc="-10" dirty="0">
                <a:latin typeface="Times New Roman"/>
                <a:cs typeface="Times New Roman"/>
              </a:rPr>
              <a:t> mindful</a:t>
            </a:r>
            <a:r>
              <a:rPr sz="1200" spc="-60" dirty="0">
                <a:latin typeface="Times New Roman"/>
                <a:cs typeface="Times New Roman"/>
              </a:rPr>
              <a:t> </a:t>
            </a:r>
            <a:r>
              <a:rPr sz="1200" dirty="0">
                <a:latin typeface="Times New Roman"/>
                <a:cs typeface="Times New Roman"/>
              </a:rPr>
              <a:t>timing</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grab</a:t>
            </a:r>
            <a:r>
              <a:rPr sz="1200" spc="-45"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You</a:t>
            </a:r>
            <a:r>
              <a:rPr sz="1200" spc="-4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spc="-25" dirty="0">
                <a:latin typeface="Times New Roman"/>
                <a:cs typeface="Times New Roman"/>
              </a:rPr>
              <a:t>get </a:t>
            </a:r>
            <a:r>
              <a:rPr sz="1200" dirty="0">
                <a:latin typeface="Times New Roman"/>
                <a:cs typeface="Times New Roman"/>
              </a:rPr>
              <a:t>new</a:t>
            </a:r>
            <a:r>
              <a:rPr sz="1200" spc="-5" dirty="0">
                <a:latin typeface="Times New Roman"/>
                <a:cs typeface="Times New Roman"/>
              </a:rPr>
              <a:t> </a:t>
            </a:r>
            <a:r>
              <a:rPr sz="1200" dirty="0">
                <a:latin typeface="Times New Roman"/>
                <a:cs typeface="Times New Roman"/>
              </a:rPr>
              <a:t>data from</a:t>
            </a:r>
            <a:r>
              <a:rPr sz="1200" spc="-15"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dirty="0">
                <a:latin typeface="Times New Roman"/>
                <a:cs typeface="Times New Roman"/>
              </a:rPr>
              <a:t>once every</a:t>
            </a:r>
            <a:r>
              <a:rPr sz="1200" spc="-40" dirty="0">
                <a:latin typeface="Times New Roman"/>
                <a:cs typeface="Times New Roman"/>
              </a:rPr>
              <a:t> </a:t>
            </a:r>
            <a:r>
              <a:rPr sz="1200" dirty="0">
                <a:latin typeface="Times New Roman"/>
                <a:cs typeface="Times New Roman"/>
              </a:rPr>
              <a:t>2 seconds,</a:t>
            </a:r>
            <a:r>
              <a:rPr sz="1200" spc="10" dirty="0">
                <a:latin typeface="Times New Roman"/>
                <a:cs typeface="Times New Roman"/>
              </a:rPr>
              <a:t> </a:t>
            </a:r>
            <a:r>
              <a:rPr sz="1200" dirty="0">
                <a:latin typeface="Times New Roman"/>
                <a:cs typeface="Times New Roman"/>
              </a:rPr>
              <a:t>so when</a:t>
            </a:r>
            <a:r>
              <a:rPr sz="1200" spc="-15" dirty="0">
                <a:latin typeface="Times New Roman"/>
                <a:cs typeface="Times New Roman"/>
              </a:rPr>
              <a:t> </a:t>
            </a:r>
            <a:r>
              <a:rPr sz="1200" dirty="0">
                <a:latin typeface="Times New Roman"/>
                <a:cs typeface="Times New Roman"/>
              </a:rPr>
              <a:t>using the library</a:t>
            </a:r>
            <a:r>
              <a:rPr sz="1200" spc="-20" dirty="0">
                <a:latin typeface="Times New Roman"/>
                <a:cs typeface="Times New Roman"/>
              </a:rPr>
              <a:t> </a:t>
            </a:r>
            <a:r>
              <a:rPr sz="1200" dirty="0">
                <a:latin typeface="Times New Roman"/>
                <a:cs typeface="Times New Roman"/>
              </a:rPr>
              <a:t>from</a:t>
            </a:r>
            <a:r>
              <a:rPr sz="1200" spc="-40" dirty="0">
                <a:latin typeface="Times New Roman"/>
                <a:cs typeface="Times New Roman"/>
              </a:rPr>
              <a:t> </a:t>
            </a:r>
            <a:r>
              <a:rPr sz="1200" dirty="0">
                <a:latin typeface="Times New Roman"/>
                <a:cs typeface="Times New Roman"/>
              </a:rPr>
              <a:t>Adafruit,</a:t>
            </a:r>
            <a:r>
              <a:rPr sz="1200" spc="10" dirty="0">
                <a:latin typeface="Times New Roman"/>
                <a:cs typeface="Times New Roman"/>
              </a:rPr>
              <a:t> </a:t>
            </a:r>
            <a:r>
              <a:rPr sz="1200" dirty="0">
                <a:latin typeface="Times New Roman"/>
                <a:cs typeface="Times New Roman"/>
              </a:rPr>
              <a:t>sensor</a:t>
            </a:r>
            <a:r>
              <a:rPr sz="1200" spc="-10" dirty="0">
                <a:latin typeface="Times New Roman"/>
                <a:cs typeface="Times New Roman"/>
              </a:rPr>
              <a:t> </a:t>
            </a:r>
            <a:r>
              <a:rPr sz="1200" dirty="0">
                <a:latin typeface="Times New Roman"/>
                <a:cs typeface="Times New Roman"/>
              </a:rPr>
              <a:t>readings</a:t>
            </a:r>
            <a:r>
              <a:rPr sz="1200" spc="-10"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often</a:t>
            </a:r>
            <a:r>
              <a:rPr sz="1200" spc="-15" dirty="0">
                <a:latin typeface="Times New Roman"/>
                <a:cs typeface="Times New Roman"/>
              </a:rPr>
              <a:t> </a:t>
            </a:r>
            <a:r>
              <a:rPr sz="1200" dirty="0">
                <a:latin typeface="Times New Roman"/>
                <a:cs typeface="Times New Roman"/>
              </a:rPr>
              <a:t>up</a:t>
            </a:r>
            <a:r>
              <a:rPr sz="1200" spc="-20" dirty="0">
                <a:latin typeface="Times New Roman"/>
                <a:cs typeface="Times New Roman"/>
              </a:rPr>
              <a:t> </a:t>
            </a:r>
            <a:r>
              <a:rPr sz="1200" spc="-25" dirty="0">
                <a:latin typeface="Times New Roman"/>
                <a:cs typeface="Times New Roman"/>
              </a:rPr>
              <a:t>to </a:t>
            </a:r>
            <a:r>
              <a:rPr sz="1200" dirty="0">
                <a:latin typeface="Times New Roman"/>
                <a:cs typeface="Times New Roman"/>
              </a:rPr>
              <a:t>2</a:t>
            </a:r>
            <a:r>
              <a:rPr sz="1200" spc="-20" dirty="0">
                <a:latin typeface="Times New Roman"/>
                <a:cs typeface="Times New Roman"/>
              </a:rPr>
              <a:t> </a:t>
            </a:r>
            <a:r>
              <a:rPr sz="1200" dirty="0">
                <a:latin typeface="Times New Roman"/>
                <a:cs typeface="Times New Roman"/>
              </a:rPr>
              <a:t>seconds</a:t>
            </a:r>
            <a:r>
              <a:rPr sz="1200" spc="-25" dirty="0">
                <a:latin typeface="Times New Roman"/>
                <a:cs typeface="Times New Roman"/>
              </a:rPr>
              <a:t> </a:t>
            </a:r>
            <a:r>
              <a:rPr sz="1200" dirty="0">
                <a:latin typeface="Times New Roman"/>
                <a:cs typeface="Times New Roman"/>
              </a:rPr>
              <a:t>old</a:t>
            </a:r>
            <a:r>
              <a:rPr sz="1200" spc="-15" dirty="0">
                <a:latin typeface="Times New Roman"/>
                <a:cs typeface="Times New Roman"/>
              </a:rPr>
              <a:t> </a:t>
            </a:r>
            <a:r>
              <a:rPr sz="1200" spc="-20" dirty="0">
                <a:latin typeface="Times New Roman"/>
                <a:cs typeface="Times New Roman"/>
              </a:rPr>
              <a:t>[9].</a:t>
            </a:r>
            <a:endParaRPr sz="1200">
              <a:latin typeface="Times New Roman"/>
              <a:cs typeface="Times New Roman"/>
            </a:endParaRPr>
          </a:p>
          <a:p>
            <a:pPr marL="19050" marR="86360" indent="-6985">
              <a:lnSpc>
                <a:spcPts val="1420"/>
              </a:lnSpc>
              <a:spcBef>
                <a:spcPts val="90"/>
              </a:spcBef>
            </a:pPr>
            <a:r>
              <a:rPr sz="1200" dirty="0">
                <a:latin typeface="Times New Roman"/>
                <a:cs typeface="Times New Roman"/>
              </a:rPr>
              <a:t>It is</a:t>
            </a:r>
            <a:r>
              <a:rPr sz="1200" spc="-10" dirty="0">
                <a:latin typeface="Times New Roman"/>
                <a:cs typeface="Times New Roman"/>
              </a:rPr>
              <a:t> </a:t>
            </a:r>
            <a:r>
              <a:rPr sz="1200" dirty="0">
                <a:latin typeface="Times New Roman"/>
                <a:cs typeface="Times New Roman"/>
              </a:rPr>
              <a:t>used</a:t>
            </a:r>
            <a:r>
              <a:rPr sz="1200" spc="-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check the temperature</a:t>
            </a:r>
            <a:r>
              <a:rPr sz="1200" spc="-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humidity,</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check</a:t>
            </a:r>
            <a:r>
              <a:rPr sz="1200" spc="-5" dirty="0">
                <a:latin typeface="Times New Roman"/>
                <a:cs typeface="Times New Roman"/>
              </a:rPr>
              <a:t> </a:t>
            </a:r>
            <a:r>
              <a:rPr sz="1200" dirty="0">
                <a:latin typeface="Times New Roman"/>
                <a:cs typeface="Times New Roman"/>
              </a:rPr>
              <a:t>whether</a:t>
            </a:r>
            <a:r>
              <a:rPr sz="1200" spc="10"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heavy</a:t>
            </a:r>
            <a:r>
              <a:rPr sz="1200" spc="-20" dirty="0">
                <a:latin typeface="Times New Roman"/>
                <a:cs typeface="Times New Roman"/>
              </a:rPr>
              <a:t> </a:t>
            </a:r>
            <a:r>
              <a:rPr sz="1200" dirty="0">
                <a:latin typeface="Times New Roman"/>
                <a:cs typeface="Times New Roman"/>
              </a:rPr>
              <a:t>rainfall</a:t>
            </a:r>
            <a:r>
              <a:rPr sz="1200" spc="-40"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dirty="0">
                <a:latin typeface="Times New Roman"/>
                <a:cs typeface="Times New Roman"/>
              </a:rPr>
              <a:t>no</a:t>
            </a:r>
            <a:r>
              <a:rPr sz="1200" spc="20" dirty="0">
                <a:latin typeface="Times New Roman"/>
                <a:cs typeface="Times New Roman"/>
              </a:rPr>
              <a:t> </a:t>
            </a:r>
            <a:r>
              <a:rPr sz="1200" dirty="0">
                <a:latin typeface="Times New Roman"/>
                <a:cs typeface="Times New Roman"/>
              </a:rPr>
              <a:t>rainfall in </a:t>
            </a:r>
            <a:r>
              <a:rPr sz="1200" spc="-20" dirty="0">
                <a:latin typeface="Times New Roman"/>
                <a:cs typeface="Times New Roman"/>
              </a:rPr>
              <a:t>that </a:t>
            </a:r>
            <a:r>
              <a:rPr sz="1200" spc="-10" dirty="0">
                <a:latin typeface="Times New Roman"/>
                <a:cs typeface="Times New Roman"/>
              </a:rPr>
              <a:t>particular </a:t>
            </a:r>
            <a:r>
              <a:rPr sz="1200" dirty="0">
                <a:latin typeface="Times New Roman"/>
                <a:cs typeface="Times New Roman"/>
              </a:rPr>
              <a:t>area</a:t>
            </a:r>
            <a:r>
              <a:rPr sz="1200" spc="-15" dirty="0">
                <a:latin typeface="Times New Roman"/>
                <a:cs typeface="Times New Roman"/>
              </a:rPr>
              <a:t> </a:t>
            </a:r>
            <a:r>
              <a:rPr sz="1200" dirty="0">
                <a:latin typeface="Times New Roman"/>
                <a:cs typeface="Times New Roman"/>
              </a:rPr>
              <a:t>so</a:t>
            </a:r>
            <a:r>
              <a:rPr sz="1200" spc="-1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will</a:t>
            </a:r>
            <a:r>
              <a:rPr sz="1200" spc="-30" dirty="0">
                <a:latin typeface="Times New Roman"/>
                <a:cs typeface="Times New Roman"/>
              </a:rPr>
              <a:t> </a:t>
            </a:r>
            <a:r>
              <a:rPr sz="1200" dirty="0">
                <a:latin typeface="Times New Roman"/>
                <a:cs typeface="Times New Roman"/>
              </a:rPr>
              <a:t>give</a:t>
            </a:r>
            <a:r>
              <a:rPr sz="1200" spc="-15" dirty="0">
                <a:latin typeface="Times New Roman"/>
                <a:cs typeface="Times New Roman"/>
              </a:rPr>
              <a:t> </a:t>
            </a:r>
            <a:r>
              <a:rPr sz="1200" dirty="0">
                <a:latin typeface="Times New Roman"/>
                <a:cs typeface="Times New Roman"/>
              </a:rPr>
              <a:t>us</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indications</a:t>
            </a:r>
            <a:r>
              <a:rPr sz="1200" spc="-2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whether</a:t>
            </a:r>
            <a:r>
              <a:rPr sz="1200" spc="-25"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chances</a:t>
            </a:r>
            <a:r>
              <a:rPr sz="1200" spc="-20"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any</a:t>
            </a:r>
            <a:r>
              <a:rPr sz="1200" spc="-10" dirty="0">
                <a:latin typeface="Times New Roman"/>
                <a:cs typeface="Times New Roman"/>
              </a:rPr>
              <a:t> </a:t>
            </a:r>
            <a:r>
              <a:rPr sz="1200" dirty="0">
                <a:latin typeface="Times New Roman"/>
                <a:cs typeface="Times New Roman"/>
              </a:rPr>
              <a:t>flood</a:t>
            </a:r>
            <a:r>
              <a:rPr sz="1200" spc="-1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20" dirty="0">
                <a:latin typeface="Times New Roman"/>
                <a:cs typeface="Times New Roman"/>
              </a:rPr>
              <a:t>not.</a:t>
            </a:r>
            <a:endParaRPr sz="1200">
              <a:latin typeface="Times New Roman"/>
              <a:cs typeface="Times New Roman"/>
            </a:endParaRPr>
          </a:p>
          <a:p>
            <a:pPr marL="12700">
              <a:lnSpc>
                <a:spcPts val="1415"/>
              </a:lnSpc>
            </a:pPr>
            <a:r>
              <a:rPr sz="1200" spc="-10" dirty="0">
                <a:latin typeface="Times New Roman"/>
                <a:cs typeface="Times New Roman"/>
              </a:rPr>
              <a:t>Specifications:</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dirty="0">
                <a:latin typeface="Times New Roman"/>
                <a:cs typeface="Times New Roman"/>
              </a:rPr>
              <a:t>3</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5V</a:t>
            </a:r>
            <a:r>
              <a:rPr sz="1200" spc="-35" dirty="0">
                <a:latin typeface="Times New Roman"/>
                <a:cs typeface="Times New Roman"/>
              </a:rPr>
              <a:t> </a:t>
            </a:r>
            <a:r>
              <a:rPr sz="1200" dirty="0">
                <a:latin typeface="Times New Roman"/>
                <a:cs typeface="Times New Roman"/>
              </a:rPr>
              <a:t>power and</a:t>
            </a:r>
            <a:r>
              <a:rPr sz="1200" spc="-5" dirty="0">
                <a:latin typeface="Times New Roman"/>
                <a:cs typeface="Times New Roman"/>
              </a:rPr>
              <a:t> </a:t>
            </a:r>
            <a:r>
              <a:rPr sz="1200" spc="-25" dirty="0">
                <a:latin typeface="Times New Roman"/>
                <a:cs typeface="Times New Roman"/>
              </a:rPr>
              <a:t>I/O</a:t>
            </a:r>
            <a:endParaRPr sz="1200">
              <a:latin typeface="Times New Roman"/>
              <a:cs typeface="Times New Roman"/>
            </a:endParaRPr>
          </a:p>
          <a:p>
            <a:pPr marL="478790" lvl="1" indent="-457200">
              <a:lnSpc>
                <a:spcPct val="100000"/>
              </a:lnSpc>
              <a:spcBef>
                <a:spcPts val="45"/>
              </a:spcBef>
              <a:buSzPct val="83333"/>
              <a:buFont typeface="Arial MT"/>
              <a:buChar char="•"/>
              <a:tabLst>
                <a:tab pos="478790" algn="l"/>
              </a:tabLst>
            </a:pPr>
            <a:r>
              <a:rPr sz="1200" dirty="0">
                <a:latin typeface="Times New Roman"/>
                <a:cs typeface="Times New Roman"/>
              </a:rPr>
              <a:t>Max</a:t>
            </a:r>
            <a:r>
              <a:rPr sz="1200" spc="-50" dirty="0">
                <a:latin typeface="Times New Roman"/>
                <a:cs typeface="Times New Roman"/>
              </a:rPr>
              <a:t> </a:t>
            </a:r>
            <a:r>
              <a:rPr sz="1200" dirty="0">
                <a:latin typeface="Times New Roman"/>
                <a:cs typeface="Times New Roman"/>
              </a:rPr>
              <a:t>current</a:t>
            </a:r>
            <a:r>
              <a:rPr sz="1200" spc="-10" dirty="0">
                <a:latin typeface="Times New Roman"/>
                <a:cs typeface="Times New Roman"/>
              </a:rPr>
              <a:t> </a:t>
            </a: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during</a:t>
            </a:r>
            <a:r>
              <a:rPr sz="1200" spc="-25" dirty="0">
                <a:latin typeface="Times New Roman"/>
                <a:cs typeface="Times New Roman"/>
              </a:rPr>
              <a:t> </a:t>
            </a:r>
            <a:r>
              <a:rPr sz="1200" spc="-10" dirty="0">
                <a:latin typeface="Times New Roman"/>
                <a:cs typeface="Times New Roman"/>
              </a:rPr>
              <a:t>conversion:2.5mA</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dirty="0">
                <a:latin typeface="Times New Roman"/>
                <a:cs typeface="Times New Roman"/>
              </a:rPr>
              <a:t>Humidity:</a:t>
            </a:r>
            <a:r>
              <a:rPr sz="1200" spc="-20" dirty="0">
                <a:latin typeface="Times New Roman"/>
                <a:cs typeface="Times New Roman"/>
              </a:rPr>
              <a:t> </a:t>
            </a:r>
            <a:r>
              <a:rPr sz="1200" spc="-10" dirty="0">
                <a:latin typeface="Times New Roman"/>
                <a:cs typeface="Times New Roman"/>
              </a:rPr>
              <a:t>20%-</a:t>
            </a:r>
            <a:r>
              <a:rPr sz="1200" dirty="0">
                <a:latin typeface="Times New Roman"/>
                <a:cs typeface="Times New Roman"/>
              </a:rPr>
              <a:t>80%</a:t>
            </a:r>
            <a:r>
              <a:rPr sz="1200" spc="-3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5%</a:t>
            </a:r>
            <a:r>
              <a:rPr sz="1200" spc="-15" dirty="0">
                <a:latin typeface="Times New Roman"/>
                <a:cs typeface="Times New Roman"/>
              </a:rPr>
              <a:t> </a:t>
            </a:r>
            <a:r>
              <a:rPr sz="1200" spc="-10" dirty="0">
                <a:latin typeface="Times New Roman"/>
                <a:cs typeface="Times New Roman"/>
              </a:rPr>
              <a:t>accuracy</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dirty="0">
                <a:latin typeface="Times New Roman"/>
                <a:cs typeface="Times New Roman"/>
              </a:rPr>
              <a:t>Temperature</a:t>
            </a:r>
            <a:r>
              <a:rPr sz="1200" spc="-20" dirty="0">
                <a:latin typeface="Times New Roman"/>
                <a:cs typeface="Times New Roman"/>
              </a:rPr>
              <a:t> </a:t>
            </a:r>
            <a:r>
              <a:rPr sz="1200" spc="-10" dirty="0">
                <a:latin typeface="Times New Roman"/>
                <a:cs typeface="Times New Roman"/>
              </a:rPr>
              <a:t>0-</a:t>
            </a:r>
            <a:r>
              <a:rPr sz="1200" dirty="0">
                <a:latin typeface="Times New Roman"/>
                <a:cs typeface="Times New Roman"/>
              </a:rPr>
              <a:t>50</a:t>
            </a:r>
            <a:r>
              <a:rPr sz="1200" spc="-10" dirty="0">
                <a:latin typeface="Times New Roman"/>
                <a:cs typeface="Times New Roman"/>
              </a:rPr>
              <a:t> </a:t>
            </a:r>
            <a:r>
              <a:rPr sz="1200" dirty="0">
                <a:latin typeface="Times New Roman"/>
                <a:cs typeface="Times New Roman"/>
              </a:rPr>
              <a:t>°C</a:t>
            </a:r>
            <a:r>
              <a:rPr sz="1200" spc="-2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+-2</a:t>
            </a:r>
            <a:r>
              <a:rPr sz="1200" spc="-10" dirty="0">
                <a:latin typeface="Times New Roman"/>
                <a:cs typeface="Times New Roman"/>
              </a:rPr>
              <a:t> </a:t>
            </a:r>
            <a:r>
              <a:rPr sz="1200" dirty="0">
                <a:latin typeface="Times New Roman"/>
                <a:cs typeface="Times New Roman"/>
              </a:rPr>
              <a:t>°C</a:t>
            </a:r>
            <a:r>
              <a:rPr sz="1200" spc="-20" dirty="0">
                <a:latin typeface="Times New Roman"/>
                <a:cs typeface="Times New Roman"/>
              </a:rPr>
              <a:t> </a:t>
            </a:r>
            <a:r>
              <a:rPr sz="1200" spc="-10" dirty="0">
                <a:latin typeface="Times New Roman"/>
                <a:cs typeface="Times New Roman"/>
              </a:rPr>
              <a:t>accuracy</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dirty="0">
                <a:latin typeface="Times New Roman"/>
                <a:cs typeface="Times New Roman"/>
              </a:rPr>
              <a:t>Body</a:t>
            </a:r>
            <a:r>
              <a:rPr sz="1200" spc="-55" dirty="0">
                <a:latin typeface="Times New Roman"/>
                <a:cs typeface="Times New Roman"/>
              </a:rPr>
              <a:t> </a:t>
            </a:r>
            <a:r>
              <a:rPr sz="1200" dirty="0">
                <a:latin typeface="Times New Roman"/>
                <a:cs typeface="Times New Roman"/>
              </a:rPr>
              <a:t>size</a:t>
            </a:r>
            <a:r>
              <a:rPr sz="1200" spc="-5" dirty="0">
                <a:latin typeface="Times New Roman"/>
                <a:cs typeface="Times New Roman"/>
              </a:rPr>
              <a:t> </a:t>
            </a:r>
            <a:r>
              <a:rPr sz="1200" dirty="0">
                <a:latin typeface="Times New Roman"/>
                <a:cs typeface="Times New Roman"/>
              </a:rPr>
              <a:t>15.5mm</a:t>
            </a:r>
            <a:r>
              <a:rPr sz="1200" spc="-5" dirty="0">
                <a:latin typeface="Times New Roman"/>
                <a:cs typeface="Times New Roman"/>
              </a:rPr>
              <a:t> </a:t>
            </a:r>
            <a:r>
              <a:rPr sz="1200" dirty="0">
                <a:latin typeface="Times New Roman"/>
                <a:cs typeface="Times New Roman"/>
              </a:rPr>
              <a:t>x</a:t>
            </a:r>
            <a:r>
              <a:rPr sz="1200" spc="-25" dirty="0">
                <a:latin typeface="Times New Roman"/>
                <a:cs typeface="Times New Roman"/>
              </a:rPr>
              <a:t> </a:t>
            </a:r>
            <a:r>
              <a:rPr sz="1200" dirty="0">
                <a:latin typeface="Times New Roman"/>
                <a:cs typeface="Times New Roman"/>
              </a:rPr>
              <a:t>12mm x</a:t>
            </a:r>
            <a:r>
              <a:rPr sz="1200" spc="-30" dirty="0">
                <a:latin typeface="Times New Roman"/>
                <a:cs typeface="Times New Roman"/>
              </a:rPr>
              <a:t> </a:t>
            </a:r>
            <a:r>
              <a:rPr sz="1200" spc="-20" dirty="0">
                <a:latin typeface="Times New Roman"/>
                <a:cs typeface="Times New Roman"/>
              </a:rPr>
              <a:t>5.5mm</a:t>
            </a:r>
            <a:endParaRPr sz="1200">
              <a:latin typeface="Times New Roman"/>
              <a:cs typeface="Times New Roman"/>
            </a:endParaRPr>
          </a:p>
          <a:p>
            <a:pPr marL="478790" lvl="1" indent="-457200">
              <a:lnSpc>
                <a:spcPct val="100000"/>
              </a:lnSpc>
              <a:spcBef>
                <a:spcPts val="45"/>
              </a:spcBef>
              <a:buSzPct val="83333"/>
              <a:buFont typeface="Arial MT"/>
              <a:buChar char="•"/>
              <a:tabLst>
                <a:tab pos="478790" algn="l"/>
              </a:tabLst>
            </a:pPr>
            <a:r>
              <a:rPr sz="1200" dirty="0">
                <a:latin typeface="Times New Roman"/>
                <a:cs typeface="Times New Roman"/>
              </a:rPr>
              <a:t>4</a:t>
            </a:r>
            <a:r>
              <a:rPr sz="1200" spc="-5" dirty="0">
                <a:latin typeface="Times New Roman"/>
                <a:cs typeface="Times New Roman"/>
              </a:rPr>
              <a:t> </a:t>
            </a:r>
            <a:r>
              <a:rPr sz="1200" dirty="0">
                <a:latin typeface="Times New Roman"/>
                <a:cs typeface="Times New Roman"/>
              </a:rPr>
              <a:t>pins</a:t>
            </a:r>
            <a:r>
              <a:rPr sz="1200" spc="-1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0.1"</a:t>
            </a:r>
            <a:r>
              <a:rPr sz="1200" spc="-10" dirty="0">
                <a:latin typeface="Times New Roman"/>
                <a:cs typeface="Times New Roman"/>
              </a:rPr>
              <a:t> spacing</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100"/>
              </a:spcBef>
            </a:pPr>
            <a:endParaRPr sz="1200">
              <a:latin typeface="Times New Roman"/>
              <a:cs typeface="Times New Roman"/>
            </a:endParaRPr>
          </a:p>
          <a:p>
            <a:pPr marL="167640" indent="-154940">
              <a:lnSpc>
                <a:spcPct val="100000"/>
              </a:lnSpc>
              <a:buAutoNum type="arabicPeriod" startAt="3"/>
              <a:tabLst>
                <a:tab pos="167640" algn="l"/>
              </a:tabLst>
            </a:pPr>
            <a:r>
              <a:rPr sz="1200" b="1" dirty="0">
                <a:latin typeface="Times New Roman"/>
                <a:cs typeface="Times New Roman"/>
              </a:rPr>
              <a:t>Water</a:t>
            </a:r>
            <a:r>
              <a:rPr sz="1200" b="1" spc="-60" dirty="0">
                <a:latin typeface="Times New Roman"/>
                <a:cs typeface="Times New Roman"/>
              </a:rPr>
              <a:t> </a:t>
            </a:r>
            <a:r>
              <a:rPr sz="1200" b="1" dirty="0">
                <a:latin typeface="Times New Roman"/>
                <a:cs typeface="Times New Roman"/>
              </a:rPr>
              <a:t>Flow</a:t>
            </a:r>
            <a:r>
              <a:rPr sz="1200" b="1" spc="-35" dirty="0">
                <a:latin typeface="Times New Roman"/>
                <a:cs typeface="Times New Roman"/>
              </a:rPr>
              <a:t> </a:t>
            </a:r>
            <a:r>
              <a:rPr sz="1200" b="1" dirty="0">
                <a:latin typeface="Times New Roman"/>
                <a:cs typeface="Times New Roman"/>
              </a:rPr>
              <a:t>Sensor:</a:t>
            </a:r>
            <a:r>
              <a:rPr sz="1200" b="1" spc="-1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consists</a:t>
            </a:r>
            <a:r>
              <a:rPr sz="1200" spc="-40" dirty="0">
                <a:latin typeface="Times New Roman"/>
                <a:cs typeface="Times New Roman"/>
              </a:rPr>
              <a:t> </a:t>
            </a:r>
            <a:r>
              <a:rPr sz="1200" spc="-25" dirty="0">
                <a:latin typeface="Times New Roman"/>
                <a:cs typeface="Times New Roman"/>
              </a:rPr>
              <a:t>of:</a:t>
            </a:r>
            <a:endParaRPr sz="1200">
              <a:latin typeface="Times New Roman"/>
              <a:cs typeface="Times New Roman"/>
            </a:endParaRPr>
          </a:p>
          <a:p>
            <a:pPr marL="478790" lvl="1" indent="-457200">
              <a:lnSpc>
                <a:spcPct val="100000"/>
              </a:lnSpc>
              <a:buSzPct val="83333"/>
              <a:buFont typeface="Arial MT"/>
              <a:buChar char="•"/>
              <a:tabLst>
                <a:tab pos="478790" algn="l"/>
              </a:tabLst>
            </a:pP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copper</a:t>
            </a:r>
            <a:r>
              <a:rPr sz="1200" spc="-15" dirty="0">
                <a:latin typeface="Times New Roman"/>
                <a:cs typeface="Times New Roman"/>
              </a:rPr>
              <a:t> </a:t>
            </a:r>
            <a:r>
              <a:rPr sz="1200" spc="-20" dirty="0">
                <a:latin typeface="Times New Roman"/>
                <a:cs typeface="Times New Roman"/>
              </a:rPr>
              <a:t>body</a:t>
            </a:r>
            <a:endParaRPr sz="1200">
              <a:latin typeface="Times New Roman"/>
              <a:cs typeface="Times New Roman"/>
            </a:endParaRPr>
          </a:p>
          <a:p>
            <a:pPr marL="478790" lvl="1" indent="-457200">
              <a:lnSpc>
                <a:spcPct val="100000"/>
              </a:lnSpc>
              <a:spcBef>
                <a:spcPts val="50"/>
              </a:spcBef>
              <a:buSzPct val="83333"/>
              <a:buFont typeface="Arial MT"/>
              <a:buChar char="•"/>
              <a:tabLst>
                <a:tab pos="478790" algn="l"/>
              </a:tabLst>
            </a:pP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water</a:t>
            </a:r>
            <a:r>
              <a:rPr sz="1200" spc="-20" dirty="0">
                <a:latin typeface="Times New Roman"/>
                <a:cs typeface="Times New Roman"/>
              </a:rPr>
              <a:t> </a:t>
            </a:r>
            <a:r>
              <a:rPr sz="1200" spc="-10" dirty="0">
                <a:latin typeface="Times New Roman"/>
                <a:cs typeface="Times New Roman"/>
              </a:rPr>
              <a:t>rotor</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dirty="0">
                <a:latin typeface="Times New Roman"/>
                <a:cs typeface="Times New Roman"/>
              </a:rPr>
              <a:t>a</a:t>
            </a:r>
            <a:r>
              <a:rPr sz="1200" spc="-5" dirty="0">
                <a:latin typeface="Times New Roman"/>
                <a:cs typeface="Times New Roman"/>
              </a:rPr>
              <a:t> </a:t>
            </a:r>
            <a:r>
              <a:rPr sz="1200" spc="-20" dirty="0">
                <a:latin typeface="Times New Roman"/>
                <a:cs typeface="Times New Roman"/>
              </a:rPr>
              <a:t>hall-</a:t>
            </a:r>
            <a:r>
              <a:rPr sz="1200" dirty="0">
                <a:latin typeface="Times New Roman"/>
                <a:cs typeface="Times New Roman"/>
              </a:rPr>
              <a:t>effect</a:t>
            </a:r>
            <a:r>
              <a:rPr sz="1200" spc="30" dirty="0">
                <a:latin typeface="Times New Roman"/>
                <a:cs typeface="Times New Roman"/>
              </a:rPr>
              <a:t> </a:t>
            </a:r>
            <a:r>
              <a:rPr sz="1200" spc="-10" dirty="0">
                <a:latin typeface="Times New Roman"/>
                <a:cs typeface="Times New Roman"/>
              </a:rPr>
              <a:t>sensor</a:t>
            </a:r>
            <a:endParaRPr sz="1200">
              <a:latin typeface="Times New Roman"/>
              <a:cs typeface="Times New Roman"/>
            </a:endParaRPr>
          </a:p>
          <a:p>
            <a:pPr marL="19050" marR="78740" indent="-6985" algn="just">
              <a:lnSpc>
                <a:spcPct val="99200"/>
              </a:lnSpc>
              <a:spcBef>
                <a:spcPts val="35"/>
              </a:spcBef>
            </a:pPr>
            <a:r>
              <a:rPr sz="1200" dirty="0">
                <a:latin typeface="Times New Roman"/>
                <a:cs typeface="Times New Roman"/>
              </a:rPr>
              <a:t>When</a:t>
            </a:r>
            <a:r>
              <a:rPr sz="1200" spc="-65" dirty="0">
                <a:latin typeface="Times New Roman"/>
                <a:cs typeface="Times New Roman"/>
              </a:rPr>
              <a:t> </a:t>
            </a:r>
            <a:r>
              <a:rPr sz="1200" dirty="0">
                <a:latin typeface="Times New Roman"/>
                <a:cs typeface="Times New Roman"/>
              </a:rPr>
              <a:t>water</a:t>
            </a:r>
            <a:r>
              <a:rPr sz="1200" spc="-30" dirty="0">
                <a:latin typeface="Times New Roman"/>
                <a:cs typeface="Times New Roman"/>
              </a:rPr>
              <a:t> </a:t>
            </a:r>
            <a:r>
              <a:rPr sz="1200" dirty="0">
                <a:latin typeface="Times New Roman"/>
                <a:cs typeface="Times New Roman"/>
              </a:rPr>
              <a:t>goes</a:t>
            </a:r>
            <a:r>
              <a:rPr sz="1200" spc="-45" dirty="0">
                <a:latin typeface="Times New Roman"/>
                <a:cs typeface="Times New Roman"/>
              </a:rPr>
              <a:t> </a:t>
            </a:r>
            <a:r>
              <a:rPr sz="1200" dirty="0">
                <a:latin typeface="Times New Roman"/>
                <a:cs typeface="Times New Roman"/>
              </a:rPr>
              <a:t>through</a:t>
            </a:r>
            <a:r>
              <a:rPr sz="1200" spc="-6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rotor,</a:t>
            </a:r>
            <a:r>
              <a:rPr sz="1200" spc="-45" dirty="0">
                <a:latin typeface="Times New Roman"/>
                <a:cs typeface="Times New Roman"/>
              </a:rPr>
              <a:t> </a:t>
            </a:r>
            <a:r>
              <a:rPr sz="1200" dirty="0">
                <a:latin typeface="Times New Roman"/>
                <a:cs typeface="Times New Roman"/>
              </a:rPr>
              <a:t>rotor</a:t>
            </a:r>
            <a:r>
              <a:rPr sz="1200" spc="-55" dirty="0">
                <a:latin typeface="Times New Roman"/>
                <a:cs typeface="Times New Roman"/>
              </a:rPr>
              <a:t> </a:t>
            </a:r>
            <a:r>
              <a:rPr sz="1200" dirty="0">
                <a:latin typeface="Times New Roman"/>
                <a:cs typeface="Times New Roman"/>
              </a:rPr>
              <a:t>rolls,</a:t>
            </a:r>
            <a:r>
              <a:rPr sz="1200" spc="-5" dirty="0">
                <a:latin typeface="Times New Roman"/>
                <a:cs typeface="Times New Roman"/>
              </a:rPr>
              <a:t> </a:t>
            </a:r>
            <a:r>
              <a:rPr sz="1200" dirty="0">
                <a:latin typeface="Times New Roman"/>
                <a:cs typeface="Times New Roman"/>
              </a:rPr>
              <a:t>its</a:t>
            </a:r>
            <a:r>
              <a:rPr sz="1200" spc="-45" dirty="0">
                <a:latin typeface="Times New Roman"/>
                <a:cs typeface="Times New Roman"/>
              </a:rPr>
              <a:t> </a:t>
            </a:r>
            <a:r>
              <a:rPr sz="1200" dirty="0">
                <a:latin typeface="Times New Roman"/>
                <a:cs typeface="Times New Roman"/>
              </a:rPr>
              <a:t>speed</a:t>
            </a:r>
            <a:r>
              <a:rPr sz="1200" spc="-40" dirty="0">
                <a:latin typeface="Times New Roman"/>
                <a:cs typeface="Times New Roman"/>
              </a:rPr>
              <a:t> </a:t>
            </a:r>
            <a:r>
              <a:rPr sz="1200" dirty="0">
                <a:latin typeface="Times New Roman"/>
                <a:cs typeface="Times New Roman"/>
              </a:rPr>
              <a:t>changes</a:t>
            </a:r>
            <a:r>
              <a:rPr sz="1200" spc="-45" dirty="0">
                <a:latin typeface="Times New Roman"/>
                <a:cs typeface="Times New Roman"/>
              </a:rPr>
              <a:t> </a:t>
            </a:r>
            <a:r>
              <a:rPr sz="1200" dirty="0">
                <a:latin typeface="Times New Roman"/>
                <a:cs typeface="Times New Roman"/>
              </a:rPr>
              <a:t>with</a:t>
            </a:r>
            <a:r>
              <a:rPr sz="1200" spc="-65" dirty="0">
                <a:latin typeface="Times New Roman"/>
                <a:cs typeface="Times New Roman"/>
              </a:rPr>
              <a:t> </a:t>
            </a:r>
            <a:r>
              <a:rPr sz="1200" dirty="0">
                <a:latin typeface="Times New Roman"/>
                <a:cs typeface="Times New Roman"/>
              </a:rPr>
              <a:t>different</a:t>
            </a:r>
            <a:r>
              <a:rPr sz="1200" spc="-15" dirty="0">
                <a:latin typeface="Times New Roman"/>
                <a:cs typeface="Times New Roman"/>
              </a:rPr>
              <a:t> </a:t>
            </a:r>
            <a:r>
              <a:rPr sz="1200" dirty="0">
                <a:latin typeface="Times New Roman"/>
                <a:cs typeface="Times New Roman"/>
              </a:rPr>
              <a:t>rate</a:t>
            </a:r>
            <a:r>
              <a:rPr sz="1200" spc="-6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flow.</a:t>
            </a:r>
            <a:r>
              <a:rPr sz="1200" spc="-3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hall-</a:t>
            </a:r>
            <a:r>
              <a:rPr sz="1200" spc="-10" dirty="0">
                <a:latin typeface="Times New Roman"/>
                <a:cs typeface="Times New Roman"/>
              </a:rPr>
              <a:t>effect </a:t>
            </a:r>
            <a:r>
              <a:rPr sz="1200" dirty="0">
                <a:latin typeface="Times New Roman"/>
                <a:cs typeface="Times New Roman"/>
              </a:rPr>
              <a:t>sensor</a:t>
            </a:r>
            <a:r>
              <a:rPr sz="1200" spc="-15" dirty="0">
                <a:latin typeface="Times New Roman"/>
                <a:cs typeface="Times New Roman"/>
              </a:rPr>
              <a:t> </a:t>
            </a:r>
            <a:r>
              <a:rPr sz="1200" dirty="0">
                <a:latin typeface="Times New Roman"/>
                <a:cs typeface="Times New Roman"/>
              </a:rPr>
              <a:t>gives</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corresponding</a:t>
            </a:r>
            <a:r>
              <a:rPr sz="1200" spc="-20" dirty="0">
                <a:latin typeface="Times New Roman"/>
                <a:cs typeface="Times New Roman"/>
              </a:rPr>
              <a:t> </a:t>
            </a:r>
            <a:r>
              <a:rPr sz="1200" dirty="0">
                <a:latin typeface="Times New Roman"/>
                <a:cs typeface="Times New Roman"/>
              </a:rPr>
              <a:t>pulse</a:t>
            </a:r>
            <a:r>
              <a:rPr sz="1200" spc="-20" dirty="0">
                <a:latin typeface="Times New Roman"/>
                <a:cs typeface="Times New Roman"/>
              </a:rPr>
              <a:t> </a:t>
            </a:r>
            <a:r>
              <a:rPr sz="1200" dirty="0">
                <a:latin typeface="Times New Roman"/>
                <a:cs typeface="Times New Roman"/>
              </a:rPr>
              <a:t>signal.</a:t>
            </a:r>
            <a:r>
              <a:rPr sz="1200" spc="-10"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exhibit</a:t>
            </a:r>
            <a:r>
              <a:rPr sz="1200" spc="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flow</a:t>
            </a:r>
            <a:r>
              <a:rPr sz="1200" spc="-2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water</a:t>
            </a:r>
            <a:r>
              <a:rPr sz="1200" spc="-30" dirty="0">
                <a:latin typeface="Times New Roman"/>
                <a:cs typeface="Times New Roman"/>
              </a:rPr>
              <a:t> </a:t>
            </a:r>
            <a:r>
              <a:rPr sz="1200" dirty="0">
                <a:latin typeface="Times New Roman"/>
                <a:cs typeface="Times New Roman"/>
              </a:rPr>
              <a:t>[11].</a:t>
            </a:r>
            <a:r>
              <a:rPr sz="1200" spc="-3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supply,</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voltage </a:t>
            </a:r>
            <a:r>
              <a:rPr sz="1200" dirty="0">
                <a:latin typeface="Times New Roman"/>
                <a:cs typeface="Times New Roman"/>
              </a:rPr>
              <a:t>required</a:t>
            </a:r>
            <a:r>
              <a:rPr sz="1200" spc="1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5V</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18V</a:t>
            </a:r>
            <a:r>
              <a:rPr sz="1200" spc="-5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spc="-25" dirty="0">
                <a:latin typeface="Times New Roman"/>
                <a:cs typeface="Times New Roman"/>
              </a:rPr>
              <a:t>DC.</a:t>
            </a:r>
            <a:endParaRPr sz="1200">
              <a:latin typeface="Times New Roman"/>
              <a:cs typeface="Times New Roman"/>
            </a:endParaRPr>
          </a:p>
        </p:txBody>
      </p:sp>
      <p:sp>
        <p:nvSpPr>
          <p:cNvPr id="9" name="object 9"/>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r>
              <a:rPr spc="-50" dirty="0"/>
              <a:t>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7820" y="1191514"/>
            <a:ext cx="6780530" cy="1696720"/>
          </a:xfrm>
          <a:prstGeom prst="rect">
            <a:avLst/>
          </a:prstGeom>
        </p:spPr>
        <p:txBody>
          <a:bodyPr vert="horz" wrap="square" lIns="0" tIns="20320" rIns="0" bIns="0" rtlCol="0">
            <a:spAutoFit/>
          </a:bodyPr>
          <a:lstStyle/>
          <a:p>
            <a:pPr marL="19050" marR="5080" indent="-8890">
              <a:lnSpc>
                <a:spcPts val="1420"/>
              </a:lnSpc>
              <a:spcBef>
                <a:spcPts val="160"/>
              </a:spcBef>
              <a:buSzPct val="91666"/>
              <a:buAutoNum type="arabicPeriod" startAt="4"/>
              <a:tabLst>
                <a:tab pos="19050" algn="l"/>
                <a:tab pos="127635" algn="l"/>
              </a:tabLst>
            </a:pPr>
            <a:r>
              <a:rPr sz="1200" b="1" dirty="0">
                <a:latin typeface="Times New Roman"/>
                <a:cs typeface="Times New Roman"/>
              </a:rPr>
              <a:t>	HC</a:t>
            </a:r>
            <a:r>
              <a:rPr sz="1200" b="1" spc="-25" dirty="0">
                <a:latin typeface="Times New Roman"/>
                <a:cs typeface="Times New Roman"/>
              </a:rPr>
              <a:t> </a:t>
            </a:r>
            <a:r>
              <a:rPr sz="1200" b="1" dirty="0">
                <a:latin typeface="Times New Roman"/>
                <a:cs typeface="Times New Roman"/>
              </a:rPr>
              <a:t>SR04</a:t>
            </a:r>
            <a:r>
              <a:rPr sz="1200" b="1" spc="-40" dirty="0">
                <a:latin typeface="Times New Roman"/>
                <a:cs typeface="Times New Roman"/>
              </a:rPr>
              <a:t> </a:t>
            </a:r>
            <a:r>
              <a:rPr sz="1200" b="1" spc="-10" dirty="0">
                <a:latin typeface="Times New Roman"/>
                <a:cs typeface="Times New Roman"/>
              </a:rPr>
              <a:t>Ultrasonic</a:t>
            </a:r>
            <a:r>
              <a:rPr sz="1200" b="1" spc="-20" dirty="0">
                <a:latin typeface="Times New Roman"/>
                <a:cs typeface="Times New Roman"/>
              </a:rPr>
              <a:t> </a:t>
            </a:r>
            <a:r>
              <a:rPr sz="1200" b="1" dirty="0">
                <a:latin typeface="Times New Roman"/>
                <a:cs typeface="Times New Roman"/>
              </a:rPr>
              <a:t>Range</a:t>
            </a:r>
            <a:r>
              <a:rPr sz="1200" b="1" spc="-25" dirty="0">
                <a:latin typeface="Times New Roman"/>
                <a:cs typeface="Times New Roman"/>
              </a:rPr>
              <a:t> </a:t>
            </a:r>
            <a:r>
              <a:rPr sz="1200" b="1" spc="-10" dirty="0">
                <a:latin typeface="Times New Roman"/>
                <a:cs typeface="Times New Roman"/>
              </a:rPr>
              <a:t>Finder</a:t>
            </a:r>
            <a:r>
              <a:rPr sz="1200" b="1" spc="-45"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dirty="0">
                <a:latin typeface="Times New Roman"/>
                <a:cs typeface="Times New Roman"/>
              </a:rPr>
              <a:t>Distance</a:t>
            </a:r>
            <a:r>
              <a:rPr sz="1200" b="1" spc="-25" dirty="0">
                <a:latin typeface="Times New Roman"/>
                <a:cs typeface="Times New Roman"/>
              </a:rPr>
              <a:t> </a:t>
            </a:r>
            <a:r>
              <a:rPr sz="1200" b="1" dirty="0">
                <a:latin typeface="Times New Roman"/>
                <a:cs typeface="Times New Roman"/>
              </a:rPr>
              <a:t>sensor:</a:t>
            </a:r>
            <a:r>
              <a:rPr sz="1200" b="1" spc="10"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works</a:t>
            </a:r>
            <a:r>
              <a:rPr sz="1200" spc="-55" dirty="0">
                <a:latin typeface="Times New Roman"/>
                <a:cs typeface="Times New Roman"/>
              </a:rPr>
              <a:t> </a:t>
            </a:r>
            <a:r>
              <a:rPr sz="1200" dirty="0">
                <a:latin typeface="Times New Roman"/>
                <a:cs typeface="Times New Roman"/>
              </a:rPr>
              <a:t>on</a:t>
            </a:r>
            <a:r>
              <a:rPr sz="1200" spc="-6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principle</a:t>
            </a:r>
            <a:r>
              <a:rPr sz="1200" spc="-2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SONAR.</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measure </a:t>
            </a:r>
            <a:r>
              <a:rPr sz="1200" dirty="0">
                <a:latin typeface="Times New Roman"/>
                <a:cs typeface="Times New Roman"/>
              </a:rPr>
              <a:t>distances</a:t>
            </a:r>
            <a:r>
              <a:rPr sz="1200" spc="-30"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ultrasonic</a:t>
            </a:r>
            <a:r>
              <a:rPr sz="1200" spc="-20" dirty="0">
                <a:latin typeface="Times New Roman"/>
                <a:cs typeface="Times New Roman"/>
              </a:rPr>
              <a:t> </a:t>
            </a:r>
            <a:r>
              <a:rPr sz="1200" dirty="0">
                <a:latin typeface="Times New Roman"/>
                <a:cs typeface="Times New Roman"/>
              </a:rPr>
              <a:t>waves</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determine</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distance</a:t>
            </a:r>
            <a:r>
              <a:rPr sz="1200" spc="-2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an</a:t>
            </a:r>
            <a:r>
              <a:rPr sz="1200" spc="-40" dirty="0">
                <a:latin typeface="Times New Roman"/>
                <a:cs typeface="Times New Roman"/>
              </a:rPr>
              <a:t> </a:t>
            </a:r>
            <a:r>
              <a:rPr sz="1200" dirty="0">
                <a:latin typeface="Times New Roman"/>
                <a:cs typeface="Times New Roman"/>
              </a:rPr>
              <a:t>object</a:t>
            </a:r>
            <a:r>
              <a:rPr sz="1200" spc="5" dirty="0">
                <a:latin typeface="Times New Roman"/>
                <a:cs typeface="Times New Roman"/>
              </a:rPr>
              <a:t> </a:t>
            </a:r>
            <a:r>
              <a:rPr sz="1200" dirty="0">
                <a:latin typeface="Times New Roman"/>
                <a:cs typeface="Times New Roman"/>
              </a:rPr>
              <a:t>from</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sensor.</a:t>
            </a:r>
            <a:endParaRPr sz="1200">
              <a:latin typeface="Times New Roman"/>
              <a:cs typeface="Times New Roman"/>
            </a:endParaRPr>
          </a:p>
          <a:p>
            <a:pPr marL="12700">
              <a:lnSpc>
                <a:spcPts val="1420"/>
              </a:lnSpc>
            </a:pPr>
            <a:r>
              <a:rPr sz="1200" spc="-10" dirty="0">
                <a:latin typeface="Times New Roman"/>
                <a:cs typeface="Times New Roman"/>
              </a:rPr>
              <a:t>HC-</a:t>
            </a:r>
            <a:r>
              <a:rPr sz="1200" dirty="0">
                <a:latin typeface="Times New Roman"/>
                <a:cs typeface="Times New Roman"/>
              </a:rPr>
              <a:t>SR04</a:t>
            </a:r>
            <a:r>
              <a:rPr sz="1200" spc="-5" dirty="0">
                <a:latin typeface="Times New Roman"/>
                <a:cs typeface="Times New Roman"/>
              </a:rPr>
              <a:t> </a:t>
            </a:r>
            <a:r>
              <a:rPr sz="1200" dirty="0">
                <a:latin typeface="Times New Roman"/>
                <a:cs typeface="Times New Roman"/>
              </a:rPr>
              <a:t>Sensor </a:t>
            </a:r>
            <a:r>
              <a:rPr sz="1200" spc="-10" dirty="0">
                <a:latin typeface="Times New Roman"/>
                <a:cs typeface="Times New Roman"/>
              </a:rPr>
              <a:t>Features:</a:t>
            </a:r>
            <a:endParaRPr sz="1200">
              <a:latin typeface="Times New Roman"/>
              <a:cs typeface="Times New Roman"/>
            </a:endParaRPr>
          </a:p>
          <a:p>
            <a:pPr marL="478790" lvl="1" indent="-457200">
              <a:lnSpc>
                <a:spcPct val="100000"/>
              </a:lnSpc>
              <a:spcBef>
                <a:spcPts val="50"/>
              </a:spcBef>
              <a:buSzPct val="83333"/>
              <a:buFont typeface="Arial MT"/>
              <a:buChar char="•"/>
              <a:tabLst>
                <a:tab pos="478790" algn="l"/>
              </a:tabLst>
            </a:pPr>
            <a:r>
              <a:rPr sz="1200" dirty="0">
                <a:latin typeface="Times New Roman"/>
                <a:cs typeface="Times New Roman"/>
              </a:rPr>
              <a:t>Operating</a:t>
            </a:r>
            <a:r>
              <a:rPr sz="1200" spc="-55" dirty="0">
                <a:latin typeface="Times New Roman"/>
                <a:cs typeface="Times New Roman"/>
              </a:rPr>
              <a:t> </a:t>
            </a:r>
            <a:r>
              <a:rPr sz="1200" dirty="0">
                <a:latin typeface="Times New Roman"/>
                <a:cs typeface="Times New Roman"/>
              </a:rPr>
              <a:t>voltage:</a:t>
            </a:r>
            <a:r>
              <a:rPr sz="1200" spc="-55" dirty="0">
                <a:latin typeface="Times New Roman"/>
                <a:cs typeface="Times New Roman"/>
              </a:rPr>
              <a:t> </a:t>
            </a:r>
            <a:r>
              <a:rPr sz="1200" spc="-25" dirty="0">
                <a:latin typeface="Times New Roman"/>
                <a:cs typeface="Times New Roman"/>
              </a:rPr>
              <a:t>+5V</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spc="-10" dirty="0">
                <a:latin typeface="Times New Roman"/>
                <a:cs typeface="Times New Roman"/>
              </a:rPr>
              <a:t>Theoretical</a:t>
            </a:r>
            <a:r>
              <a:rPr sz="1200" spc="-35" dirty="0">
                <a:latin typeface="Times New Roman"/>
                <a:cs typeface="Times New Roman"/>
              </a:rPr>
              <a:t> </a:t>
            </a:r>
            <a:r>
              <a:rPr sz="1200" dirty="0">
                <a:latin typeface="Times New Roman"/>
                <a:cs typeface="Times New Roman"/>
              </a:rPr>
              <a:t>Measuring</a:t>
            </a:r>
            <a:r>
              <a:rPr sz="1200" spc="-5" dirty="0">
                <a:latin typeface="Times New Roman"/>
                <a:cs typeface="Times New Roman"/>
              </a:rPr>
              <a:t> </a:t>
            </a:r>
            <a:r>
              <a:rPr sz="1200" dirty="0">
                <a:latin typeface="Times New Roman"/>
                <a:cs typeface="Times New Roman"/>
              </a:rPr>
              <a:t>Distance:</a:t>
            </a:r>
            <a:r>
              <a:rPr sz="1200" spc="-10" dirty="0">
                <a:latin typeface="Times New Roman"/>
                <a:cs typeface="Times New Roman"/>
              </a:rPr>
              <a:t> </a:t>
            </a:r>
            <a:r>
              <a:rPr sz="1200" dirty="0">
                <a:latin typeface="Times New Roman"/>
                <a:cs typeface="Times New Roman"/>
              </a:rPr>
              <a:t>2cm</a:t>
            </a:r>
            <a:r>
              <a:rPr sz="1200" spc="-5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450cm</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spc="-10" dirty="0">
                <a:latin typeface="Times New Roman"/>
                <a:cs typeface="Times New Roman"/>
              </a:rPr>
              <a:t>Practical</a:t>
            </a:r>
            <a:r>
              <a:rPr sz="1200" spc="-40" dirty="0">
                <a:latin typeface="Times New Roman"/>
                <a:cs typeface="Times New Roman"/>
              </a:rPr>
              <a:t> </a:t>
            </a:r>
            <a:r>
              <a:rPr sz="1200" dirty="0">
                <a:latin typeface="Times New Roman"/>
                <a:cs typeface="Times New Roman"/>
              </a:rPr>
              <a:t>Measuring</a:t>
            </a:r>
            <a:r>
              <a:rPr sz="1200" spc="-10" dirty="0">
                <a:latin typeface="Times New Roman"/>
                <a:cs typeface="Times New Roman"/>
              </a:rPr>
              <a:t> </a:t>
            </a:r>
            <a:r>
              <a:rPr sz="1200" dirty="0">
                <a:latin typeface="Times New Roman"/>
                <a:cs typeface="Times New Roman"/>
              </a:rPr>
              <a:t>Distance:</a:t>
            </a:r>
            <a:r>
              <a:rPr sz="1200" spc="-15" dirty="0">
                <a:latin typeface="Times New Roman"/>
                <a:cs typeface="Times New Roman"/>
              </a:rPr>
              <a:t> </a:t>
            </a:r>
            <a:r>
              <a:rPr sz="1200" dirty="0">
                <a:latin typeface="Times New Roman"/>
                <a:cs typeface="Times New Roman"/>
              </a:rPr>
              <a:t>2cm</a:t>
            </a:r>
            <a:r>
              <a:rPr sz="1200" spc="-5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20" dirty="0">
                <a:latin typeface="Times New Roman"/>
                <a:cs typeface="Times New Roman"/>
              </a:rPr>
              <a:t>80cm</a:t>
            </a:r>
            <a:endParaRPr sz="1200">
              <a:latin typeface="Times New Roman"/>
              <a:cs typeface="Times New Roman"/>
            </a:endParaRPr>
          </a:p>
          <a:p>
            <a:pPr marL="478790" lvl="1" indent="-457200">
              <a:lnSpc>
                <a:spcPct val="100000"/>
              </a:lnSpc>
              <a:spcBef>
                <a:spcPts val="25"/>
              </a:spcBef>
              <a:buSzPct val="83333"/>
              <a:buFont typeface="Arial MT"/>
              <a:buChar char="•"/>
              <a:tabLst>
                <a:tab pos="478790" algn="l"/>
              </a:tabLst>
            </a:pPr>
            <a:r>
              <a:rPr sz="1200" spc="-10" dirty="0">
                <a:latin typeface="Times New Roman"/>
                <a:cs typeface="Times New Roman"/>
              </a:rPr>
              <a:t>Accuracy:</a:t>
            </a:r>
            <a:r>
              <a:rPr sz="1200" spc="5" dirty="0">
                <a:latin typeface="Times New Roman"/>
                <a:cs typeface="Times New Roman"/>
              </a:rPr>
              <a:t> </a:t>
            </a:r>
            <a:r>
              <a:rPr sz="1200" spc="-25" dirty="0">
                <a:latin typeface="Times New Roman"/>
                <a:cs typeface="Times New Roman"/>
              </a:rPr>
              <a:t>3mm</a:t>
            </a:r>
            <a:endParaRPr sz="1200">
              <a:latin typeface="Times New Roman"/>
              <a:cs typeface="Times New Roman"/>
            </a:endParaRPr>
          </a:p>
          <a:p>
            <a:pPr marL="478790" lvl="1" indent="-457200">
              <a:lnSpc>
                <a:spcPct val="100000"/>
              </a:lnSpc>
              <a:spcBef>
                <a:spcPts val="50"/>
              </a:spcBef>
              <a:buSzPct val="83333"/>
              <a:buFont typeface="Arial MT"/>
              <a:buChar char="•"/>
              <a:tabLst>
                <a:tab pos="478790" algn="l"/>
              </a:tabLst>
            </a:pPr>
            <a:r>
              <a:rPr sz="1200" dirty="0">
                <a:latin typeface="Times New Roman"/>
                <a:cs typeface="Times New Roman"/>
              </a:rPr>
              <a:t>Measuring</a:t>
            </a:r>
            <a:r>
              <a:rPr sz="1200" spc="-45" dirty="0">
                <a:latin typeface="Times New Roman"/>
                <a:cs typeface="Times New Roman"/>
              </a:rPr>
              <a:t> </a:t>
            </a:r>
            <a:r>
              <a:rPr sz="1200" dirty="0">
                <a:latin typeface="Times New Roman"/>
                <a:cs typeface="Times New Roman"/>
              </a:rPr>
              <a:t>angle</a:t>
            </a:r>
            <a:r>
              <a:rPr sz="1200" spc="-50" dirty="0">
                <a:latin typeface="Times New Roman"/>
                <a:cs typeface="Times New Roman"/>
              </a:rPr>
              <a:t> </a:t>
            </a:r>
            <a:r>
              <a:rPr sz="1200" dirty="0">
                <a:latin typeface="Times New Roman"/>
                <a:cs typeface="Times New Roman"/>
              </a:rPr>
              <a:t>covered:</a:t>
            </a:r>
            <a:r>
              <a:rPr sz="1200" spc="-40" dirty="0">
                <a:latin typeface="Times New Roman"/>
                <a:cs typeface="Times New Roman"/>
              </a:rPr>
              <a:t> </a:t>
            </a:r>
            <a:r>
              <a:rPr sz="1200" spc="-20" dirty="0">
                <a:latin typeface="Times New Roman"/>
                <a:cs typeface="Times New Roman"/>
              </a:rPr>
              <a:t>&lt;15°</a:t>
            </a:r>
            <a:endParaRPr sz="1200">
              <a:latin typeface="Times New Roman"/>
              <a:cs typeface="Times New Roman"/>
            </a:endParaRPr>
          </a:p>
          <a:p>
            <a:pPr marL="478790" lvl="1" indent="-457200">
              <a:lnSpc>
                <a:spcPct val="100000"/>
              </a:lnSpc>
              <a:spcBef>
                <a:spcPts val="20"/>
              </a:spcBef>
              <a:buSzPct val="83333"/>
              <a:buFont typeface="Arial MT"/>
              <a:buChar char="•"/>
              <a:tabLst>
                <a:tab pos="478790" algn="l"/>
              </a:tabLst>
            </a:pPr>
            <a:r>
              <a:rPr sz="1200" dirty="0">
                <a:latin typeface="Times New Roman"/>
                <a:cs typeface="Times New Roman"/>
              </a:rPr>
              <a:t>Operating</a:t>
            </a:r>
            <a:r>
              <a:rPr sz="1200" spc="-50" dirty="0">
                <a:latin typeface="Times New Roman"/>
                <a:cs typeface="Times New Roman"/>
              </a:rPr>
              <a:t> </a:t>
            </a:r>
            <a:r>
              <a:rPr sz="1200" dirty="0">
                <a:latin typeface="Times New Roman"/>
                <a:cs typeface="Times New Roman"/>
              </a:rPr>
              <a:t>Current:</a:t>
            </a:r>
            <a:r>
              <a:rPr sz="1200" spc="-50" dirty="0">
                <a:latin typeface="Times New Roman"/>
                <a:cs typeface="Times New Roman"/>
              </a:rPr>
              <a:t> </a:t>
            </a:r>
            <a:r>
              <a:rPr sz="1200" spc="-10" dirty="0">
                <a:latin typeface="Times New Roman"/>
                <a:cs typeface="Times New Roman"/>
              </a:rPr>
              <a:t>&lt;15mA</a:t>
            </a:r>
            <a:endParaRPr sz="1200">
              <a:latin typeface="Times New Roman"/>
              <a:cs typeface="Times New Roman"/>
            </a:endParaRPr>
          </a:p>
        </p:txBody>
      </p:sp>
      <p:sp>
        <p:nvSpPr>
          <p:cNvPr id="3" name="object 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r>
              <a:rPr spc="-50" dirty="0"/>
              <a:t>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1429639"/>
            <a:ext cx="2810510" cy="544195"/>
          </a:xfrm>
          <a:prstGeom prst="rect">
            <a:avLst/>
          </a:prstGeom>
        </p:spPr>
        <p:txBody>
          <a:bodyPr vert="horz" wrap="square" lIns="0" tIns="12700" rIns="0" bIns="0" rtlCol="0">
            <a:spAutoFit/>
          </a:bodyPr>
          <a:lstStyle/>
          <a:p>
            <a:pPr marL="612775">
              <a:lnSpc>
                <a:spcPct val="100000"/>
              </a:lnSpc>
              <a:spcBef>
                <a:spcPts val="100"/>
              </a:spcBef>
            </a:pPr>
            <a:r>
              <a:rPr sz="1200" b="1" spc="-10" dirty="0">
                <a:latin typeface="Times New Roman"/>
                <a:cs typeface="Times New Roman"/>
              </a:rPr>
              <a:t>SOFTWARE</a:t>
            </a:r>
            <a:r>
              <a:rPr sz="1200" b="1" spc="-60" dirty="0">
                <a:latin typeface="Times New Roman"/>
                <a:cs typeface="Times New Roman"/>
              </a:rPr>
              <a:t> </a:t>
            </a:r>
            <a:r>
              <a:rPr sz="1200" b="1" spc="-10" dirty="0">
                <a:latin typeface="Times New Roman"/>
                <a:cs typeface="Times New Roman"/>
              </a:rPr>
              <a:t>REQUIREMENTS:</a:t>
            </a:r>
            <a:endParaRPr sz="1200">
              <a:latin typeface="Times New Roman"/>
              <a:cs typeface="Times New Roman"/>
            </a:endParaRPr>
          </a:p>
          <a:p>
            <a:pPr marL="12700">
              <a:lnSpc>
                <a:spcPct val="100000"/>
              </a:lnSpc>
              <a:spcBef>
                <a:spcPts val="1320"/>
              </a:spcBef>
            </a:pPr>
            <a:r>
              <a:rPr sz="1000" dirty="0">
                <a:latin typeface="Times New Roman"/>
                <a:cs typeface="Times New Roman"/>
              </a:rPr>
              <a:t>1.</a:t>
            </a:r>
            <a:r>
              <a:rPr sz="1000" spc="395" dirty="0">
                <a:latin typeface="Times New Roman"/>
                <a:cs typeface="Times New Roman"/>
              </a:rPr>
              <a:t> </a:t>
            </a:r>
            <a:r>
              <a:rPr sz="1100" dirty="0">
                <a:latin typeface="Times New Roman"/>
                <a:cs typeface="Times New Roman"/>
              </a:rPr>
              <a:t>Arduino</a:t>
            </a:r>
            <a:r>
              <a:rPr sz="1100" spc="-20" dirty="0">
                <a:latin typeface="Times New Roman"/>
                <a:cs typeface="Times New Roman"/>
              </a:rPr>
              <a:t> </a:t>
            </a:r>
            <a:r>
              <a:rPr sz="1100" spc="-25" dirty="0">
                <a:latin typeface="Times New Roman"/>
                <a:cs typeface="Times New Roman"/>
              </a:rPr>
              <a:t>IDE</a:t>
            </a:r>
            <a:endParaRPr sz="1100">
              <a:latin typeface="Times New Roman"/>
              <a:cs typeface="Times New Roman"/>
            </a:endParaRPr>
          </a:p>
        </p:txBody>
      </p:sp>
      <p:sp>
        <p:nvSpPr>
          <p:cNvPr id="3" name="object 3"/>
          <p:cNvSpPr txBox="1"/>
          <p:nvPr/>
        </p:nvSpPr>
        <p:spPr>
          <a:xfrm>
            <a:off x="423468" y="3798569"/>
            <a:ext cx="6701155" cy="1599565"/>
          </a:xfrm>
          <a:prstGeom prst="rect">
            <a:avLst/>
          </a:prstGeom>
        </p:spPr>
        <p:txBody>
          <a:bodyPr vert="horz" wrap="square" lIns="0" tIns="7620" rIns="0" bIns="0" rtlCol="0">
            <a:spAutoFit/>
          </a:bodyPr>
          <a:lstStyle/>
          <a:p>
            <a:pPr marL="12700" marR="5080">
              <a:lnSpc>
                <a:spcPct val="103400"/>
              </a:lnSpc>
              <a:spcBef>
                <a:spcPts val="60"/>
              </a:spcBef>
            </a:pPr>
            <a:r>
              <a:rPr sz="1100" dirty="0">
                <a:latin typeface="Times New Roman"/>
                <a:cs typeface="Times New Roman"/>
              </a:rPr>
              <a:t>Arduino</a:t>
            </a:r>
            <a:r>
              <a:rPr sz="1100" spc="-25" dirty="0">
                <a:latin typeface="Times New Roman"/>
                <a:cs typeface="Times New Roman"/>
              </a:rPr>
              <a:t> </a:t>
            </a:r>
            <a:r>
              <a:rPr sz="1100" dirty="0">
                <a:latin typeface="Times New Roman"/>
                <a:cs typeface="Times New Roman"/>
              </a:rPr>
              <a:t>IDE is</a:t>
            </a:r>
            <a:r>
              <a:rPr sz="1100" spc="5" dirty="0">
                <a:latin typeface="Times New Roman"/>
                <a:cs typeface="Times New Roman"/>
              </a:rPr>
              <a:t> </a:t>
            </a:r>
            <a:r>
              <a:rPr sz="1100" dirty="0">
                <a:latin typeface="Times New Roman"/>
                <a:cs typeface="Times New Roman"/>
              </a:rPr>
              <a:t>an</a:t>
            </a:r>
            <a:r>
              <a:rPr sz="1100" spc="-20" dirty="0">
                <a:latin typeface="Times New Roman"/>
                <a:cs typeface="Times New Roman"/>
              </a:rPr>
              <a:t> </a:t>
            </a:r>
            <a:r>
              <a:rPr sz="1100" dirty="0">
                <a:latin typeface="Times New Roman"/>
                <a:cs typeface="Times New Roman"/>
              </a:rPr>
              <a:t>open</a:t>
            </a:r>
            <a:r>
              <a:rPr sz="1100" spc="-20" dirty="0">
                <a:latin typeface="Times New Roman"/>
                <a:cs typeface="Times New Roman"/>
              </a:rPr>
              <a:t> </a:t>
            </a:r>
            <a:r>
              <a:rPr sz="1100" dirty="0">
                <a:latin typeface="Times New Roman"/>
                <a:cs typeface="Times New Roman"/>
              </a:rPr>
              <a:t>source</a:t>
            </a:r>
            <a:r>
              <a:rPr sz="1100" spc="-15" dirty="0">
                <a:latin typeface="Times New Roman"/>
                <a:cs typeface="Times New Roman"/>
              </a:rPr>
              <a:t> </a:t>
            </a:r>
            <a:r>
              <a:rPr sz="1100" dirty="0">
                <a:latin typeface="Times New Roman"/>
                <a:cs typeface="Times New Roman"/>
              </a:rPr>
              <a:t>software</a:t>
            </a:r>
            <a:r>
              <a:rPr sz="1100" spc="-30" dirty="0">
                <a:latin typeface="Times New Roman"/>
                <a:cs typeface="Times New Roman"/>
              </a:rPr>
              <a:t> </a:t>
            </a:r>
            <a:r>
              <a:rPr sz="1100" dirty="0">
                <a:latin typeface="Times New Roman"/>
                <a:cs typeface="Times New Roman"/>
              </a:rPr>
              <a:t>that</a:t>
            </a:r>
            <a:r>
              <a:rPr sz="1100" spc="10"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mainly</a:t>
            </a:r>
            <a:r>
              <a:rPr sz="1100" spc="-20" dirty="0">
                <a:latin typeface="Times New Roman"/>
                <a:cs typeface="Times New Roman"/>
              </a:rPr>
              <a:t> </a:t>
            </a:r>
            <a:r>
              <a:rPr sz="1100" dirty="0">
                <a:latin typeface="Times New Roman"/>
                <a:cs typeface="Times New Roman"/>
              </a:rPr>
              <a:t>used</a:t>
            </a:r>
            <a:r>
              <a:rPr sz="1100" spc="-25" dirty="0">
                <a:latin typeface="Times New Roman"/>
                <a:cs typeface="Times New Roman"/>
              </a:rPr>
              <a:t> </a:t>
            </a:r>
            <a:r>
              <a:rPr sz="1100" dirty="0">
                <a:latin typeface="Times New Roman"/>
                <a:cs typeface="Times New Roman"/>
              </a:rPr>
              <a:t>for</a:t>
            </a:r>
            <a:r>
              <a:rPr sz="1100" spc="20" dirty="0">
                <a:latin typeface="Times New Roman"/>
                <a:cs typeface="Times New Roman"/>
              </a:rPr>
              <a:t> </a:t>
            </a:r>
            <a:r>
              <a:rPr sz="1100" dirty="0">
                <a:latin typeface="Times New Roman"/>
                <a:cs typeface="Times New Roman"/>
              </a:rPr>
              <a:t>writing</a:t>
            </a:r>
            <a:r>
              <a:rPr sz="1100" spc="-20" dirty="0">
                <a:latin typeface="Times New Roman"/>
                <a:cs typeface="Times New Roman"/>
              </a:rPr>
              <a:t> </a:t>
            </a:r>
            <a:r>
              <a:rPr sz="1100" dirty="0">
                <a:latin typeface="Times New Roman"/>
                <a:cs typeface="Times New Roman"/>
              </a:rPr>
              <a:t>and</a:t>
            </a:r>
            <a:r>
              <a:rPr sz="1100" spc="-20" dirty="0">
                <a:latin typeface="Times New Roman"/>
                <a:cs typeface="Times New Roman"/>
              </a:rPr>
              <a:t> </a:t>
            </a:r>
            <a:r>
              <a:rPr sz="1100" dirty="0">
                <a:latin typeface="Times New Roman"/>
                <a:cs typeface="Times New Roman"/>
              </a:rPr>
              <a:t>compiling</a:t>
            </a:r>
            <a:r>
              <a:rPr sz="1100" spc="-20" dirty="0">
                <a:latin typeface="Times New Roman"/>
                <a:cs typeface="Times New Roman"/>
              </a:rPr>
              <a:t> </a:t>
            </a:r>
            <a:r>
              <a:rPr sz="1100" dirty="0">
                <a:latin typeface="Times New Roman"/>
                <a:cs typeface="Times New Roman"/>
              </a:rPr>
              <a:t>the</a:t>
            </a:r>
            <a:r>
              <a:rPr sz="1100" spc="-30" dirty="0">
                <a:latin typeface="Times New Roman"/>
                <a:cs typeface="Times New Roman"/>
              </a:rPr>
              <a:t> </a:t>
            </a:r>
            <a:r>
              <a:rPr sz="1100" dirty="0">
                <a:latin typeface="Times New Roman"/>
                <a:cs typeface="Times New Roman"/>
              </a:rPr>
              <a:t>code</a:t>
            </a:r>
            <a:r>
              <a:rPr sz="1100" spc="-30" dirty="0">
                <a:latin typeface="Times New Roman"/>
                <a:cs typeface="Times New Roman"/>
              </a:rPr>
              <a:t> </a:t>
            </a:r>
            <a:r>
              <a:rPr sz="1100" dirty="0">
                <a:latin typeface="Times New Roman"/>
                <a:cs typeface="Times New Roman"/>
              </a:rPr>
              <a:t>into</a:t>
            </a:r>
            <a:r>
              <a:rPr sz="1100" spc="-2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spc="-10" dirty="0">
                <a:latin typeface="Times New Roman"/>
                <a:cs typeface="Times New Roman"/>
              </a:rPr>
              <a:t>Arduino </a:t>
            </a:r>
            <a:r>
              <a:rPr sz="1100" dirty="0">
                <a:latin typeface="Times New Roman"/>
                <a:cs typeface="Times New Roman"/>
              </a:rPr>
              <a:t>Module. It is</a:t>
            </a:r>
            <a:r>
              <a:rPr sz="1100" spc="-10" dirty="0">
                <a:latin typeface="Times New Roman"/>
                <a:cs typeface="Times New Roman"/>
              </a:rPr>
              <a:t> </a:t>
            </a:r>
            <a:r>
              <a:rPr sz="1100" dirty="0">
                <a:latin typeface="Times New Roman"/>
                <a:cs typeface="Times New Roman"/>
              </a:rPr>
              <a:t>an</a:t>
            </a:r>
            <a:r>
              <a:rPr sz="1100" spc="-25" dirty="0">
                <a:latin typeface="Times New Roman"/>
                <a:cs typeface="Times New Roman"/>
              </a:rPr>
              <a:t> </a:t>
            </a:r>
            <a:r>
              <a:rPr sz="1100" dirty="0">
                <a:latin typeface="Times New Roman"/>
                <a:cs typeface="Times New Roman"/>
              </a:rPr>
              <a:t>official</a:t>
            </a:r>
            <a:r>
              <a:rPr sz="1100" spc="-5" dirty="0">
                <a:latin typeface="Times New Roman"/>
                <a:cs typeface="Times New Roman"/>
              </a:rPr>
              <a:t> </a:t>
            </a:r>
            <a:r>
              <a:rPr sz="1100" dirty="0">
                <a:latin typeface="Times New Roman"/>
                <a:cs typeface="Times New Roman"/>
              </a:rPr>
              <a:t>Arduino</a:t>
            </a:r>
            <a:r>
              <a:rPr sz="1100" spc="-30" dirty="0">
                <a:latin typeface="Times New Roman"/>
                <a:cs typeface="Times New Roman"/>
              </a:rPr>
              <a:t> </a:t>
            </a:r>
            <a:r>
              <a:rPr sz="1100" dirty="0">
                <a:latin typeface="Times New Roman"/>
                <a:cs typeface="Times New Roman"/>
              </a:rPr>
              <a:t>software,</a:t>
            </a:r>
            <a:r>
              <a:rPr sz="1100" spc="25" dirty="0">
                <a:latin typeface="Times New Roman"/>
                <a:cs typeface="Times New Roman"/>
              </a:rPr>
              <a:t> </a:t>
            </a:r>
            <a:r>
              <a:rPr sz="1100" dirty="0">
                <a:latin typeface="Times New Roman"/>
                <a:cs typeface="Times New Roman"/>
              </a:rPr>
              <a:t>making</a:t>
            </a:r>
            <a:r>
              <a:rPr sz="1100" spc="-30" dirty="0">
                <a:latin typeface="Times New Roman"/>
                <a:cs typeface="Times New Roman"/>
              </a:rPr>
              <a:t> </a:t>
            </a:r>
            <a:r>
              <a:rPr sz="1100" dirty="0">
                <a:latin typeface="Times New Roman"/>
                <a:cs typeface="Times New Roman"/>
              </a:rPr>
              <a:t>code</a:t>
            </a:r>
            <a:r>
              <a:rPr sz="1100" spc="-35" dirty="0">
                <a:latin typeface="Times New Roman"/>
                <a:cs typeface="Times New Roman"/>
              </a:rPr>
              <a:t> </a:t>
            </a:r>
            <a:r>
              <a:rPr sz="1100" dirty="0">
                <a:latin typeface="Times New Roman"/>
                <a:cs typeface="Times New Roman"/>
              </a:rPr>
              <a:t>compilation</a:t>
            </a:r>
            <a:r>
              <a:rPr sz="1100" spc="-30" dirty="0">
                <a:latin typeface="Times New Roman"/>
                <a:cs typeface="Times New Roman"/>
              </a:rPr>
              <a:t> </a:t>
            </a:r>
            <a:r>
              <a:rPr sz="1100" dirty="0">
                <a:latin typeface="Times New Roman"/>
                <a:cs typeface="Times New Roman"/>
              </a:rPr>
              <a:t>too</a:t>
            </a:r>
            <a:r>
              <a:rPr sz="1100" spc="-10" dirty="0">
                <a:latin typeface="Times New Roman"/>
                <a:cs typeface="Times New Roman"/>
              </a:rPr>
              <a:t> </a:t>
            </a:r>
            <a:r>
              <a:rPr sz="1100" dirty="0">
                <a:latin typeface="Times New Roman"/>
                <a:cs typeface="Times New Roman"/>
              </a:rPr>
              <a:t>easy</a:t>
            </a:r>
            <a:r>
              <a:rPr sz="1100" spc="-25" dirty="0">
                <a:latin typeface="Times New Roman"/>
                <a:cs typeface="Times New Roman"/>
              </a:rPr>
              <a:t> </a:t>
            </a:r>
            <a:r>
              <a:rPr sz="1100" dirty="0">
                <a:latin typeface="Times New Roman"/>
                <a:cs typeface="Times New Roman"/>
              </a:rPr>
              <a:t>that even</a:t>
            </a:r>
            <a:r>
              <a:rPr sz="1100" spc="-30"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dirty="0">
                <a:latin typeface="Times New Roman"/>
                <a:cs typeface="Times New Roman"/>
              </a:rPr>
              <a:t>common</a:t>
            </a:r>
            <a:r>
              <a:rPr sz="1100" spc="-30" dirty="0">
                <a:latin typeface="Times New Roman"/>
                <a:cs typeface="Times New Roman"/>
              </a:rPr>
              <a:t> </a:t>
            </a:r>
            <a:r>
              <a:rPr sz="1100" dirty="0">
                <a:latin typeface="Times New Roman"/>
                <a:cs typeface="Times New Roman"/>
              </a:rPr>
              <a:t>person</a:t>
            </a:r>
            <a:r>
              <a:rPr sz="1100" spc="-5" dirty="0">
                <a:latin typeface="Times New Roman"/>
                <a:cs typeface="Times New Roman"/>
              </a:rPr>
              <a:t> </a:t>
            </a:r>
            <a:r>
              <a:rPr sz="1100" dirty="0">
                <a:latin typeface="Times New Roman"/>
                <a:cs typeface="Times New Roman"/>
              </a:rPr>
              <a:t>with</a:t>
            </a:r>
            <a:r>
              <a:rPr sz="1100" spc="-5" dirty="0">
                <a:latin typeface="Times New Roman"/>
                <a:cs typeface="Times New Roman"/>
              </a:rPr>
              <a:t> </a:t>
            </a:r>
            <a:r>
              <a:rPr sz="1100" dirty="0">
                <a:latin typeface="Times New Roman"/>
                <a:cs typeface="Times New Roman"/>
              </a:rPr>
              <a:t>no</a:t>
            </a:r>
            <a:r>
              <a:rPr sz="1100" spc="-30" dirty="0">
                <a:latin typeface="Times New Roman"/>
                <a:cs typeface="Times New Roman"/>
              </a:rPr>
              <a:t> </a:t>
            </a:r>
            <a:r>
              <a:rPr sz="1100" spc="-10" dirty="0">
                <a:latin typeface="Times New Roman"/>
                <a:cs typeface="Times New Roman"/>
              </a:rPr>
              <a:t>prior </a:t>
            </a:r>
            <a:r>
              <a:rPr sz="1100" dirty="0">
                <a:latin typeface="Times New Roman"/>
                <a:cs typeface="Times New Roman"/>
              </a:rPr>
              <a:t>technical knowledge</a:t>
            </a:r>
            <a:r>
              <a:rPr sz="1100" spc="-15" dirty="0">
                <a:latin typeface="Times New Roman"/>
                <a:cs typeface="Times New Roman"/>
              </a:rPr>
              <a:t> </a:t>
            </a:r>
            <a:r>
              <a:rPr sz="1100" dirty="0">
                <a:latin typeface="Times New Roman"/>
                <a:cs typeface="Times New Roman"/>
              </a:rPr>
              <a:t>can</a:t>
            </a:r>
            <a:r>
              <a:rPr sz="1100" spc="-25" dirty="0">
                <a:latin typeface="Times New Roman"/>
                <a:cs typeface="Times New Roman"/>
              </a:rPr>
              <a:t> </a:t>
            </a:r>
            <a:r>
              <a:rPr sz="1100" dirty="0">
                <a:latin typeface="Times New Roman"/>
                <a:cs typeface="Times New Roman"/>
              </a:rPr>
              <a:t>get their</a:t>
            </a:r>
            <a:r>
              <a:rPr sz="1100" spc="15" dirty="0">
                <a:latin typeface="Times New Roman"/>
                <a:cs typeface="Times New Roman"/>
              </a:rPr>
              <a:t> </a:t>
            </a:r>
            <a:r>
              <a:rPr sz="1100" dirty="0">
                <a:latin typeface="Times New Roman"/>
                <a:cs typeface="Times New Roman"/>
              </a:rPr>
              <a:t>feet</a:t>
            </a:r>
            <a:r>
              <a:rPr sz="1100" spc="25" dirty="0">
                <a:latin typeface="Times New Roman"/>
                <a:cs typeface="Times New Roman"/>
              </a:rPr>
              <a:t> </a:t>
            </a:r>
            <a:r>
              <a:rPr sz="1100" dirty="0">
                <a:latin typeface="Times New Roman"/>
                <a:cs typeface="Times New Roman"/>
              </a:rPr>
              <a:t>wet with</a:t>
            </a:r>
            <a:r>
              <a:rPr sz="1100" spc="-25"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learning</a:t>
            </a:r>
            <a:r>
              <a:rPr sz="1100" spc="-30" dirty="0">
                <a:latin typeface="Times New Roman"/>
                <a:cs typeface="Times New Roman"/>
              </a:rPr>
              <a:t> </a:t>
            </a:r>
            <a:r>
              <a:rPr sz="1100" dirty="0">
                <a:latin typeface="Times New Roman"/>
                <a:cs typeface="Times New Roman"/>
              </a:rPr>
              <a:t>process.</a:t>
            </a:r>
            <a:r>
              <a:rPr sz="1100" spc="10" dirty="0">
                <a:latin typeface="Times New Roman"/>
                <a:cs typeface="Times New Roman"/>
              </a:rPr>
              <a:t> </a:t>
            </a:r>
            <a:r>
              <a:rPr sz="1100" dirty="0">
                <a:latin typeface="Times New Roman"/>
                <a:cs typeface="Times New Roman"/>
              </a:rPr>
              <a:t>It is</a:t>
            </a:r>
            <a:r>
              <a:rPr sz="1100" spc="-5" dirty="0">
                <a:latin typeface="Times New Roman"/>
                <a:cs typeface="Times New Roman"/>
              </a:rPr>
              <a:t> </a:t>
            </a:r>
            <a:r>
              <a:rPr sz="1100" dirty="0">
                <a:latin typeface="Times New Roman"/>
                <a:cs typeface="Times New Roman"/>
              </a:rPr>
              <a:t>easily</a:t>
            </a:r>
            <a:r>
              <a:rPr sz="1100" spc="-25" dirty="0">
                <a:latin typeface="Times New Roman"/>
                <a:cs typeface="Times New Roman"/>
              </a:rPr>
              <a:t> </a:t>
            </a:r>
            <a:r>
              <a:rPr sz="1100" dirty="0">
                <a:latin typeface="Times New Roman"/>
                <a:cs typeface="Times New Roman"/>
              </a:rPr>
              <a:t>available</a:t>
            </a:r>
            <a:r>
              <a:rPr sz="1100" spc="-35" dirty="0">
                <a:latin typeface="Times New Roman"/>
                <a:cs typeface="Times New Roman"/>
              </a:rPr>
              <a:t> </a:t>
            </a:r>
            <a:r>
              <a:rPr sz="1100" dirty="0">
                <a:latin typeface="Times New Roman"/>
                <a:cs typeface="Times New Roman"/>
              </a:rPr>
              <a:t>for</a:t>
            </a:r>
            <a:r>
              <a:rPr sz="1100" spc="10" dirty="0">
                <a:latin typeface="Times New Roman"/>
                <a:cs typeface="Times New Roman"/>
              </a:rPr>
              <a:t> </a:t>
            </a:r>
            <a:r>
              <a:rPr sz="1100" dirty="0">
                <a:latin typeface="Times New Roman"/>
                <a:cs typeface="Times New Roman"/>
              </a:rPr>
              <a:t>operating</a:t>
            </a:r>
            <a:r>
              <a:rPr sz="1100" spc="-25" dirty="0">
                <a:latin typeface="Times New Roman"/>
                <a:cs typeface="Times New Roman"/>
              </a:rPr>
              <a:t> </a:t>
            </a:r>
            <a:r>
              <a:rPr sz="1100" dirty="0">
                <a:latin typeface="Times New Roman"/>
                <a:cs typeface="Times New Roman"/>
              </a:rPr>
              <a:t>systems</a:t>
            </a:r>
            <a:r>
              <a:rPr sz="1100" spc="-5" dirty="0">
                <a:latin typeface="Times New Roman"/>
                <a:cs typeface="Times New Roman"/>
              </a:rPr>
              <a:t> </a:t>
            </a:r>
            <a:r>
              <a:rPr sz="1100" spc="-20" dirty="0">
                <a:latin typeface="Times New Roman"/>
                <a:cs typeface="Times New Roman"/>
              </a:rPr>
              <a:t>like </a:t>
            </a:r>
            <a:r>
              <a:rPr sz="1100" dirty="0">
                <a:latin typeface="Times New Roman"/>
                <a:cs typeface="Times New Roman"/>
              </a:rPr>
              <a:t>MAC,</a:t>
            </a:r>
            <a:r>
              <a:rPr sz="1100" spc="5" dirty="0">
                <a:latin typeface="Times New Roman"/>
                <a:cs typeface="Times New Roman"/>
              </a:rPr>
              <a:t> </a:t>
            </a:r>
            <a:r>
              <a:rPr sz="1100" dirty="0">
                <a:latin typeface="Times New Roman"/>
                <a:cs typeface="Times New Roman"/>
              </a:rPr>
              <a:t>Windows,</a:t>
            </a:r>
            <a:r>
              <a:rPr sz="1100" spc="10" dirty="0">
                <a:latin typeface="Times New Roman"/>
                <a:cs typeface="Times New Roman"/>
              </a:rPr>
              <a:t> </a:t>
            </a:r>
            <a:r>
              <a:rPr sz="1100" dirty="0">
                <a:latin typeface="Times New Roman"/>
                <a:cs typeface="Times New Roman"/>
              </a:rPr>
              <a:t>and</a:t>
            </a:r>
            <a:r>
              <a:rPr sz="1100" spc="-30" dirty="0">
                <a:latin typeface="Times New Roman"/>
                <a:cs typeface="Times New Roman"/>
              </a:rPr>
              <a:t> </a:t>
            </a:r>
            <a:r>
              <a:rPr sz="1100" dirty="0">
                <a:latin typeface="Times New Roman"/>
                <a:cs typeface="Times New Roman"/>
              </a:rPr>
              <a:t>Linux</a:t>
            </a:r>
            <a:r>
              <a:rPr sz="1100" spc="-5" dirty="0">
                <a:latin typeface="Times New Roman"/>
                <a:cs typeface="Times New Roman"/>
              </a:rPr>
              <a:t> </a:t>
            </a:r>
            <a:r>
              <a:rPr sz="1100" dirty="0">
                <a:latin typeface="Times New Roman"/>
                <a:cs typeface="Times New Roman"/>
              </a:rPr>
              <a:t>and</a:t>
            </a:r>
            <a:r>
              <a:rPr sz="1100" spc="-30" dirty="0">
                <a:latin typeface="Times New Roman"/>
                <a:cs typeface="Times New Roman"/>
              </a:rPr>
              <a:t> </a:t>
            </a:r>
            <a:r>
              <a:rPr sz="1100" dirty="0">
                <a:latin typeface="Times New Roman"/>
                <a:cs typeface="Times New Roman"/>
              </a:rPr>
              <a:t>runs on</a:t>
            </a:r>
            <a:r>
              <a:rPr sz="1100" spc="-30" dirty="0">
                <a:latin typeface="Times New Roman"/>
                <a:cs typeface="Times New Roman"/>
              </a:rPr>
              <a:t> </a:t>
            </a:r>
            <a:r>
              <a:rPr sz="1100" dirty="0">
                <a:latin typeface="Times New Roman"/>
                <a:cs typeface="Times New Roman"/>
              </a:rPr>
              <a:t>the</a:t>
            </a:r>
            <a:r>
              <a:rPr sz="1100" spc="-40" dirty="0">
                <a:latin typeface="Times New Roman"/>
                <a:cs typeface="Times New Roman"/>
              </a:rPr>
              <a:t> </a:t>
            </a:r>
            <a:r>
              <a:rPr sz="1100" dirty="0">
                <a:latin typeface="Times New Roman"/>
                <a:cs typeface="Times New Roman"/>
              </a:rPr>
              <a:t>Java</a:t>
            </a:r>
            <a:r>
              <a:rPr sz="1100" spc="10" dirty="0">
                <a:latin typeface="Times New Roman"/>
                <a:cs typeface="Times New Roman"/>
              </a:rPr>
              <a:t> </a:t>
            </a:r>
            <a:r>
              <a:rPr sz="1100" dirty="0">
                <a:latin typeface="Times New Roman"/>
                <a:cs typeface="Times New Roman"/>
              </a:rPr>
              <a:t>Platform</a:t>
            </a:r>
            <a:r>
              <a:rPr sz="1100" spc="-45" dirty="0">
                <a:latin typeface="Times New Roman"/>
                <a:cs typeface="Times New Roman"/>
              </a:rPr>
              <a:t> </a:t>
            </a:r>
            <a:r>
              <a:rPr sz="1100" dirty="0">
                <a:latin typeface="Times New Roman"/>
                <a:cs typeface="Times New Roman"/>
              </a:rPr>
              <a:t>that comes</a:t>
            </a:r>
            <a:r>
              <a:rPr sz="1100" spc="-5" dirty="0">
                <a:latin typeface="Times New Roman"/>
                <a:cs typeface="Times New Roman"/>
              </a:rPr>
              <a:t> </a:t>
            </a:r>
            <a:r>
              <a:rPr sz="1100" dirty="0">
                <a:latin typeface="Times New Roman"/>
                <a:cs typeface="Times New Roman"/>
              </a:rPr>
              <a:t>with</a:t>
            </a:r>
            <a:r>
              <a:rPr sz="1100" spc="-25" dirty="0">
                <a:latin typeface="Times New Roman"/>
                <a:cs typeface="Times New Roman"/>
              </a:rPr>
              <a:t> </a:t>
            </a:r>
            <a:r>
              <a:rPr sz="1100" dirty="0">
                <a:latin typeface="Times New Roman"/>
                <a:cs typeface="Times New Roman"/>
              </a:rPr>
              <a:t>inbuilt functions</a:t>
            </a:r>
            <a:r>
              <a:rPr sz="1100" spc="-5" dirty="0">
                <a:latin typeface="Times New Roman"/>
                <a:cs typeface="Times New Roman"/>
              </a:rPr>
              <a:t> </a:t>
            </a:r>
            <a:r>
              <a:rPr sz="1100" dirty="0">
                <a:latin typeface="Times New Roman"/>
                <a:cs typeface="Times New Roman"/>
              </a:rPr>
              <a:t>and</a:t>
            </a:r>
            <a:r>
              <a:rPr sz="1100" spc="-30" dirty="0">
                <a:latin typeface="Times New Roman"/>
                <a:cs typeface="Times New Roman"/>
              </a:rPr>
              <a:t> </a:t>
            </a:r>
            <a:r>
              <a:rPr sz="1100" dirty="0">
                <a:latin typeface="Times New Roman"/>
                <a:cs typeface="Times New Roman"/>
              </a:rPr>
              <a:t>commands</a:t>
            </a:r>
            <a:r>
              <a:rPr sz="1100" spc="-5" dirty="0">
                <a:latin typeface="Times New Roman"/>
                <a:cs typeface="Times New Roman"/>
              </a:rPr>
              <a:t> </a:t>
            </a:r>
            <a:r>
              <a:rPr sz="1100" dirty="0">
                <a:latin typeface="Times New Roman"/>
                <a:cs typeface="Times New Roman"/>
              </a:rPr>
              <a:t>that play</a:t>
            </a:r>
            <a:r>
              <a:rPr sz="1100" spc="-25" dirty="0">
                <a:latin typeface="Times New Roman"/>
                <a:cs typeface="Times New Roman"/>
              </a:rPr>
              <a:t> </a:t>
            </a:r>
            <a:r>
              <a:rPr sz="1100" spc="-50" dirty="0">
                <a:latin typeface="Times New Roman"/>
                <a:cs typeface="Times New Roman"/>
              </a:rPr>
              <a:t>a </a:t>
            </a:r>
            <a:r>
              <a:rPr sz="1100" dirty="0">
                <a:latin typeface="Times New Roman"/>
                <a:cs typeface="Times New Roman"/>
              </a:rPr>
              <a:t>vital</a:t>
            </a:r>
            <a:r>
              <a:rPr sz="1100" spc="-25" dirty="0">
                <a:latin typeface="Times New Roman"/>
                <a:cs typeface="Times New Roman"/>
              </a:rPr>
              <a:t> </a:t>
            </a:r>
            <a:r>
              <a:rPr sz="1100" dirty="0">
                <a:latin typeface="Times New Roman"/>
                <a:cs typeface="Times New Roman"/>
              </a:rPr>
              <a:t>role</a:t>
            </a:r>
            <a:r>
              <a:rPr sz="1100" spc="-40" dirty="0">
                <a:latin typeface="Times New Roman"/>
                <a:cs typeface="Times New Roman"/>
              </a:rPr>
              <a:t> </a:t>
            </a:r>
            <a:r>
              <a:rPr sz="1100" dirty="0">
                <a:latin typeface="Times New Roman"/>
                <a:cs typeface="Times New Roman"/>
              </a:rPr>
              <a:t>for</a:t>
            </a:r>
            <a:r>
              <a:rPr sz="1100" spc="15" dirty="0">
                <a:latin typeface="Times New Roman"/>
                <a:cs typeface="Times New Roman"/>
              </a:rPr>
              <a:t> </a:t>
            </a:r>
            <a:r>
              <a:rPr sz="1100" dirty="0">
                <a:latin typeface="Times New Roman"/>
                <a:cs typeface="Times New Roman"/>
              </a:rPr>
              <a:t>debugging,</a:t>
            </a:r>
            <a:r>
              <a:rPr sz="1100" spc="5" dirty="0">
                <a:latin typeface="Times New Roman"/>
                <a:cs typeface="Times New Roman"/>
              </a:rPr>
              <a:t> </a:t>
            </a:r>
            <a:r>
              <a:rPr sz="1100" dirty="0">
                <a:latin typeface="Times New Roman"/>
                <a:cs typeface="Times New Roman"/>
              </a:rPr>
              <a:t>editing</a:t>
            </a:r>
            <a:r>
              <a:rPr sz="1100" spc="-30"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compiling</a:t>
            </a:r>
            <a:r>
              <a:rPr sz="1100" spc="-30"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code</a:t>
            </a:r>
            <a:r>
              <a:rPr sz="1100" spc="-15" dirty="0">
                <a:latin typeface="Times New Roman"/>
                <a:cs typeface="Times New Roman"/>
              </a:rPr>
              <a:t> </a:t>
            </a:r>
            <a:r>
              <a:rPr sz="1100" dirty="0">
                <a:latin typeface="Times New Roman"/>
                <a:cs typeface="Times New Roman"/>
              </a:rPr>
              <a:t>in</a:t>
            </a:r>
            <a:r>
              <a:rPr sz="1100" spc="-3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environment.</a:t>
            </a:r>
            <a:r>
              <a:rPr sz="1100" spc="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IDE</a:t>
            </a:r>
            <a:r>
              <a:rPr sz="1100" spc="15" dirty="0">
                <a:latin typeface="Times New Roman"/>
                <a:cs typeface="Times New Roman"/>
              </a:rPr>
              <a:t> </a:t>
            </a:r>
            <a:r>
              <a:rPr sz="1100" dirty="0">
                <a:latin typeface="Times New Roman"/>
                <a:cs typeface="Times New Roman"/>
              </a:rPr>
              <a:t>environment</a:t>
            </a:r>
            <a:r>
              <a:rPr sz="1100" spc="25" dirty="0">
                <a:latin typeface="Times New Roman"/>
                <a:cs typeface="Times New Roman"/>
              </a:rPr>
              <a:t> </a:t>
            </a:r>
            <a:r>
              <a:rPr sz="1100" dirty="0">
                <a:latin typeface="Times New Roman"/>
                <a:cs typeface="Times New Roman"/>
              </a:rPr>
              <a:t>mainly</a:t>
            </a:r>
            <a:r>
              <a:rPr sz="1100" spc="-30" dirty="0">
                <a:latin typeface="Times New Roman"/>
                <a:cs typeface="Times New Roman"/>
              </a:rPr>
              <a:t> </a:t>
            </a:r>
            <a:r>
              <a:rPr sz="1100" dirty="0">
                <a:latin typeface="Times New Roman"/>
                <a:cs typeface="Times New Roman"/>
              </a:rPr>
              <a:t>contains </a:t>
            </a:r>
            <a:r>
              <a:rPr sz="1100" spc="-25" dirty="0">
                <a:latin typeface="Times New Roman"/>
                <a:cs typeface="Times New Roman"/>
              </a:rPr>
              <a:t>two </a:t>
            </a:r>
            <a:r>
              <a:rPr sz="1100" dirty="0">
                <a:latin typeface="Times New Roman"/>
                <a:cs typeface="Times New Roman"/>
              </a:rPr>
              <a:t>basic</a:t>
            </a:r>
            <a:r>
              <a:rPr sz="1100" spc="-15" dirty="0">
                <a:latin typeface="Times New Roman"/>
                <a:cs typeface="Times New Roman"/>
              </a:rPr>
              <a:t> </a:t>
            </a:r>
            <a:r>
              <a:rPr sz="1100" dirty="0">
                <a:latin typeface="Times New Roman"/>
                <a:cs typeface="Times New Roman"/>
              </a:rPr>
              <a:t>parts:</a:t>
            </a:r>
            <a:r>
              <a:rPr sz="1100" spc="-15" dirty="0">
                <a:latin typeface="Times New Roman"/>
                <a:cs typeface="Times New Roman"/>
              </a:rPr>
              <a:t> </a:t>
            </a:r>
            <a:r>
              <a:rPr sz="1100" dirty="0">
                <a:latin typeface="Times New Roman"/>
                <a:cs typeface="Times New Roman"/>
              </a:rPr>
              <a:t>Editor</a:t>
            </a:r>
            <a:r>
              <a:rPr sz="1100" spc="10"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Compiler</a:t>
            </a:r>
            <a:r>
              <a:rPr sz="1100" spc="15" dirty="0">
                <a:latin typeface="Times New Roman"/>
                <a:cs typeface="Times New Roman"/>
              </a:rPr>
              <a:t> </a:t>
            </a:r>
            <a:r>
              <a:rPr sz="1100" dirty="0">
                <a:latin typeface="Times New Roman"/>
                <a:cs typeface="Times New Roman"/>
              </a:rPr>
              <a:t>where</a:t>
            </a:r>
            <a:r>
              <a:rPr sz="1100" spc="-35" dirty="0">
                <a:latin typeface="Times New Roman"/>
                <a:cs typeface="Times New Roman"/>
              </a:rPr>
              <a:t> </a:t>
            </a:r>
            <a:r>
              <a:rPr sz="1100" dirty="0">
                <a:latin typeface="Times New Roman"/>
                <a:cs typeface="Times New Roman"/>
              </a:rPr>
              <a:t>former</a:t>
            </a:r>
            <a:r>
              <a:rPr sz="1100" spc="10" dirty="0">
                <a:latin typeface="Times New Roman"/>
                <a:cs typeface="Times New Roman"/>
              </a:rPr>
              <a:t> </a:t>
            </a:r>
            <a:r>
              <a:rPr sz="1100" dirty="0">
                <a:latin typeface="Times New Roman"/>
                <a:cs typeface="Times New Roman"/>
              </a:rPr>
              <a:t>is used</a:t>
            </a:r>
            <a:r>
              <a:rPr sz="1100" spc="-30" dirty="0">
                <a:latin typeface="Times New Roman"/>
                <a:cs typeface="Times New Roman"/>
              </a:rPr>
              <a:t> </a:t>
            </a:r>
            <a:r>
              <a:rPr sz="1100" dirty="0">
                <a:latin typeface="Times New Roman"/>
                <a:cs typeface="Times New Roman"/>
              </a:rPr>
              <a:t>for</a:t>
            </a:r>
            <a:r>
              <a:rPr sz="1100" spc="15" dirty="0">
                <a:latin typeface="Times New Roman"/>
                <a:cs typeface="Times New Roman"/>
              </a:rPr>
              <a:t> </a:t>
            </a:r>
            <a:r>
              <a:rPr sz="1100" dirty="0">
                <a:latin typeface="Times New Roman"/>
                <a:cs typeface="Times New Roman"/>
              </a:rPr>
              <a:t>writing</a:t>
            </a:r>
            <a:r>
              <a:rPr sz="1100" spc="-25"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required</a:t>
            </a:r>
            <a:r>
              <a:rPr sz="1100" spc="-25" dirty="0">
                <a:latin typeface="Times New Roman"/>
                <a:cs typeface="Times New Roman"/>
              </a:rPr>
              <a:t> </a:t>
            </a:r>
            <a:r>
              <a:rPr sz="1100" dirty="0">
                <a:latin typeface="Times New Roman"/>
                <a:cs typeface="Times New Roman"/>
              </a:rPr>
              <a:t>code</a:t>
            </a:r>
            <a:r>
              <a:rPr sz="1100" spc="-40"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later</a:t>
            </a:r>
            <a:r>
              <a:rPr sz="1100" spc="15"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used</a:t>
            </a:r>
            <a:r>
              <a:rPr sz="1100" spc="-25" dirty="0">
                <a:latin typeface="Times New Roman"/>
                <a:cs typeface="Times New Roman"/>
              </a:rPr>
              <a:t> </a:t>
            </a:r>
            <a:r>
              <a:rPr sz="1100" dirty="0">
                <a:latin typeface="Times New Roman"/>
                <a:cs typeface="Times New Roman"/>
              </a:rPr>
              <a:t>for</a:t>
            </a:r>
            <a:r>
              <a:rPr sz="1100" spc="15" dirty="0">
                <a:latin typeface="Times New Roman"/>
                <a:cs typeface="Times New Roman"/>
              </a:rPr>
              <a:t> </a:t>
            </a:r>
            <a:r>
              <a:rPr sz="1100" dirty="0">
                <a:latin typeface="Times New Roman"/>
                <a:cs typeface="Times New Roman"/>
              </a:rPr>
              <a:t>compiling</a:t>
            </a:r>
            <a:r>
              <a:rPr sz="1100" spc="-30" dirty="0">
                <a:latin typeface="Times New Roman"/>
                <a:cs typeface="Times New Roman"/>
              </a:rPr>
              <a:t> </a:t>
            </a:r>
            <a:r>
              <a:rPr sz="1100" spc="-25" dirty="0">
                <a:latin typeface="Times New Roman"/>
                <a:cs typeface="Times New Roman"/>
              </a:rPr>
              <a:t>and </a:t>
            </a:r>
            <a:r>
              <a:rPr sz="1100" dirty="0">
                <a:latin typeface="Times New Roman"/>
                <a:cs typeface="Times New Roman"/>
              </a:rPr>
              <a:t>uploading</a:t>
            </a:r>
            <a:r>
              <a:rPr sz="1100" spc="-30"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code</a:t>
            </a:r>
            <a:r>
              <a:rPr sz="1100" spc="-10" dirty="0">
                <a:latin typeface="Times New Roman"/>
                <a:cs typeface="Times New Roman"/>
              </a:rPr>
              <a:t> </a:t>
            </a:r>
            <a:r>
              <a:rPr sz="1100" dirty="0">
                <a:latin typeface="Times New Roman"/>
                <a:cs typeface="Times New Roman"/>
              </a:rPr>
              <a:t>into</a:t>
            </a:r>
            <a:r>
              <a:rPr sz="1100" spc="-30"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given</a:t>
            </a:r>
            <a:r>
              <a:rPr sz="1100" spc="-5" dirty="0">
                <a:latin typeface="Times New Roman"/>
                <a:cs typeface="Times New Roman"/>
              </a:rPr>
              <a:t> </a:t>
            </a:r>
            <a:r>
              <a:rPr sz="1100" dirty="0">
                <a:latin typeface="Times New Roman"/>
                <a:cs typeface="Times New Roman"/>
              </a:rPr>
              <a:t>Arduino</a:t>
            </a:r>
            <a:r>
              <a:rPr sz="1100" spc="-25" dirty="0">
                <a:latin typeface="Times New Roman"/>
                <a:cs typeface="Times New Roman"/>
              </a:rPr>
              <a:t> </a:t>
            </a:r>
            <a:r>
              <a:rPr sz="1100" dirty="0">
                <a:latin typeface="Times New Roman"/>
                <a:cs typeface="Times New Roman"/>
              </a:rPr>
              <a:t>Module.</a:t>
            </a:r>
            <a:r>
              <a:rPr sz="1100" spc="5" dirty="0">
                <a:latin typeface="Times New Roman"/>
                <a:cs typeface="Times New Roman"/>
              </a:rPr>
              <a:t> </a:t>
            </a:r>
            <a:r>
              <a:rPr sz="1100" dirty="0">
                <a:latin typeface="Times New Roman"/>
                <a:cs typeface="Times New Roman"/>
              </a:rPr>
              <a:t>This</a:t>
            </a:r>
            <a:r>
              <a:rPr sz="1100" spc="-5" dirty="0">
                <a:latin typeface="Times New Roman"/>
                <a:cs typeface="Times New Roman"/>
              </a:rPr>
              <a:t> </a:t>
            </a:r>
            <a:r>
              <a:rPr sz="1100" dirty="0">
                <a:latin typeface="Times New Roman"/>
                <a:cs typeface="Times New Roman"/>
              </a:rPr>
              <a:t>environment supports</a:t>
            </a:r>
            <a:r>
              <a:rPr sz="1100" spc="-5" dirty="0">
                <a:latin typeface="Times New Roman"/>
                <a:cs typeface="Times New Roman"/>
              </a:rPr>
              <a:t> </a:t>
            </a:r>
            <a:r>
              <a:rPr sz="1100" dirty="0">
                <a:latin typeface="Times New Roman"/>
                <a:cs typeface="Times New Roman"/>
              </a:rPr>
              <a:t>both</a:t>
            </a:r>
            <a:r>
              <a:rPr sz="1100" spc="-25" dirty="0">
                <a:latin typeface="Times New Roman"/>
                <a:cs typeface="Times New Roman"/>
              </a:rPr>
              <a:t> </a:t>
            </a:r>
            <a:r>
              <a:rPr sz="1100" dirty="0">
                <a:latin typeface="Times New Roman"/>
                <a:cs typeface="Times New Roman"/>
              </a:rPr>
              <a:t>C</a:t>
            </a:r>
            <a:r>
              <a:rPr sz="1100" spc="-20"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C++</a:t>
            </a:r>
            <a:r>
              <a:rPr sz="1100" spc="-5" dirty="0">
                <a:latin typeface="Times New Roman"/>
                <a:cs typeface="Times New Roman"/>
              </a:rPr>
              <a:t> </a:t>
            </a:r>
            <a:r>
              <a:rPr sz="1100" spc="-10" dirty="0">
                <a:latin typeface="Times New Roman"/>
                <a:cs typeface="Times New Roman"/>
              </a:rPr>
              <a:t>languages.</a:t>
            </a:r>
            <a:endParaRPr sz="1100">
              <a:latin typeface="Times New Roman"/>
              <a:cs typeface="Times New Roman"/>
            </a:endParaRPr>
          </a:p>
          <a:p>
            <a:pPr>
              <a:lnSpc>
                <a:spcPct val="100000"/>
              </a:lnSpc>
              <a:spcBef>
                <a:spcPts val="290"/>
              </a:spcBef>
            </a:pPr>
            <a:endParaRPr sz="1100">
              <a:latin typeface="Times New Roman"/>
              <a:cs typeface="Times New Roman"/>
            </a:endParaRPr>
          </a:p>
          <a:p>
            <a:pPr marL="48895">
              <a:lnSpc>
                <a:spcPct val="100000"/>
              </a:lnSpc>
              <a:spcBef>
                <a:spcPts val="5"/>
              </a:spcBef>
            </a:pPr>
            <a:r>
              <a:rPr sz="1100" dirty="0">
                <a:latin typeface="Times New Roman"/>
                <a:cs typeface="Times New Roman"/>
              </a:rPr>
              <a:t>2.Eagle</a:t>
            </a:r>
            <a:r>
              <a:rPr sz="1100" spc="-65" dirty="0">
                <a:latin typeface="Times New Roman"/>
                <a:cs typeface="Times New Roman"/>
              </a:rPr>
              <a:t> </a:t>
            </a:r>
            <a:r>
              <a:rPr sz="1100" spc="-10" dirty="0">
                <a:latin typeface="Times New Roman"/>
                <a:cs typeface="Times New Roman"/>
              </a:rPr>
              <a:t>Software</a:t>
            </a:r>
            <a:endParaRPr sz="1100">
              <a:latin typeface="Times New Roman"/>
              <a:cs typeface="Times New Roman"/>
            </a:endParaRPr>
          </a:p>
        </p:txBody>
      </p:sp>
      <p:sp>
        <p:nvSpPr>
          <p:cNvPr id="4" name="object 4"/>
          <p:cNvSpPr txBox="1"/>
          <p:nvPr/>
        </p:nvSpPr>
        <p:spPr>
          <a:xfrm>
            <a:off x="347268" y="6630669"/>
            <a:ext cx="6715759" cy="1233805"/>
          </a:xfrm>
          <a:prstGeom prst="rect">
            <a:avLst/>
          </a:prstGeom>
        </p:spPr>
        <p:txBody>
          <a:bodyPr vert="horz" wrap="square" lIns="0" tIns="7620" rIns="0" bIns="0" rtlCol="0">
            <a:spAutoFit/>
          </a:bodyPr>
          <a:lstStyle/>
          <a:p>
            <a:pPr marL="12700" marR="5080">
              <a:lnSpc>
                <a:spcPct val="103400"/>
              </a:lnSpc>
              <a:spcBef>
                <a:spcPts val="60"/>
              </a:spcBef>
            </a:pPr>
            <a:r>
              <a:rPr sz="1100" spc="-10" dirty="0">
                <a:solidFill>
                  <a:srgbClr val="1F2021"/>
                </a:solidFill>
                <a:latin typeface="Times New Roman"/>
                <a:cs typeface="Times New Roman"/>
              </a:rPr>
              <a:t>EAGLE</a:t>
            </a:r>
            <a:r>
              <a:rPr sz="1100" spc="-20" dirty="0">
                <a:solidFill>
                  <a:srgbClr val="1F2021"/>
                </a:solidFill>
                <a:latin typeface="Times New Roman"/>
                <a:cs typeface="Times New Roman"/>
              </a:rPr>
              <a:t> </a:t>
            </a:r>
            <a:r>
              <a:rPr sz="1100" dirty="0">
                <a:solidFill>
                  <a:srgbClr val="1F2021"/>
                </a:solidFill>
                <a:latin typeface="Times New Roman"/>
                <a:cs typeface="Times New Roman"/>
              </a:rPr>
              <a:t>stands</a:t>
            </a:r>
            <a:r>
              <a:rPr sz="1100" spc="-10" dirty="0">
                <a:solidFill>
                  <a:srgbClr val="1F2021"/>
                </a:solidFill>
                <a:latin typeface="Times New Roman"/>
                <a:cs typeface="Times New Roman"/>
              </a:rPr>
              <a:t> </a:t>
            </a:r>
            <a:r>
              <a:rPr sz="1100" dirty="0">
                <a:solidFill>
                  <a:srgbClr val="1F2021"/>
                </a:solidFill>
                <a:latin typeface="Times New Roman"/>
                <a:cs typeface="Times New Roman"/>
              </a:rPr>
              <a:t>for Easily</a:t>
            </a:r>
            <a:r>
              <a:rPr sz="1100" spc="-15" dirty="0">
                <a:solidFill>
                  <a:srgbClr val="1F2021"/>
                </a:solidFill>
                <a:latin typeface="Times New Roman"/>
                <a:cs typeface="Times New Roman"/>
              </a:rPr>
              <a:t> </a:t>
            </a:r>
            <a:r>
              <a:rPr sz="1100" dirty="0">
                <a:solidFill>
                  <a:srgbClr val="1F2021"/>
                </a:solidFill>
                <a:latin typeface="Times New Roman"/>
                <a:cs typeface="Times New Roman"/>
              </a:rPr>
              <a:t>Applicable</a:t>
            </a:r>
            <a:r>
              <a:rPr sz="1100" spc="-45" dirty="0">
                <a:solidFill>
                  <a:srgbClr val="1F2021"/>
                </a:solidFill>
                <a:latin typeface="Times New Roman"/>
                <a:cs typeface="Times New Roman"/>
              </a:rPr>
              <a:t> </a:t>
            </a:r>
            <a:r>
              <a:rPr sz="1100" dirty="0">
                <a:solidFill>
                  <a:srgbClr val="1F2021"/>
                </a:solidFill>
                <a:latin typeface="Times New Roman"/>
                <a:cs typeface="Times New Roman"/>
              </a:rPr>
              <a:t>Graphical</a:t>
            </a:r>
            <a:r>
              <a:rPr sz="1100" spc="-30" dirty="0">
                <a:solidFill>
                  <a:srgbClr val="1F2021"/>
                </a:solidFill>
                <a:latin typeface="Times New Roman"/>
                <a:cs typeface="Times New Roman"/>
              </a:rPr>
              <a:t> </a:t>
            </a:r>
            <a:r>
              <a:rPr sz="1100" dirty="0">
                <a:solidFill>
                  <a:srgbClr val="1F2021"/>
                </a:solidFill>
                <a:latin typeface="Times New Roman"/>
                <a:cs typeface="Times New Roman"/>
              </a:rPr>
              <a:t>Layout</a:t>
            </a:r>
            <a:r>
              <a:rPr sz="1100" spc="10" dirty="0">
                <a:solidFill>
                  <a:srgbClr val="1F2021"/>
                </a:solidFill>
                <a:latin typeface="Times New Roman"/>
                <a:cs typeface="Times New Roman"/>
              </a:rPr>
              <a:t> </a:t>
            </a:r>
            <a:r>
              <a:rPr sz="1100" dirty="0">
                <a:solidFill>
                  <a:srgbClr val="1F2021"/>
                </a:solidFill>
                <a:latin typeface="Times New Roman"/>
                <a:cs typeface="Times New Roman"/>
              </a:rPr>
              <a:t>Editor, EAGLE is</a:t>
            </a:r>
            <a:r>
              <a:rPr sz="1100" spc="-10" dirty="0">
                <a:solidFill>
                  <a:srgbClr val="1F2021"/>
                </a:solidFill>
                <a:latin typeface="Times New Roman"/>
                <a:cs typeface="Times New Roman"/>
              </a:rPr>
              <a:t> </a:t>
            </a:r>
            <a:r>
              <a:rPr sz="1100" dirty="0">
                <a:solidFill>
                  <a:srgbClr val="1F2021"/>
                </a:solidFill>
                <a:latin typeface="Times New Roman"/>
                <a:cs typeface="Times New Roman"/>
              </a:rPr>
              <a:t>a scriptable</a:t>
            </a:r>
            <a:r>
              <a:rPr sz="1100" spc="-35" dirty="0">
                <a:solidFill>
                  <a:srgbClr val="1F2021"/>
                </a:solidFill>
                <a:latin typeface="Times New Roman"/>
                <a:cs typeface="Times New Roman"/>
              </a:rPr>
              <a:t> </a:t>
            </a:r>
            <a:r>
              <a:rPr sz="1100" dirty="0">
                <a:latin typeface="Times New Roman"/>
                <a:cs typeface="Times New Roman"/>
                <a:hlinkClick r:id="rId2"/>
              </a:rPr>
              <a:t>electronic</a:t>
            </a:r>
            <a:r>
              <a:rPr sz="1100" spc="-20" dirty="0">
                <a:latin typeface="Times New Roman"/>
                <a:cs typeface="Times New Roman"/>
              </a:rPr>
              <a:t> </a:t>
            </a:r>
            <a:r>
              <a:rPr sz="1100" dirty="0">
                <a:latin typeface="Times New Roman"/>
                <a:cs typeface="Times New Roman"/>
                <a:hlinkClick r:id="rId2"/>
              </a:rPr>
              <a:t>design</a:t>
            </a:r>
            <a:r>
              <a:rPr sz="1100" spc="-35" dirty="0">
                <a:latin typeface="Times New Roman"/>
                <a:cs typeface="Times New Roman"/>
                <a:hlinkClick r:id="rId2"/>
              </a:rPr>
              <a:t> </a:t>
            </a:r>
            <a:r>
              <a:rPr sz="1100" spc="-10" dirty="0">
                <a:latin typeface="Times New Roman"/>
                <a:cs typeface="Times New Roman"/>
                <a:hlinkClick r:id="rId2"/>
              </a:rPr>
              <a:t>automation</a:t>
            </a:r>
            <a:r>
              <a:rPr sz="1100" spc="-10" dirty="0">
                <a:latin typeface="Times New Roman"/>
                <a:cs typeface="Times New Roman"/>
              </a:rPr>
              <a:t> </a:t>
            </a:r>
            <a:r>
              <a:rPr sz="1100" dirty="0">
                <a:latin typeface="Times New Roman"/>
                <a:cs typeface="Times New Roman"/>
              </a:rPr>
              <a:t>(EDA)</a:t>
            </a:r>
            <a:r>
              <a:rPr sz="1100" spc="-15" dirty="0">
                <a:latin typeface="Times New Roman"/>
                <a:cs typeface="Times New Roman"/>
              </a:rPr>
              <a:t> </a:t>
            </a:r>
            <a:r>
              <a:rPr sz="1100" dirty="0">
                <a:latin typeface="Times New Roman"/>
                <a:cs typeface="Times New Roman"/>
              </a:rPr>
              <a:t>application</a:t>
            </a:r>
            <a:r>
              <a:rPr sz="1100" spc="-25" dirty="0">
                <a:latin typeface="Times New Roman"/>
                <a:cs typeface="Times New Roman"/>
              </a:rPr>
              <a:t> </a:t>
            </a:r>
            <a:r>
              <a:rPr sz="1100" dirty="0">
                <a:latin typeface="Times New Roman"/>
                <a:cs typeface="Times New Roman"/>
              </a:rPr>
              <a:t>with</a:t>
            </a:r>
            <a:r>
              <a:rPr sz="1100" spc="-20" dirty="0">
                <a:latin typeface="Times New Roman"/>
                <a:cs typeface="Times New Roman"/>
              </a:rPr>
              <a:t> </a:t>
            </a:r>
            <a:r>
              <a:rPr sz="1100" dirty="0">
                <a:latin typeface="Times New Roman"/>
                <a:cs typeface="Times New Roman"/>
                <a:hlinkClick r:id="rId3"/>
              </a:rPr>
              <a:t>schematic</a:t>
            </a:r>
            <a:r>
              <a:rPr sz="1100" spc="-10" dirty="0">
                <a:latin typeface="Times New Roman"/>
                <a:cs typeface="Times New Roman"/>
              </a:rPr>
              <a:t> </a:t>
            </a:r>
            <a:r>
              <a:rPr sz="1100" dirty="0">
                <a:latin typeface="Times New Roman"/>
                <a:cs typeface="Times New Roman"/>
                <a:hlinkClick r:id="rId3"/>
              </a:rPr>
              <a:t>capture</a:t>
            </a:r>
            <a:r>
              <a:rPr sz="1100" dirty="0">
                <a:latin typeface="Times New Roman"/>
                <a:cs typeface="Times New Roman"/>
                <a:hlinkClick r:id="rId4"/>
              </a:rPr>
              <a:t>,</a:t>
            </a:r>
            <a:r>
              <a:rPr sz="1100" spc="15" dirty="0">
                <a:latin typeface="Times New Roman"/>
                <a:cs typeface="Times New Roman"/>
              </a:rPr>
              <a:t> </a:t>
            </a:r>
            <a:r>
              <a:rPr sz="1100" dirty="0">
                <a:latin typeface="Times New Roman"/>
                <a:cs typeface="Times New Roman"/>
              </a:rPr>
              <a:t>printed</a:t>
            </a:r>
            <a:r>
              <a:rPr sz="1100" spc="-30" dirty="0">
                <a:latin typeface="Times New Roman"/>
                <a:cs typeface="Times New Roman"/>
              </a:rPr>
              <a:t> </a:t>
            </a:r>
            <a:r>
              <a:rPr sz="1100" dirty="0">
                <a:latin typeface="Times New Roman"/>
                <a:cs typeface="Times New Roman"/>
              </a:rPr>
              <a:t>circuit boar</a:t>
            </a:r>
            <a:r>
              <a:rPr sz="1100" dirty="0">
                <a:latin typeface="Times New Roman"/>
                <a:cs typeface="Times New Roman"/>
                <a:hlinkClick r:id="rId4"/>
              </a:rPr>
              <a:t>d</a:t>
            </a:r>
            <a:r>
              <a:rPr sz="1100" spc="-25" dirty="0">
                <a:latin typeface="Times New Roman"/>
                <a:cs typeface="Times New Roman"/>
              </a:rPr>
              <a:t> </a:t>
            </a:r>
            <a:r>
              <a:rPr sz="1100" dirty="0">
                <a:latin typeface="Times New Roman"/>
                <a:cs typeface="Times New Roman"/>
              </a:rPr>
              <a:t>(PCB)</a:t>
            </a:r>
            <a:r>
              <a:rPr sz="1100" spc="-10" dirty="0">
                <a:latin typeface="Times New Roman"/>
                <a:cs typeface="Times New Roman"/>
              </a:rPr>
              <a:t> </a:t>
            </a:r>
            <a:r>
              <a:rPr sz="1100" dirty="0">
                <a:latin typeface="Times New Roman"/>
                <a:cs typeface="Times New Roman"/>
                <a:hlinkClick r:id="rId5"/>
              </a:rPr>
              <a:t>layout,</a:t>
            </a:r>
            <a:r>
              <a:rPr sz="1100" spc="15" dirty="0">
                <a:latin typeface="Times New Roman"/>
                <a:cs typeface="Times New Roman"/>
              </a:rPr>
              <a:t> </a:t>
            </a:r>
            <a:r>
              <a:rPr sz="1100" dirty="0">
                <a:latin typeface="Times New Roman"/>
                <a:cs typeface="Times New Roman"/>
                <a:hlinkClick r:id="rId6"/>
              </a:rPr>
              <a:t>autorouter</a:t>
            </a:r>
            <a:r>
              <a:rPr sz="1100" spc="15"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spc="-10" dirty="0">
                <a:latin typeface="Times New Roman"/>
                <a:cs typeface="Times New Roman"/>
                <a:hlinkClick r:id="rId7"/>
              </a:rPr>
              <a:t>computer-aided</a:t>
            </a:r>
            <a:r>
              <a:rPr sz="1100" spc="-10" dirty="0">
                <a:latin typeface="Times New Roman"/>
                <a:cs typeface="Times New Roman"/>
              </a:rPr>
              <a:t> </a:t>
            </a:r>
            <a:r>
              <a:rPr sz="1100" dirty="0">
                <a:latin typeface="Times New Roman"/>
                <a:cs typeface="Times New Roman"/>
                <a:hlinkClick r:id="rId7"/>
              </a:rPr>
              <a:t>manufacturing</a:t>
            </a:r>
            <a:r>
              <a:rPr sz="1100" spc="-30" dirty="0">
                <a:latin typeface="Times New Roman"/>
                <a:cs typeface="Times New Roman"/>
              </a:rPr>
              <a:t> </a:t>
            </a:r>
            <a:r>
              <a:rPr sz="1100" dirty="0">
                <a:latin typeface="Times New Roman"/>
                <a:cs typeface="Times New Roman"/>
              </a:rPr>
              <a:t>(CAM)</a:t>
            </a:r>
            <a:r>
              <a:rPr sz="1100" spc="-20" dirty="0">
                <a:latin typeface="Times New Roman"/>
                <a:cs typeface="Times New Roman"/>
              </a:rPr>
              <a:t> </a:t>
            </a:r>
            <a:r>
              <a:rPr sz="1100" dirty="0">
                <a:latin typeface="Times New Roman"/>
                <a:cs typeface="Times New Roman"/>
              </a:rPr>
              <a:t>features.</a:t>
            </a:r>
            <a:r>
              <a:rPr sz="1100" spc="-15" dirty="0">
                <a:latin typeface="Times New Roman"/>
                <a:cs typeface="Times New Roman"/>
              </a:rPr>
              <a:t> </a:t>
            </a:r>
            <a:r>
              <a:rPr sz="1100" spc="-10" dirty="0">
                <a:latin typeface="Times New Roman"/>
                <a:cs typeface="Times New Roman"/>
              </a:rPr>
              <a:t>EAGLE</a:t>
            </a:r>
            <a:r>
              <a:rPr sz="1100" spc="-20" dirty="0">
                <a:latin typeface="Times New Roman"/>
                <a:cs typeface="Times New Roman"/>
              </a:rPr>
              <a:t> </a:t>
            </a:r>
            <a:r>
              <a:rPr sz="1100" dirty="0">
                <a:latin typeface="Times New Roman"/>
                <a:cs typeface="Times New Roman"/>
              </a:rPr>
              <a:t>contains</a:t>
            </a:r>
            <a:r>
              <a:rPr sz="1100" spc="-15"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dirty="0">
                <a:latin typeface="Times New Roman"/>
                <a:cs typeface="Times New Roman"/>
                <a:hlinkClick r:id="rId8"/>
              </a:rPr>
              <a:t>schematic editor,</a:t>
            </a:r>
            <a:r>
              <a:rPr sz="1100" dirty="0">
                <a:latin typeface="Times New Roman"/>
                <a:cs typeface="Times New Roman"/>
              </a:rPr>
              <a:t> for designing</a:t>
            </a:r>
            <a:r>
              <a:rPr sz="1100" spc="-30" dirty="0">
                <a:latin typeface="Times New Roman"/>
                <a:cs typeface="Times New Roman"/>
              </a:rPr>
              <a:t> </a:t>
            </a:r>
            <a:r>
              <a:rPr sz="1100" dirty="0">
                <a:latin typeface="Times New Roman"/>
                <a:cs typeface="Times New Roman"/>
                <a:hlinkClick r:id="rId9"/>
              </a:rPr>
              <a:t>circuit</a:t>
            </a:r>
            <a:r>
              <a:rPr sz="1100" spc="-10" dirty="0">
                <a:latin typeface="Times New Roman"/>
                <a:cs typeface="Times New Roman"/>
                <a:hlinkClick r:id="rId9"/>
              </a:rPr>
              <a:t> </a:t>
            </a:r>
            <a:r>
              <a:rPr sz="1100" dirty="0">
                <a:latin typeface="Times New Roman"/>
                <a:cs typeface="Times New Roman"/>
                <a:hlinkClick r:id="rId9"/>
              </a:rPr>
              <a:t>diagrams.</a:t>
            </a:r>
            <a:r>
              <a:rPr sz="1100" spc="5" dirty="0">
                <a:latin typeface="Times New Roman"/>
                <a:cs typeface="Times New Roman"/>
              </a:rPr>
              <a:t> </a:t>
            </a:r>
            <a:r>
              <a:rPr sz="1100" dirty="0">
                <a:latin typeface="Times New Roman"/>
                <a:cs typeface="Times New Roman"/>
              </a:rPr>
              <a:t>Schematics</a:t>
            </a:r>
            <a:r>
              <a:rPr sz="1100" spc="-15" dirty="0">
                <a:latin typeface="Times New Roman"/>
                <a:cs typeface="Times New Roman"/>
              </a:rPr>
              <a:t> </a:t>
            </a:r>
            <a:r>
              <a:rPr sz="1100" spc="-25" dirty="0">
                <a:latin typeface="Times New Roman"/>
                <a:cs typeface="Times New Roman"/>
              </a:rPr>
              <a:t>are </a:t>
            </a:r>
            <a:r>
              <a:rPr sz="1100" dirty="0">
                <a:latin typeface="Times New Roman"/>
                <a:cs typeface="Times New Roman"/>
              </a:rPr>
              <a:t>stored</a:t>
            </a:r>
            <a:r>
              <a:rPr sz="1100" spc="-25" dirty="0">
                <a:latin typeface="Times New Roman"/>
                <a:cs typeface="Times New Roman"/>
              </a:rPr>
              <a:t> </a:t>
            </a:r>
            <a:r>
              <a:rPr sz="1100" dirty="0">
                <a:latin typeface="Times New Roman"/>
                <a:cs typeface="Times New Roman"/>
              </a:rPr>
              <a:t>in</a:t>
            </a:r>
            <a:r>
              <a:rPr sz="1100" spc="-25" dirty="0">
                <a:latin typeface="Times New Roman"/>
                <a:cs typeface="Times New Roman"/>
              </a:rPr>
              <a:t> </a:t>
            </a:r>
            <a:r>
              <a:rPr sz="1100" dirty="0">
                <a:latin typeface="Times New Roman"/>
                <a:cs typeface="Times New Roman"/>
              </a:rPr>
              <a:t>files</a:t>
            </a:r>
            <a:r>
              <a:rPr sz="1100" spc="25" dirty="0">
                <a:latin typeface="Times New Roman"/>
                <a:cs typeface="Times New Roman"/>
              </a:rPr>
              <a:t> </a:t>
            </a:r>
            <a:r>
              <a:rPr sz="1100" dirty="0">
                <a:latin typeface="Times New Roman"/>
                <a:cs typeface="Times New Roman"/>
              </a:rPr>
              <a:t>with.</a:t>
            </a:r>
            <a:r>
              <a:rPr sz="1100" spc="10" dirty="0">
                <a:latin typeface="Times New Roman"/>
                <a:cs typeface="Times New Roman"/>
              </a:rPr>
              <a:t> </a:t>
            </a:r>
            <a:r>
              <a:rPr sz="1100" dirty="0">
                <a:latin typeface="Times New Roman"/>
                <a:cs typeface="Times New Roman"/>
              </a:rPr>
              <a:t>SCH</a:t>
            </a:r>
            <a:r>
              <a:rPr sz="1100" spc="-5" dirty="0">
                <a:latin typeface="Times New Roman"/>
                <a:cs typeface="Times New Roman"/>
              </a:rPr>
              <a:t> </a:t>
            </a:r>
            <a:r>
              <a:rPr sz="1100" dirty="0">
                <a:latin typeface="Times New Roman"/>
                <a:cs typeface="Times New Roman"/>
              </a:rPr>
              <a:t>extension,</a:t>
            </a:r>
            <a:r>
              <a:rPr sz="1100" spc="10" dirty="0">
                <a:latin typeface="Times New Roman"/>
                <a:cs typeface="Times New Roman"/>
              </a:rPr>
              <a:t> </a:t>
            </a:r>
            <a:r>
              <a:rPr sz="1100" dirty="0">
                <a:latin typeface="Times New Roman"/>
                <a:cs typeface="Times New Roman"/>
              </a:rPr>
              <a:t>parts</a:t>
            </a:r>
            <a:r>
              <a:rPr sz="1100" spc="-40" dirty="0">
                <a:latin typeface="Times New Roman"/>
                <a:cs typeface="Times New Roman"/>
              </a:rPr>
              <a:t> </a:t>
            </a:r>
            <a:r>
              <a:rPr sz="1100" dirty="0">
                <a:latin typeface="Times New Roman"/>
                <a:cs typeface="Times New Roman"/>
              </a:rPr>
              <a:t>are</a:t>
            </a:r>
            <a:r>
              <a:rPr sz="1100" spc="-35" dirty="0">
                <a:latin typeface="Times New Roman"/>
                <a:cs typeface="Times New Roman"/>
              </a:rPr>
              <a:t> </a:t>
            </a:r>
            <a:r>
              <a:rPr sz="1100" dirty="0">
                <a:latin typeface="Times New Roman"/>
                <a:cs typeface="Times New Roman"/>
              </a:rPr>
              <a:t>defined</a:t>
            </a:r>
            <a:r>
              <a:rPr sz="1100" spc="-25" dirty="0">
                <a:latin typeface="Times New Roman"/>
                <a:cs typeface="Times New Roman"/>
              </a:rPr>
              <a:t> </a:t>
            </a:r>
            <a:r>
              <a:rPr sz="1100" dirty="0">
                <a:latin typeface="Times New Roman"/>
                <a:cs typeface="Times New Roman"/>
              </a:rPr>
              <a:t>in device</a:t>
            </a:r>
            <a:r>
              <a:rPr sz="1100" spc="-30" dirty="0">
                <a:latin typeface="Times New Roman"/>
                <a:cs typeface="Times New Roman"/>
              </a:rPr>
              <a:t> </a:t>
            </a:r>
            <a:r>
              <a:rPr sz="1100" dirty="0">
                <a:latin typeface="Times New Roman"/>
                <a:cs typeface="Times New Roman"/>
              </a:rPr>
              <a:t>libraries with</a:t>
            </a:r>
            <a:r>
              <a:rPr sz="1100" spc="-25" dirty="0">
                <a:latin typeface="Times New Roman"/>
                <a:cs typeface="Times New Roman"/>
              </a:rPr>
              <a:t> </a:t>
            </a:r>
            <a:r>
              <a:rPr sz="1100" dirty="0">
                <a:latin typeface="Times New Roman"/>
                <a:cs typeface="Times New Roman"/>
              </a:rPr>
              <a:t>.LBR</a:t>
            </a:r>
            <a:r>
              <a:rPr sz="1100" spc="5" dirty="0">
                <a:latin typeface="Times New Roman"/>
                <a:cs typeface="Times New Roman"/>
              </a:rPr>
              <a:t> </a:t>
            </a:r>
            <a:r>
              <a:rPr sz="1100" dirty="0">
                <a:latin typeface="Times New Roman"/>
                <a:cs typeface="Times New Roman"/>
              </a:rPr>
              <a:t>extension.</a:t>
            </a:r>
            <a:r>
              <a:rPr sz="1100" spc="10" dirty="0">
                <a:latin typeface="Times New Roman"/>
                <a:cs typeface="Times New Roman"/>
              </a:rPr>
              <a:t> </a:t>
            </a:r>
            <a:r>
              <a:rPr sz="1100" dirty="0">
                <a:latin typeface="Times New Roman"/>
                <a:cs typeface="Times New Roman"/>
              </a:rPr>
              <a:t>Parts can</a:t>
            </a:r>
            <a:r>
              <a:rPr sz="1100" spc="-20" dirty="0">
                <a:latin typeface="Times New Roman"/>
                <a:cs typeface="Times New Roman"/>
              </a:rPr>
              <a:t> </a:t>
            </a:r>
            <a:r>
              <a:rPr sz="1100" dirty="0">
                <a:latin typeface="Times New Roman"/>
                <a:cs typeface="Times New Roman"/>
              </a:rPr>
              <a:t>be</a:t>
            </a:r>
            <a:r>
              <a:rPr sz="1100" spc="-35" dirty="0">
                <a:latin typeface="Times New Roman"/>
                <a:cs typeface="Times New Roman"/>
              </a:rPr>
              <a:t> </a:t>
            </a:r>
            <a:r>
              <a:rPr sz="1100" dirty="0">
                <a:latin typeface="Times New Roman"/>
                <a:cs typeface="Times New Roman"/>
              </a:rPr>
              <a:t>placed </a:t>
            </a:r>
            <a:r>
              <a:rPr sz="1100" spc="-25" dirty="0">
                <a:latin typeface="Times New Roman"/>
                <a:cs typeface="Times New Roman"/>
              </a:rPr>
              <a:t>on </a:t>
            </a:r>
            <a:r>
              <a:rPr sz="1100" dirty="0">
                <a:latin typeface="Times New Roman"/>
                <a:cs typeface="Times New Roman"/>
              </a:rPr>
              <a:t>many</a:t>
            </a:r>
            <a:r>
              <a:rPr sz="1100" spc="-30" dirty="0">
                <a:latin typeface="Times New Roman"/>
                <a:cs typeface="Times New Roman"/>
              </a:rPr>
              <a:t> </a:t>
            </a:r>
            <a:r>
              <a:rPr sz="1100" dirty="0">
                <a:latin typeface="Times New Roman"/>
                <a:cs typeface="Times New Roman"/>
              </a:rPr>
              <a:t>sheets</a:t>
            </a:r>
            <a:r>
              <a:rPr sz="1100" spc="-10" dirty="0">
                <a:latin typeface="Times New Roman"/>
                <a:cs typeface="Times New Roman"/>
              </a:rPr>
              <a:t> </a:t>
            </a:r>
            <a:r>
              <a:rPr sz="1100" dirty="0">
                <a:latin typeface="Times New Roman"/>
                <a:cs typeface="Times New Roman"/>
              </a:rPr>
              <a:t>and</a:t>
            </a:r>
            <a:r>
              <a:rPr sz="1100" spc="-30" dirty="0">
                <a:latin typeface="Times New Roman"/>
                <a:cs typeface="Times New Roman"/>
              </a:rPr>
              <a:t> </a:t>
            </a:r>
            <a:r>
              <a:rPr sz="1100" dirty="0">
                <a:latin typeface="Times New Roman"/>
                <a:cs typeface="Times New Roman"/>
              </a:rPr>
              <a:t>connected</a:t>
            </a:r>
            <a:r>
              <a:rPr sz="1100" spc="-25" dirty="0">
                <a:latin typeface="Times New Roman"/>
                <a:cs typeface="Times New Roman"/>
              </a:rPr>
              <a:t> </a:t>
            </a:r>
            <a:r>
              <a:rPr sz="1100" dirty="0">
                <a:latin typeface="Times New Roman"/>
                <a:cs typeface="Times New Roman"/>
              </a:rPr>
              <a:t>together</a:t>
            </a:r>
            <a:r>
              <a:rPr sz="1100" spc="5" dirty="0">
                <a:latin typeface="Times New Roman"/>
                <a:cs typeface="Times New Roman"/>
              </a:rPr>
              <a:t> </a:t>
            </a:r>
            <a:r>
              <a:rPr sz="1100" dirty="0">
                <a:latin typeface="Times New Roman"/>
                <a:cs typeface="Times New Roman"/>
              </a:rPr>
              <a:t>through</a:t>
            </a:r>
            <a:r>
              <a:rPr sz="1100" spc="-30" dirty="0">
                <a:latin typeface="Times New Roman"/>
                <a:cs typeface="Times New Roman"/>
              </a:rPr>
              <a:t> </a:t>
            </a:r>
            <a:r>
              <a:rPr sz="1100" dirty="0">
                <a:latin typeface="Times New Roman"/>
                <a:cs typeface="Times New Roman"/>
              </a:rPr>
              <a:t>ports.</a:t>
            </a:r>
            <a:r>
              <a:rPr sz="1100" spc="-15" dirty="0">
                <a:latin typeface="Times New Roman"/>
                <a:cs typeface="Times New Roman"/>
              </a:rPr>
              <a:t> </a:t>
            </a:r>
            <a:r>
              <a:rPr sz="1100" dirty="0">
                <a:latin typeface="Times New Roman"/>
                <a:cs typeface="Times New Roman"/>
              </a:rPr>
              <a:t>The</a:t>
            </a:r>
            <a:r>
              <a:rPr sz="1100" spc="20" dirty="0">
                <a:latin typeface="Times New Roman"/>
                <a:cs typeface="Times New Roman"/>
              </a:rPr>
              <a:t> </a:t>
            </a:r>
            <a:r>
              <a:rPr sz="1100" dirty="0">
                <a:latin typeface="Times New Roman"/>
                <a:cs typeface="Times New Roman"/>
                <a:hlinkClick r:id="rId4"/>
              </a:rPr>
              <a:t>PCB</a:t>
            </a:r>
            <a:r>
              <a:rPr sz="1100" spc="-20" dirty="0">
                <a:latin typeface="Times New Roman"/>
                <a:cs typeface="Times New Roman"/>
              </a:rPr>
              <a:t> </a:t>
            </a:r>
            <a:r>
              <a:rPr sz="1100" dirty="0">
                <a:latin typeface="Times New Roman"/>
                <a:cs typeface="Times New Roman"/>
              </a:rPr>
              <a:t>layout</a:t>
            </a:r>
            <a:r>
              <a:rPr sz="1100" spc="-5" dirty="0">
                <a:latin typeface="Times New Roman"/>
                <a:cs typeface="Times New Roman"/>
              </a:rPr>
              <a:t> </a:t>
            </a:r>
            <a:r>
              <a:rPr sz="1100" dirty="0">
                <a:latin typeface="Times New Roman"/>
                <a:cs typeface="Times New Roman"/>
              </a:rPr>
              <a:t>editor</a:t>
            </a:r>
            <a:r>
              <a:rPr sz="1100" spc="10" dirty="0">
                <a:latin typeface="Times New Roman"/>
                <a:cs typeface="Times New Roman"/>
              </a:rPr>
              <a:t> </a:t>
            </a:r>
            <a:r>
              <a:rPr sz="1100" dirty="0">
                <a:latin typeface="Times New Roman"/>
                <a:cs typeface="Times New Roman"/>
              </a:rPr>
              <a:t>stores</a:t>
            </a:r>
            <a:r>
              <a:rPr sz="1100" spc="-5" dirty="0">
                <a:latin typeface="Times New Roman"/>
                <a:cs typeface="Times New Roman"/>
              </a:rPr>
              <a:t> </a:t>
            </a:r>
            <a:r>
              <a:rPr sz="1100" dirty="0">
                <a:latin typeface="Times New Roman"/>
                <a:cs typeface="Times New Roman"/>
              </a:rPr>
              <a:t>board</a:t>
            </a:r>
            <a:r>
              <a:rPr sz="1100" spc="-30" dirty="0">
                <a:latin typeface="Times New Roman"/>
                <a:cs typeface="Times New Roman"/>
              </a:rPr>
              <a:t> </a:t>
            </a:r>
            <a:r>
              <a:rPr sz="1100" dirty="0">
                <a:latin typeface="Times New Roman"/>
                <a:cs typeface="Times New Roman"/>
              </a:rPr>
              <a:t>files</a:t>
            </a:r>
            <a:r>
              <a:rPr sz="1100" spc="-5" dirty="0">
                <a:latin typeface="Times New Roman"/>
                <a:cs typeface="Times New Roman"/>
              </a:rPr>
              <a:t> </a:t>
            </a:r>
            <a:r>
              <a:rPr sz="1100" dirty="0">
                <a:latin typeface="Times New Roman"/>
                <a:cs typeface="Times New Roman"/>
              </a:rPr>
              <a:t>with</a:t>
            </a:r>
            <a:r>
              <a:rPr sz="1100" spc="-30"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extension</a:t>
            </a:r>
            <a:r>
              <a:rPr sz="1100" spc="-5" dirty="0">
                <a:latin typeface="Times New Roman"/>
                <a:cs typeface="Times New Roman"/>
              </a:rPr>
              <a:t> </a:t>
            </a:r>
            <a:r>
              <a:rPr sz="1100" dirty="0">
                <a:latin typeface="Times New Roman"/>
                <a:cs typeface="Times New Roman"/>
              </a:rPr>
              <a:t>.BRD.</a:t>
            </a:r>
            <a:r>
              <a:rPr sz="1100" spc="-20" dirty="0">
                <a:latin typeface="Times New Roman"/>
                <a:cs typeface="Times New Roman"/>
              </a:rPr>
              <a:t> </a:t>
            </a:r>
            <a:r>
              <a:rPr sz="1100" spc="-25" dirty="0">
                <a:latin typeface="Times New Roman"/>
                <a:cs typeface="Times New Roman"/>
              </a:rPr>
              <a:t>It </a:t>
            </a:r>
            <a:r>
              <a:rPr sz="1100" dirty="0">
                <a:latin typeface="Times New Roman"/>
                <a:cs typeface="Times New Roman"/>
              </a:rPr>
              <a:t>allows</a:t>
            </a:r>
            <a:r>
              <a:rPr sz="1100" spc="10" dirty="0">
                <a:latin typeface="Times New Roman"/>
                <a:cs typeface="Times New Roman"/>
              </a:rPr>
              <a:t> </a:t>
            </a:r>
            <a:r>
              <a:rPr sz="1100" spc="-10" dirty="0">
                <a:latin typeface="Times New Roman"/>
                <a:cs typeface="Times New Roman"/>
                <a:hlinkClick r:id="rId10"/>
              </a:rPr>
              <a:t>back-</a:t>
            </a:r>
            <a:r>
              <a:rPr sz="1100" dirty="0">
                <a:latin typeface="Times New Roman"/>
                <a:cs typeface="Times New Roman"/>
                <a:hlinkClick r:id="rId10"/>
              </a:rPr>
              <a:t>annotation</a:t>
            </a:r>
            <a:r>
              <a:rPr sz="1100" spc="-10" dirty="0">
                <a:latin typeface="Times New Roman"/>
                <a:cs typeface="Times New Roman"/>
              </a:rPr>
              <a:t> </a:t>
            </a:r>
            <a:r>
              <a:rPr sz="1100" dirty="0">
                <a:latin typeface="Times New Roman"/>
                <a:cs typeface="Times New Roman"/>
                <a:hlinkClick r:id="rId10"/>
              </a:rPr>
              <a:t>t</a:t>
            </a:r>
            <a:r>
              <a:rPr sz="1100" dirty="0">
                <a:latin typeface="Times New Roman"/>
                <a:cs typeface="Times New Roman"/>
              </a:rPr>
              <a:t>o</a:t>
            </a:r>
            <a:r>
              <a:rPr sz="1100" spc="-20" dirty="0">
                <a:latin typeface="Times New Roman"/>
                <a:cs typeface="Times New Roman"/>
              </a:rPr>
              <a:t> </a:t>
            </a:r>
            <a:r>
              <a:rPr sz="1100" dirty="0">
                <a:latin typeface="Times New Roman"/>
                <a:cs typeface="Times New Roman"/>
              </a:rPr>
              <a:t>the</a:t>
            </a:r>
            <a:r>
              <a:rPr sz="1100" spc="-30" dirty="0">
                <a:latin typeface="Times New Roman"/>
                <a:cs typeface="Times New Roman"/>
              </a:rPr>
              <a:t> </a:t>
            </a:r>
            <a:r>
              <a:rPr sz="1100" dirty="0">
                <a:latin typeface="Times New Roman"/>
                <a:cs typeface="Times New Roman"/>
              </a:rPr>
              <a:t>schematic</a:t>
            </a:r>
            <a:r>
              <a:rPr sz="1100" spc="-5" dirty="0">
                <a:latin typeface="Times New Roman"/>
                <a:cs typeface="Times New Roman"/>
              </a:rPr>
              <a:t> </a:t>
            </a:r>
            <a:r>
              <a:rPr sz="1100" dirty="0">
                <a:latin typeface="Times New Roman"/>
                <a:cs typeface="Times New Roman"/>
              </a:rPr>
              <a:t>and</a:t>
            </a:r>
            <a:r>
              <a:rPr sz="1100" spc="-20" dirty="0">
                <a:latin typeface="Times New Roman"/>
                <a:cs typeface="Times New Roman"/>
              </a:rPr>
              <a:t> </a:t>
            </a:r>
            <a:r>
              <a:rPr sz="1100" dirty="0">
                <a:latin typeface="Times New Roman"/>
                <a:cs typeface="Times New Roman"/>
              </a:rPr>
              <a:t>auto-routing</a:t>
            </a:r>
            <a:r>
              <a:rPr sz="1100" spc="-15" dirty="0">
                <a:latin typeface="Times New Roman"/>
                <a:cs typeface="Times New Roman"/>
              </a:rPr>
              <a:t> </a:t>
            </a:r>
            <a:r>
              <a:rPr sz="1100" dirty="0">
                <a:latin typeface="Times New Roman"/>
                <a:cs typeface="Times New Roman"/>
              </a:rPr>
              <a:t>to</a:t>
            </a:r>
            <a:r>
              <a:rPr sz="1100" spc="-20" dirty="0">
                <a:latin typeface="Times New Roman"/>
                <a:cs typeface="Times New Roman"/>
              </a:rPr>
              <a:t> </a:t>
            </a:r>
            <a:r>
              <a:rPr sz="1100" dirty="0">
                <a:latin typeface="Times New Roman"/>
                <a:cs typeface="Times New Roman"/>
              </a:rPr>
              <a:t>automatically</a:t>
            </a:r>
            <a:r>
              <a:rPr sz="1100" spc="-20" dirty="0">
                <a:latin typeface="Times New Roman"/>
                <a:cs typeface="Times New Roman"/>
              </a:rPr>
              <a:t> </a:t>
            </a:r>
            <a:r>
              <a:rPr sz="1100" dirty="0">
                <a:latin typeface="Times New Roman"/>
                <a:cs typeface="Times New Roman"/>
              </a:rPr>
              <a:t>connect</a:t>
            </a:r>
            <a:r>
              <a:rPr sz="1100" spc="10" dirty="0">
                <a:latin typeface="Times New Roman"/>
                <a:cs typeface="Times New Roman"/>
              </a:rPr>
              <a:t> </a:t>
            </a:r>
            <a:r>
              <a:rPr sz="1100" dirty="0">
                <a:latin typeface="Times New Roman"/>
                <a:cs typeface="Times New Roman"/>
              </a:rPr>
              <a:t>traces</a:t>
            </a:r>
            <a:r>
              <a:rPr sz="1100" spc="5" dirty="0">
                <a:latin typeface="Times New Roman"/>
                <a:cs typeface="Times New Roman"/>
              </a:rPr>
              <a:t> </a:t>
            </a:r>
            <a:r>
              <a:rPr sz="1100" dirty="0">
                <a:latin typeface="Times New Roman"/>
                <a:cs typeface="Times New Roman"/>
              </a:rPr>
              <a:t>based</a:t>
            </a:r>
            <a:r>
              <a:rPr sz="1100" spc="-20" dirty="0">
                <a:latin typeface="Times New Roman"/>
                <a:cs typeface="Times New Roman"/>
              </a:rPr>
              <a:t> </a:t>
            </a:r>
            <a:r>
              <a:rPr sz="1100" dirty="0">
                <a:latin typeface="Times New Roman"/>
                <a:cs typeface="Times New Roman"/>
              </a:rPr>
              <a:t>on</a:t>
            </a:r>
            <a:r>
              <a:rPr sz="1100" spc="-15" dirty="0">
                <a:latin typeface="Times New Roman"/>
                <a:cs typeface="Times New Roman"/>
              </a:rPr>
              <a:t> </a:t>
            </a:r>
            <a:r>
              <a:rPr sz="1100" dirty="0">
                <a:latin typeface="Times New Roman"/>
                <a:cs typeface="Times New Roman"/>
              </a:rPr>
              <a:t>the</a:t>
            </a:r>
            <a:r>
              <a:rPr sz="1100" spc="-30" dirty="0">
                <a:latin typeface="Times New Roman"/>
                <a:cs typeface="Times New Roman"/>
              </a:rPr>
              <a:t> </a:t>
            </a:r>
            <a:r>
              <a:rPr sz="1100" spc="-10" dirty="0">
                <a:latin typeface="Times New Roman"/>
                <a:cs typeface="Times New Roman"/>
              </a:rPr>
              <a:t>connections </a:t>
            </a:r>
            <a:r>
              <a:rPr sz="1100" dirty="0">
                <a:latin typeface="Times New Roman"/>
                <a:cs typeface="Times New Roman"/>
              </a:rPr>
              <a:t>defined</a:t>
            </a:r>
            <a:r>
              <a:rPr sz="1100" spc="5" dirty="0">
                <a:latin typeface="Times New Roman"/>
                <a:cs typeface="Times New Roman"/>
              </a:rPr>
              <a:t> </a:t>
            </a:r>
            <a:r>
              <a:rPr sz="1100" dirty="0">
                <a:latin typeface="Times New Roman"/>
                <a:cs typeface="Times New Roman"/>
              </a:rPr>
              <a:t>in</a:t>
            </a:r>
            <a:r>
              <a:rPr sz="1100" spc="-20" dirty="0">
                <a:latin typeface="Times New Roman"/>
                <a:cs typeface="Times New Roman"/>
              </a:rPr>
              <a:t> </a:t>
            </a:r>
            <a:r>
              <a:rPr sz="1100" dirty="0">
                <a:latin typeface="Times New Roman"/>
                <a:cs typeface="Times New Roman"/>
              </a:rPr>
              <a:t>the</a:t>
            </a:r>
            <a:r>
              <a:rPr sz="1100" spc="-25" dirty="0">
                <a:latin typeface="Times New Roman"/>
                <a:cs typeface="Times New Roman"/>
              </a:rPr>
              <a:t> </a:t>
            </a:r>
            <a:r>
              <a:rPr sz="1100" spc="-10" dirty="0">
                <a:latin typeface="Times New Roman"/>
                <a:cs typeface="Times New Roman"/>
              </a:rPr>
              <a:t>schematic.</a:t>
            </a:r>
            <a:endParaRPr sz="1100">
              <a:latin typeface="Times New Roman"/>
              <a:cs typeface="Times New Roman"/>
            </a:endParaRPr>
          </a:p>
        </p:txBody>
      </p:sp>
      <p:pic>
        <p:nvPicPr>
          <p:cNvPr id="5" name="object 5"/>
          <p:cNvPicPr/>
          <p:nvPr/>
        </p:nvPicPr>
        <p:blipFill>
          <a:blip r:embed="rId11" cstate="print"/>
          <a:stretch>
            <a:fillRect/>
          </a:stretch>
        </p:blipFill>
        <p:spPr>
          <a:xfrm>
            <a:off x="763319" y="2176806"/>
            <a:ext cx="1495122" cy="1371793"/>
          </a:xfrm>
          <a:prstGeom prst="rect">
            <a:avLst/>
          </a:prstGeom>
        </p:spPr>
      </p:pic>
      <p:pic>
        <p:nvPicPr>
          <p:cNvPr id="6" name="object 6"/>
          <p:cNvPicPr/>
          <p:nvPr/>
        </p:nvPicPr>
        <p:blipFill>
          <a:blip r:embed="rId12" cstate="print"/>
          <a:stretch>
            <a:fillRect/>
          </a:stretch>
        </p:blipFill>
        <p:spPr>
          <a:xfrm>
            <a:off x="436244" y="5413374"/>
            <a:ext cx="2499360" cy="1030604"/>
          </a:xfrm>
          <a:prstGeom prst="rect">
            <a:avLst/>
          </a:prstGeom>
        </p:spPr>
      </p:pic>
      <p:sp>
        <p:nvSpPr>
          <p:cNvPr id="7" name="object 7"/>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r>
              <a:rPr spc="-50" dirty="0"/>
              <a:t>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1194561"/>
            <a:ext cx="1404620" cy="193675"/>
          </a:xfrm>
          <a:prstGeom prst="rect">
            <a:avLst/>
          </a:prstGeom>
        </p:spPr>
        <p:txBody>
          <a:bodyPr vert="horz" wrap="square" lIns="0" tIns="12700" rIns="0" bIns="0" rtlCol="0">
            <a:spAutoFit/>
          </a:bodyPr>
          <a:lstStyle/>
          <a:p>
            <a:pPr marL="12700">
              <a:lnSpc>
                <a:spcPct val="100000"/>
              </a:lnSpc>
              <a:spcBef>
                <a:spcPts val="100"/>
              </a:spcBef>
            </a:pPr>
            <a:r>
              <a:rPr sz="1100" spc="-10" dirty="0">
                <a:latin typeface="Times New Roman"/>
                <a:cs typeface="Times New Roman"/>
              </a:rPr>
              <a:t>3.BLYNK</a:t>
            </a:r>
            <a:r>
              <a:rPr sz="1100" spc="-25" dirty="0">
                <a:latin typeface="Times New Roman"/>
                <a:cs typeface="Times New Roman"/>
              </a:rPr>
              <a:t> </a:t>
            </a:r>
            <a:r>
              <a:rPr sz="1100" dirty="0">
                <a:latin typeface="Times New Roman"/>
                <a:cs typeface="Times New Roman"/>
              </a:rPr>
              <a:t>IOT</a:t>
            </a:r>
            <a:r>
              <a:rPr sz="1100" spc="5" dirty="0">
                <a:latin typeface="Times New Roman"/>
                <a:cs typeface="Times New Roman"/>
              </a:rPr>
              <a:t> </a:t>
            </a:r>
            <a:r>
              <a:rPr sz="1100" spc="-10" dirty="0">
                <a:latin typeface="Times New Roman"/>
                <a:cs typeface="Times New Roman"/>
              </a:rPr>
              <a:t>Platform</a:t>
            </a:r>
            <a:endParaRPr sz="1100">
              <a:latin typeface="Times New Roman"/>
              <a:cs typeface="Times New Roman"/>
            </a:endParaRPr>
          </a:p>
        </p:txBody>
      </p:sp>
      <p:sp>
        <p:nvSpPr>
          <p:cNvPr id="3" name="object 3"/>
          <p:cNvSpPr txBox="1"/>
          <p:nvPr/>
        </p:nvSpPr>
        <p:spPr>
          <a:xfrm>
            <a:off x="344220" y="2694812"/>
            <a:ext cx="6753225" cy="1894839"/>
          </a:xfrm>
          <a:prstGeom prst="rect">
            <a:avLst/>
          </a:prstGeom>
        </p:spPr>
        <p:txBody>
          <a:bodyPr vert="horz" wrap="square" lIns="0" tIns="6985" rIns="0" bIns="0" rtlCol="0">
            <a:spAutoFit/>
          </a:bodyPr>
          <a:lstStyle/>
          <a:p>
            <a:pPr marL="12700" marR="108585">
              <a:lnSpc>
                <a:spcPct val="103600"/>
              </a:lnSpc>
              <a:spcBef>
                <a:spcPts val="55"/>
              </a:spcBef>
            </a:pPr>
            <a:r>
              <a:rPr sz="1100" dirty="0">
                <a:latin typeface="Times New Roman"/>
                <a:cs typeface="Times New Roman"/>
              </a:rPr>
              <a:t>Blynk</a:t>
            </a:r>
            <a:r>
              <a:rPr sz="1100" spc="-10" dirty="0">
                <a:latin typeface="Times New Roman"/>
                <a:cs typeface="Times New Roman"/>
              </a:rPr>
              <a:t> </a:t>
            </a:r>
            <a:r>
              <a:rPr sz="1100" dirty="0">
                <a:latin typeface="Times New Roman"/>
                <a:cs typeface="Times New Roman"/>
              </a:rPr>
              <a:t>was</a:t>
            </a:r>
            <a:r>
              <a:rPr sz="1100" spc="-5" dirty="0">
                <a:latin typeface="Times New Roman"/>
                <a:cs typeface="Times New Roman"/>
              </a:rPr>
              <a:t> </a:t>
            </a:r>
            <a:r>
              <a:rPr sz="1100" dirty="0">
                <a:latin typeface="Times New Roman"/>
                <a:cs typeface="Times New Roman"/>
              </a:rPr>
              <a:t>designed</a:t>
            </a:r>
            <a:r>
              <a:rPr sz="1100" spc="-25"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Internet</a:t>
            </a:r>
            <a:r>
              <a:rPr sz="1100" spc="20"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Things.</a:t>
            </a:r>
            <a:r>
              <a:rPr sz="1100" spc="10" dirty="0">
                <a:latin typeface="Times New Roman"/>
                <a:cs typeface="Times New Roman"/>
              </a:rPr>
              <a:t> </a:t>
            </a:r>
            <a:r>
              <a:rPr sz="1100" dirty="0">
                <a:latin typeface="Times New Roman"/>
                <a:cs typeface="Times New Roman"/>
              </a:rPr>
              <a:t>It can</a:t>
            </a:r>
            <a:r>
              <a:rPr sz="1100" spc="-30" dirty="0">
                <a:latin typeface="Times New Roman"/>
                <a:cs typeface="Times New Roman"/>
              </a:rPr>
              <a:t> </a:t>
            </a:r>
            <a:r>
              <a:rPr sz="1100" dirty="0">
                <a:latin typeface="Times New Roman"/>
                <a:cs typeface="Times New Roman"/>
              </a:rPr>
              <a:t>control hardware</a:t>
            </a:r>
            <a:r>
              <a:rPr sz="1100" spc="-40" dirty="0">
                <a:latin typeface="Times New Roman"/>
                <a:cs typeface="Times New Roman"/>
              </a:rPr>
              <a:t> </a:t>
            </a:r>
            <a:r>
              <a:rPr sz="1100" dirty="0">
                <a:latin typeface="Times New Roman"/>
                <a:cs typeface="Times New Roman"/>
              </a:rPr>
              <a:t>remotely,</a:t>
            </a:r>
            <a:r>
              <a:rPr sz="1100" spc="5" dirty="0">
                <a:latin typeface="Times New Roman"/>
                <a:cs typeface="Times New Roman"/>
              </a:rPr>
              <a:t> </a:t>
            </a:r>
            <a:r>
              <a:rPr sz="1100" dirty="0">
                <a:latin typeface="Times New Roman"/>
                <a:cs typeface="Times New Roman"/>
              </a:rPr>
              <a:t>it can</a:t>
            </a:r>
            <a:r>
              <a:rPr sz="1100" spc="-30" dirty="0">
                <a:latin typeface="Times New Roman"/>
                <a:cs typeface="Times New Roman"/>
              </a:rPr>
              <a:t> </a:t>
            </a:r>
            <a:r>
              <a:rPr sz="1100" dirty="0">
                <a:latin typeface="Times New Roman"/>
                <a:cs typeface="Times New Roman"/>
              </a:rPr>
              <a:t>display</a:t>
            </a:r>
            <a:r>
              <a:rPr sz="1100" spc="-25" dirty="0">
                <a:latin typeface="Times New Roman"/>
                <a:cs typeface="Times New Roman"/>
              </a:rPr>
              <a:t> </a:t>
            </a:r>
            <a:r>
              <a:rPr sz="1100" dirty="0">
                <a:latin typeface="Times New Roman"/>
                <a:cs typeface="Times New Roman"/>
              </a:rPr>
              <a:t>sensor</a:t>
            </a:r>
            <a:r>
              <a:rPr sz="1100" spc="5" dirty="0">
                <a:latin typeface="Times New Roman"/>
                <a:cs typeface="Times New Roman"/>
              </a:rPr>
              <a:t> </a:t>
            </a:r>
            <a:r>
              <a:rPr sz="1100" dirty="0">
                <a:latin typeface="Times New Roman"/>
                <a:cs typeface="Times New Roman"/>
              </a:rPr>
              <a:t>data,</a:t>
            </a:r>
            <a:r>
              <a:rPr sz="1100" spc="-20" dirty="0">
                <a:latin typeface="Times New Roman"/>
                <a:cs typeface="Times New Roman"/>
              </a:rPr>
              <a:t> </a:t>
            </a:r>
            <a:r>
              <a:rPr sz="1100" dirty="0">
                <a:latin typeface="Times New Roman"/>
                <a:cs typeface="Times New Roman"/>
              </a:rPr>
              <a:t>it</a:t>
            </a:r>
            <a:r>
              <a:rPr sz="1100" spc="-20" dirty="0">
                <a:latin typeface="Times New Roman"/>
                <a:cs typeface="Times New Roman"/>
              </a:rPr>
              <a:t> </a:t>
            </a:r>
            <a:r>
              <a:rPr sz="1100" dirty="0">
                <a:latin typeface="Times New Roman"/>
                <a:cs typeface="Times New Roman"/>
              </a:rPr>
              <a:t>can</a:t>
            </a:r>
            <a:r>
              <a:rPr sz="1100" spc="-30" dirty="0">
                <a:latin typeface="Times New Roman"/>
                <a:cs typeface="Times New Roman"/>
              </a:rPr>
              <a:t> </a:t>
            </a:r>
            <a:r>
              <a:rPr sz="1100" spc="-10" dirty="0">
                <a:latin typeface="Times New Roman"/>
                <a:cs typeface="Times New Roman"/>
              </a:rPr>
              <a:t>store </a:t>
            </a:r>
            <a:r>
              <a:rPr sz="1100" dirty="0">
                <a:latin typeface="Times New Roman"/>
                <a:cs typeface="Times New Roman"/>
              </a:rPr>
              <a:t>data,</a:t>
            </a:r>
            <a:r>
              <a:rPr sz="1100" spc="-20" dirty="0">
                <a:latin typeface="Times New Roman"/>
                <a:cs typeface="Times New Roman"/>
              </a:rPr>
              <a:t> </a:t>
            </a:r>
            <a:r>
              <a:rPr sz="1100" dirty="0">
                <a:latin typeface="Times New Roman"/>
                <a:cs typeface="Times New Roman"/>
              </a:rPr>
              <a:t>vizualize</a:t>
            </a:r>
            <a:r>
              <a:rPr sz="1100" spc="-15" dirty="0">
                <a:latin typeface="Times New Roman"/>
                <a:cs typeface="Times New Roman"/>
              </a:rPr>
              <a:t> </a:t>
            </a:r>
            <a:r>
              <a:rPr sz="1100" dirty="0">
                <a:latin typeface="Times New Roman"/>
                <a:cs typeface="Times New Roman"/>
              </a:rPr>
              <a:t>it and</a:t>
            </a:r>
            <a:r>
              <a:rPr sz="1100" spc="-5" dirty="0">
                <a:latin typeface="Times New Roman"/>
                <a:cs typeface="Times New Roman"/>
              </a:rPr>
              <a:t> </a:t>
            </a:r>
            <a:r>
              <a:rPr sz="1100" dirty="0">
                <a:latin typeface="Times New Roman"/>
                <a:cs typeface="Times New Roman"/>
              </a:rPr>
              <a:t>do</a:t>
            </a:r>
            <a:r>
              <a:rPr sz="1100" spc="-10" dirty="0">
                <a:latin typeface="Times New Roman"/>
                <a:cs typeface="Times New Roman"/>
              </a:rPr>
              <a:t> </a:t>
            </a:r>
            <a:r>
              <a:rPr sz="1100" dirty="0">
                <a:latin typeface="Times New Roman"/>
                <a:cs typeface="Times New Roman"/>
              </a:rPr>
              <a:t>many</a:t>
            </a:r>
            <a:r>
              <a:rPr sz="1100" spc="-25" dirty="0">
                <a:latin typeface="Times New Roman"/>
                <a:cs typeface="Times New Roman"/>
              </a:rPr>
              <a:t> </a:t>
            </a:r>
            <a:r>
              <a:rPr sz="1100" dirty="0">
                <a:latin typeface="Times New Roman"/>
                <a:cs typeface="Times New Roman"/>
              </a:rPr>
              <a:t>other</a:t>
            </a:r>
            <a:r>
              <a:rPr sz="1100" spc="5" dirty="0">
                <a:latin typeface="Times New Roman"/>
                <a:cs typeface="Times New Roman"/>
              </a:rPr>
              <a:t> </a:t>
            </a:r>
            <a:r>
              <a:rPr sz="1100" dirty="0">
                <a:latin typeface="Times New Roman"/>
                <a:cs typeface="Times New Roman"/>
              </a:rPr>
              <a:t>cool</a:t>
            </a:r>
            <a:r>
              <a:rPr sz="1100" spc="-20" dirty="0">
                <a:latin typeface="Times New Roman"/>
                <a:cs typeface="Times New Roman"/>
              </a:rPr>
              <a:t> </a:t>
            </a:r>
            <a:r>
              <a:rPr sz="1100" dirty="0">
                <a:latin typeface="Times New Roman"/>
                <a:cs typeface="Times New Roman"/>
              </a:rPr>
              <a:t>things.</a:t>
            </a:r>
            <a:r>
              <a:rPr sz="1100" spc="5" dirty="0">
                <a:latin typeface="Times New Roman"/>
                <a:cs typeface="Times New Roman"/>
              </a:rPr>
              <a:t> </a:t>
            </a:r>
            <a:r>
              <a:rPr sz="1100" dirty="0">
                <a:latin typeface="Times New Roman"/>
                <a:cs typeface="Times New Roman"/>
              </a:rPr>
              <a:t>There</a:t>
            </a:r>
            <a:r>
              <a:rPr sz="1100" spc="-35" dirty="0">
                <a:latin typeface="Times New Roman"/>
                <a:cs typeface="Times New Roman"/>
              </a:rPr>
              <a:t> </a:t>
            </a:r>
            <a:r>
              <a:rPr sz="1100" dirty="0">
                <a:latin typeface="Times New Roman"/>
                <a:cs typeface="Times New Roman"/>
              </a:rPr>
              <a:t>are</a:t>
            </a:r>
            <a:r>
              <a:rPr sz="1100" spc="-40" dirty="0">
                <a:latin typeface="Times New Roman"/>
                <a:cs typeface="Times New Roman"/>
              </a:rPr>
              <a:t> </a:t>
            </a:r>
            <a:r>
              <a:rPr sz="1100" dirty="0">
                <a:latin typeface="Times New Roman"/>
                <a:cs typeface="Times New Roman"/>
              </a:rPr>
              <a:t>three</a:t>
            </a:r>
            <a:r>
              <a:rPr sz="1100" spc="-15" dirty="0">
                <a:latin typeface="Times New Roman"/>
                <a:cs typeface="Times New Roman"/>
              </a:rPr>
              <a:t> </a:t>
            </a:r>
            <a:r>
              <a:rPr sz="1100" dirty="0">
                <a:latin typeface="Times New Roman"/>
                <a:cs typeface="Times New Roman"/>
              </a:rPr>
              <a:t>major</a:t>
            </a:r>
            <a:r>
              <a:rPr sz="1100" spc="10" dirty="0">
                <a:latin typeface="Times New Roman"/>
                <a:cs typeface="Times New Roman"/>
              </a:rPr>
              <a:t> </a:t>
            </a:r>
            <a:r>
              <a:rPr sz="1100" dirty="0">
                <a:latin typeface="Times New Roman"/>
                <a:cs typeface="Times New Roman"/>
              </a:rPr>
              <a:t>components</a:t>
            </a:r>
            <a:r>
              <a:rPr sz="1100" spc="-5" dirty="0">
                <a:latin typeface="Times New Roman"/>
                <a:cs typeface="Times New Roman"/>
              </a:rPr>
              <a:t> </a:t>
            </a:r>
            <a:r>
              <a:rPr sz="1100" dirty="0">
                <a:latin typeface="Times New Roman"/>
                <a:cs typeface="Times New Roman"/>
              </a:rPr>
              <a:t>in</a:t>
            </a:r>
            <a:r>
              <a:rPr sz="1100" spc="-30" dirty="0">
                <a:latin typeface="Times New Roman"/>
                <a:cs typeface="Times New Roman"/>
              </a:rPr>
              <a:t> </a:t>
            </a:r>
            <a:r>
              <a:rPr sz="1100" dirty="0">
                <a:latin typeface="Times New Roman"/>
                <a:cs typeface="Times New Roman"/>
              </a:rPr>
              <a:t>the</a:t>
            </a:r>
            <a:r>
              <a:rPr sz="1100" spc="-40" dirty="0">
                <a:latin typeface="Times New Roman"/>
                <a:cs typeface="Times New Roman"/>
              </a:rPr>
              <a:t> </a:t>
            </a:r>
            <a:r>
              <a:rPr sz="1100" spc="-10" dirty="0">
                <a:latin typeface="Times New Roman"/>
                <a:cs typeface="Times New Roman"/>
              </a:rPr>
              <a:t>platform:</a:t>
            </a:r>
            <a:endParaRPr sz="1100">
              <a:latin typeface="Times New Roman"/>
              <a:cs typeface="Times New Roman"/>
            </a:endParaRPr>
          </a:p>
          <a:p>
            <a:pPr>
              <a:lnSpc>
                <a:spcPct val="100000"/>
              </a:lnSpc>
              <a:spcBef>
                <a:spcPts val="200"/>
              </a:spcBef>
            </a:pPr>
            <a:endParaRPr sz="1100">
              <a:latin typeface="Times New Roman"/>
              <a:cs typeface="Times New Roman"/>
            </a:endParaRPr>
          </a:p>
          <a:p>
            <a:pPr marL="97790">
              <a:lnSpc>
                <a:spcPct val="100000"/>
              </a:lnSpc>
            </a:pPr>
            <a:r>
              <a:rPr sz="1100" dirty="0">
                <a:latin typeface="Times New Roman"/>
                <a:cs typeface="Times New Roman"/>
              </a:rPr>
              <a:t>Blynk</a:t>
            </a:r>
            <a:r>
              <a:rPr sz="1100" spc="-15" dirty="0">
                <a:latin typeface="Times New Roman"/>
                <a:cs typeface="Times New Roman"/>
              </a:rPr>
              <a:t> </a:t>
            </a:r>
            <a:r>
              <a:rPr sz="1100" dirty="0">
                <a:latin typeface="Times New Roman"/>
                <a:cs typeface="Times New Roman"/>
              </a:rPr>
              <a:t>App</a:t>
            </a:r>
            <a:r>
              <a:rPr sz="1100" spc="-1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allows</a:t>
            </a:r>
            <a:r>
              <a:rPr sz="1100" spc="-10"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you</a:t>
            </a:r>
            <a:r>
              <a:rPr sz="1100" spc="-10" dirty="0">
                <a:latin typeface="Times New Roman"/>
                <a:cs typeface="Times New Roman"/>
              </a:rPr>
              <a:t> </a:t>
            </a:r>
            <a:r>
              <a:rPr sz="1100" dirty="0">
                <a:latin typeface="Times New Roman"/>
                <a:cs typeface="Times New Roman"/>
              </a:rPr>
              <a:t>create</a:t>
            </a:r>
            <a:r>
              <a:rPr sz="1100" spc="-40" dirty="0">
                <a:latin typeface="Times New Roman"/>
                <a:cs typeface="Times New Roman"/>
              </a:rPr>
              <a:t> </a:t>
            </a:r>
            <a:r>
              <a:rPr sz="1100" dirty="0">
                <a:latin typeface="Times New Roman"/>
                <a:cs typeface="Times New Roman"/>
              </a:rPr>
              <a:t>amazing</a:t>
            </a:r>
            <a:r>
              <a:rPr sz="1100" spc="-35" dirty="0">
                <a:latin typeface="Times New Roman"/>
                <a:cs typeface="Times New Roman"/>
              </a:rPr>
              <a:t> </a:t>
            </a:r>
            <a:r>
              <a:rPr sz="1100" dirty="0">
                <a:latin typeface="Times New Roman"/>
                <a:cs typeface="Times New Roman"/>
              </a:rPr>
              <a:t>interfaces</a:t>
            </a:r>
            <a:r>
              <a:rPr sz="1100" spc="-1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your projects</a:t>
            </a:r>
            <a:r>
              <a:rPr sz="1100" spc="-10" dirty="0">
                <a:latin typeface="Times New Roman"/>
                <a:cs typeface="Times New Roman"/>
              </a:rPr>
              <a:t> </a:t>
            </a:r>
            <a:r>
              <a:rPr sz="1100" dirty="0">
                <a:latin typeface="Times New Roman"/>
                <a:cs typeface="Times New Roman"/>
              </a:rPr>
              <a:t>using</a:t>
            </a:r>
            <a:r>
              <a:rPr sz="1100" spc="-30" dirty="0">
                <a:latin typeface="Times New Roman"/>
                <a:cs typeface="Times New Roman"/>
              </a:rPr>
              <a:t> </a:t>
            </a:r>
            <a:r>
              <a:rPr sz="1100" dirty="0">
                <a:latin typeface="Times New Roman"/>
                <a:cs typeface="Times New Roman"/>
              </a:rPr>
              <a:t>various</a:t>
            </a:r>
            <a:r>
              <a:rPr sz="1100" spc="-10" dirty="0">
                <a:latin typeface="Times New Roman"/>
                <a:cs typeface="Times New Roman"/>
              </a:rPr>
              <a:t> </a:t>
            </a:r>
            <a:r>
              <a:rPr sz="1100" dirty="0">
                <a:latin typeface="Times New Roman"/>
                <a:cs typeface="Times New Roman"/>
              </a:rPr>
              <a:t>widgets</a:t>
            </a:r>
            <a:r>
              <a:rPr sz="1100" spc="-15" dirty="0">
                <a:latin typeface="Times New Roman"/>
                <a:cs typeface="Times New Roman"/>
              </a:rPr>
              <a:t> </a:t>
            </a:r>
            <a:r>
              <a:rPr sz="1100" spc="-10" dirty="0">
                <a:latin typeface="Times New Roman"/>
                <a:cs typeface="Times New Roman"/>
              </a:rPr>
              <a:t>provided.</a:t>
            </a:r>
            <a:endParaRPr sz="1100">
              <a:latin typeface="Times New Roman"/>
              <a:cs typeface="Times New Roman"/>
            </a:endParaRPr>
          </a:p>
          <a:p>
            <a:pPr>
              <a:lnSpc>
                <a:spcPct val="100000"/>
              </a:lnSpc>
              <a:spcBef>
                <a:spcPts val="190"/>
              </a:spcBef>
            </a:pPr>
            <a:endParaRPr sz="1100">
              <a:latin typeface="Times New Roman"/>
              <a:cs typeface="Times New Roman"/>
            </a:endParaRPr>
          </a:p>
          <a:p>
            <a:pPr marL="97790" marR="5080">
              <a:lnSpc>
                <a:spcPct val="95500"/>
              </a:lnSpc>
            </a:pPr>
            <a:r>
              <a:rPr sz="1100" dirty="0">
                <a:latin typeface="Times New Roman"/>
                <a:cs typeface="Times New Roman"/>
              </a:rPr>
              <a:t>Blynk</a:t>
            </a:r>
            <a:r>
              <a:rPr sz="1100" spc="-25" dirty="0">
                <a:latin typeface="Times New Roman"/>
                <a:cs typeface="Times New Roman"/>
              </a:rPr>
              <a:t> </a:t>
            </a:r>
            <a:r>
              <a:rPr sz="1100" dirty="0">
                <a:latin typeface="Times New Roman"/>
                <a:cs typeface="Times New Roman"/>
              </a:rPr>
              <a:t>Server</a:t>
            </a:r>
            <a:r>
              <a:rPr sz="1100" spc="2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responsible</a:t>
            </a:r>
            <a:r>
              <a:rPr sz="1100" spc="-30" dirty="0">
                <a:latin typeface="Times New Roman"/>
                <a:cs typeface="Times New Roman"/>
              </a:rPr>
              <a:t> </a:t>
            </a:r>
            <a:r>
              <a:rPr sz="1100" dirty="0">
                <a:latin typeface="Times New Roman"/>
                <a:cs typeface="Times New Roman"/>
              </a:rPr>
              <a:t>for</a:t>
            </a:r>
            <a:r>
              <a:rPr sz="1100" spc="15" dirty="0">
                <a:latin typeface="Times New Roman"/>
                <a:cs typeface="Times New Roman"/>
              </a:rPr>
              <a:t> </a:t>
            </a:r>
            <a:r>
              <a:rPr sz="1100" dirty="0">
                <a:latin typeface="Times New Roman"/>
                <a:cs typeface="Times New Roman"/>
              </a:rPr>
              <a:t>all</a:t>
            </a:r>
            <a:r>
              <a:rPr sz="1100" spc="-20" dirty="0">
                <a:latin typeface="Times New Roman"/>
                <a:cs typeface="Times New Roman"/>
              </a:rPr>
              <a:t> </a:t>
            </a:r>
            <a:r>
              <a:rPr sz="1100" dirty="0">
                <a:latin typeface="Times New Roman"/>
                <a:cs typeface="Times New Roman"/>
              </a:rPr>
              <a:t>the</a:t>
            </a:r>
            <a:r>
              <a:rPr sz="1100" spc="-30" dirty="0">
                <a:latin typeface="Times New Roman"/>
                <a:cs typeface="Times New Roman"/>
              </a:rPr>
              <a:t> </a:t>
            </a:r>
            <a:r>
              <a:rPr sz="1100" dirty="0">
                <a:latin typeface="Times New Roman"/>
                <a:cs typeface="Times New Roman"/>
              </a:rPr>
              <a:t>communications between</a:t>
            </a:r>
            <a:r>
              <a:rPr sz="1100" spc="-20"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smartphone</a:t>
            </a:r>
            <a:r>
              <a:rPr sz="1100" spc="-30"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hardware.</a:t>
            </a:r>
            <a:r>
              <a:rPr sz="1100" spc="10" dirty="0">
                <a:latin typeface="Times New Roman"/>
                <a:cs typeface="Times New Roman"/>
              </a:rPr>
              <a:t> </a:t>
            </a:r>
            <a:r>
              <a:rPr sz="1100" dirty="0">
                <a:latin typeface="Times New Roman"/>
                <a:cs typeface="Times New Roman"/>
              </a:rPr>
              <a:t>we</a:t>
            </a:r>
            <a:r>
              <a:rPr sz="1100" spc="-30" dirty="0">
                <a:latin typeface="Times New Roman"/>
                <a:cs typeface="Times New Roman"/>
              </a:rPr>
              <a:t> </a:t>
            </a:r>
            <a:r>
              <a:rPr sz="1100" dirty="0">
                <a:latin typeface="Times New Roman"/>
                <a:cs typeface="Times New Roman"/>
              </a:rPr>
              <a:t>can</a:t>
            </a:r>
            <a:r>
              <a:rPr sz="1100" spc="-25" dirty="0">
                <a:latin typeface="Times New Roman"/>
                <a:cs typeface="Times New Roman"/>
              </a:rPr>
              <a:t> </a:t>
            </a:r>
            <a:r>
              <a:rPr sz="1100" dirty="0">
                <a:latin typeface="Times New Roman"/>
                <a:cs typeface="Times New Roman"/>
              </a:rPr>
              <a:t>use</a:t>
            </a:r>
            <a:r>
              <a:rPr sz="1100" spc="-30" dirty="0">
                <a:latin typeface="Times New Roman"/>
                <a:cs typeface="Times New Roman"/>
              </a:rPr>
              <a:t> </a:t>
            </a:r>
            <a:r>
              <a:rPr sz="1100" dirty="0">
                <a:latin typeface="Times New Roman"/>
                <a:cs typeface="Times New Roman"/>
              </a:rPr>
              <a:t>Blynk</a:t>
            </a:r>
            <a:r>
              <a:rPr sz="1100" spc="-25" dirty="0">
                <a:latin typeface="Times New Roman"/>
                <a:cs typeface="Times New Roman"/>
              </a:rPr>
              <a:t> </a:t>
            </a:r>
            <a:r>
              <a:rPr sz="1100" spc="-10" dirty="0">
                <a:latin typeface="Times New Roman"/>
                <a:cs typeface="Times New Roman"/>
              </a:rPr>
              <a:t>Cloud </a:t>
            </a:r>
            <a:r>
              <a:rPr sz="1100" dirty="0">
                <a:latin typeface="Times New Roman"/>
                <a:cs typeface="Times New Roman"/>
              </a:rPr>
              <a:t>or</a:t>
            </a:r>
            <a:r>
              <a:rPr sz="1100" spc="10" dirty="0">
                <a:latin typeface="Times New Roman"/>
                <a:cs typeface="Times New Roman"/>
              </a:rPr>
              <a:t> </a:t>
            </a:r>
            <a:r>
              <a:rPr sz="1100" dirty="0">
                <a:latin typeface="Times New Roman"/>
                <a:cs typeface="Times New Roman"/>
              </a:rPr>
              <a:t>run</a:t>
            </a:r>
            <a:r>
              <a:rPr sz="1100" spc="-30" dirty="0">
                <a:latin typeface="Times New Roman"/>
                <a:cs typeface="Times New Roman"/>
              </a:rPr>
              <a:t> </a:t>
            </a:r>
            <a:r>
              <a:rPr sz="1100" dirty="0">
                <a:latin typeface="Times New Roman"/>
                <a:cs typeface="Times New Roman"/>
              </a:rPr>
              <a:t>your</a:t>
            </a:r>
            <a:r>
              <a:rPr sz="1100" spc="15" dirty="0">
                <a:latin typeface="Times New Roman"/>
                <a:cs typeface="Times New Roman"/>
              </a:rPr>
              <a:t> </a:t>
            </a:r>
            <a:r>
              <a:rPr sz="1100" dirty="0">
                <a:latin typeface="Times New Roman"/>
                <a:cs typeface="Times New Roman"/>
              </a:rPr>
              <a:t>private</a:t>
            </a:r>
            <a:r>
              <a:rPr sz="1100" spc="-40" dirty="0">
                <a:latin typeface="Times New Roman"/>
                <a:cs typeface="Times New Roman"/>
              </a:rPr>
              <a:t> </a:t>
            </a:r>
            <a:r>
              <a:rPr sz="1100" dirty="0">
                <a:latin typeface="Times New Roman"/>
                <a:cs typeface="Times New Roman"/>
              </a:rPr>
              <a:t>Blynk</a:t>
            </a:r>
            <a:r>
              <a:rPr sz="1100" spc="-25" dirty="0">
                <a:latin typeface="Times New Roman"/>
                <a:cs typeface="Times New Roman"/>
              </a:rPr>
              <a:t> </a:t>
            </a:r>
            <a:r>
              <a:rPr sz="1100" dirty="0">
                <a:latin typeface="Times New Roman"/>
                <a:cs typeface="Times New Roman"/>
              </a:rPr>
              <a:t>server</a:t>
            </a:r>
            <a:r>
              <a:rPr sz="1100" spc="10" dirty="0">
                <a:latin typeface="Times New Roman"/>
                <a:cs typeface="Times New Roman"/>
              </a:rPr>
              <a:t> </a:t>
            </a:r>
            <a:r>
              <a:rPr sz="1100" dirty="0">
                <a:latin typeface="Times New Roman"/>
                <a:cs typeface="Times New Roman"/>
              </a:rPr>
              <a:t>locally.</a:t>
            </a:r>
            <a:r>
              <a:rPr sz="1100" spc="5" dirty="0">
                <a:latin typeface="Times New Roman"/>
                <a:cs typeface="Times New Roman"/>
              </a:rPr>
              <a:t> </a:t>
            </a:r>
            <a:r>
              <a:rPr sz="1100" dirty="0">
                <a:latin typeface="Times New Roman"/>
                <a:cs typeface="Times New Roman"/>
              </a:rPr>
              <a:t>It’s </a:t>
            </a:r>
            <a:r>
              <a:rPr sz="1100" spc="-10" dirty="0">
                <a:latin typeface="Times New Roman"/>
                <a:cs typeface="Times New Roman"/>
              </a:rPr>
              <a:t>open-</a:t>
            </a:r>
            <a:r>
              <a:rPr sz="1100" dirty="0">
                <a:latin typeface="Times New Roman"/>
                <a:cs typeface="Times New Roman"/>
              </a:rPr>
              <a:t>source,</a:t>
            </a:r>
            <a:r>
              <a:rPr sz="1100" spc="5" dirty="0">
                <a:latin typeface="Times New Roman"/>
                <a:cs typeface="Times New Roman"/>
              </a:rPr>
              <a:t> </a:t>
            </a:r>
            <a:r>
              <a:rPr sz="1100" dirty="0">
                <a:latin typeface="Times New Roman"/>
                <a:cs typeface="Times New Roman"/>
              </a:rPr>
              <a:t>could</a:t>
            </a:r>
            <a:r>
              <a:rPr sz="1100" spc="-5" dirty="0">
                <a:latin typeface="Times New Roman"/>
                <a:cs typeface="Times New Roman"/>
              </a:rPr>
              <a:t> </a:t>
            </a:r>
            <a:r>
              <a:rPr sz="1100" dirty="0">
                <a:latin typeface="Times New Roman"/>
                <a:cs typeface="Times New Roman"/>
              </a:rPr>
              <a:t>easily</a:t>
            </a:r>
            <a:r>
              <a:rPr sz="1100" spc="-25" dirty="0">
                <a:latin typeface="Times New Roman"/>
                <a:cs typeface="Times New Roman"/>
              </a:rPr>
              <a:t> </a:t>
            </a:r>
            <a:r>
              <a:rPr sz="1100" dirty="0">
                <a:latin typeface="Times New Roman"/>
                <a:cs typeface="Times New Roman"/>
              </a:rPr>
              <a:t>handle</a:t>
            </a:r>
            <a:r>
              <a:rPr sz="1100" spc="-40" dirty="0">
                <a:latin typeface="Times New Roman"/>
                <a:cs typeface="Times New Roman"/>
              </a:rPr>
              <a:t> </a:t>
            </a:r>
            <a:r>
              <a:rPr sz="1100" dirty="0">
                <a:latin typeface="Times New Roman"/>
                <a:cs typeface="Times New Roman"/>
              </a:rPr>
              <a:t>thousands of</a:t>
            </a:r>
            <a:r>
              <a:rPr sz="1100" spc="-15" dirty="0">
                <a:latin typeface="Times New Roman"/>
                <a:cs typeface="Times New Roman"/>
              </a:rPr>
              <a:t> </a:t>
            </a:r>
            <a:r>
              <a:rPr sz="1100" dirty="0">
                <a:latin typeface="Times New Roman"/>
                <a:cs typeface="Times New Roman"/>
              </a:rPr>
              <a:t>devices and</a:t>
            </a:r>
            <a:r>
              <a:rPr sz="1100" spc="-30" dirty="0">
                <a:latin typeface="Times New Roman"/>
                <a:cs typeface="Times New Roman"/>
              </a:rPr>
              <a:t> </a:t>
            </a:r>
            <a:r>
              <a:rPr sz="1100" dirty="0">
                <a:latin typeface="Times New Roman"/>
                <a:cs typeface="Times New Roman"/>
              </a:rPr>
              <a:t>can even</a:t>
            </a:r>
            <a:r>
              <a:rPr sz="1100" spc="-30" dirty="0">
                <a:latin typeface="Times New Roman"/>
                <a:cs typeface="Times New Roman"/>
              </a:rPr>
              <a:t> </a:t>
            </a:r>
            <a:r>
              <a:rPr sz="1100" spc="-25" dirty="0">
                <a:latin typeface="Times New Roman"/>
                <a:cs typeface="Times New Roman"/>
              </a:rPr>
              <a:t>be </a:t>
            </a:r>
            <a:r>
              <a:rPr sz="1100" dirty="0">
                <a:latin typeface="Times New Roman"/>
                <a:cs typeface="Times New Roman"/>
              </a:rPr>
              <a:t>launched</a:t>
            </a:r>
            <a:r>
              <a:rPr sz="1100" spc="-10" dirty="0">
                <a:latin typeface="Times New Roman"/>
                <a:cs typeface="Times New Roman"/>
              </a:rPr>
              <a:t> </a:t>
            </a:r>
            <a:r>
              <a:rPr sz="1100" dirty="0">
                <a:latin typeface="Times New Roman"/>
                <a:cs typeface="Times New Roman"/>
              </a:rPr>
              <a:t>on</a:t>
            </a:r>
            <a:r>
              <a:rPr sz="1100" spc="-3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Raspberry</a:t>
            </a:r>
            <a:r>
              <a:rPr sz="1100" spc="-30" dirty="0">
                <a:latin typeface="Times New Roman"/>
                <a:cs typeface="Times New Roman"/>
              </a:rPr>
              <a:t> </a:t>
            </a:r>
            <a:r>
              <a:rPr sz="1100" spc="-25" dirty="0">
                <a:latin typeface="Times New Roman"/>
                <a:cs typeface="Times New Roman"/>
              </a:rPr>
              <a:t>Pi.</a:t>
            </a:r>
            <a:endParaRPr sz="1100">
              <a:latin typeface="Times New Roman"/>
              <a:cs typeface="Times New Roman"/>
            </a:endParaRPr>
          </a:p>
          <a:p>
            <a:pPr>
              <a:lnSpc>
                <a:spcPct val="100000"/>
              </a:lnSpc>
              <a:spcBef>
                <a:spcPts val="235"/>
              </a:spcBef>
            </a:pPr>
            <a:endParaRPr sz="1100">
              <a:latin typeface="Times New Roman"/>
              <a:cs typeface="Times New Roman"/>
            </a:endParaRPr>
          </a:p>
          <a:p>
            <a:pPr marL="97790" marR="200660">
              <a:lnSpc>
                <a:spcPts val="1270"/>
              </a:lnSpc>
            </a:pPr>
            <a:r>
              <a:rPr sz="1100" dirty="0">
                <a:latin typeface="Times New Roman"/>
                <a:cs typeface="Times New Roman"/>
              </a:rPr>
              <a:t>Blynk</a:t>
            </a:r>
            <a:r>
              <a:rPr sz="1100" spc="-30" dirty="0">
                <a:latin typeface="Times New Roman"/>
                <a:cs typeface="Times New Roman"/>
              </a:rPr>
              <a:t> </a:t>
            </a:r>
            <a:r>
              <a:rPr sz="1100" dirty="0">
                <a:latin typeface="Times New Roman"/>
                <a:cs typeface="Times New Roman"/>
              </a:rPr>
              <a:t>Libraries</a:t>
            </a:r>
            <a:r>
              <a:rPr sz="1100" spc="1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for</a:t>
            </a:r>
            <a:r>
              <a:rPr sz="1100" spc="10" dirty="0">
                <a:latin typeface="Times New Roman"/>
                <a:cs typeface="Times New Roman"/>
              </a:rPr>
              <a:t> </a:t>
            </a:r>
            <a:r>
              <a:rPr sz="1100" dirty="0">
                <a:latin typeface="Times New Roman"/>
                <a:cs typeface="Times New Roman"/>
              </a:rPr>
              <a:t>all</a:t>
            </a:r>
            <a:r>
              <a:rPr sz="1100" spc="-20"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popular</a:t>
            </a:r>
            <a:r>
              <a:rPr sz="1100" spc="10" dirty="0">
                <a:latin typeface="Times New Roman"/>
                <a:cs typeface="Times New Roman"/>
              </a:rPr>
              <a:t> </a:t>
            </a:r>
            <a:r>
              <a:rPr sz="1100" dirty="0">
                <a:latin typeface="Times New Roman"/>
                <a:cs typeface="Times New Roman"/>
              </a:rPr>
              <a:t>hardware</a:t>
            </a:r>
            <a:r>
              <a:rPr sz="1100" spc="-35" dirty="0">
                <a:latin typeface="Times New Roman"/>
                <a:cs typeface="Times New Roman"/>
              </a:rPr>
              <a:t> </a:t>
            </a:r>
            <a:r>
              <a:rPr sz="1100" dirty="0">
                <a:latin typeface="Times New Roman"/>
                <a:cs typeface="Times New Roman"/>
              </a:rPr>
              <a:t>platforms</a:t>
            </a:r>
            <a:r>
              <a:rPr sz="1100" spc="25"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enable</a:t>
            </a:r>
            <a:r>
              <a:rPr sz="1100" spc="-35" dirty="0">
                <a:latin typeface="Times New Roman"/>
                <a:cs typeface="Times New Roman"/>
              </a:rPr>
              <a:t> </a:t>
            </a:r>
            <a:r>
              <a:rPr sz="1100" dirty="0">
                <a:latin typeface="Times New Roman"/>
                <a:cs typeface="Times New Roman"/>
              </a:rPr>
              <a:t>communication with</a:t>
            </a:r>
            <a:r>
              <a:rPr sz="1100" spc="-25" dirty="0">
                <a:latin typeface="Times New Roman"/>
                <a:cs typeface="Times New Roman"/>
              </a:rPr>
              <a:t> </a:t>
            </a:r>
            <a:r>
              <a:rPr sz="1100" dirty="0">
                <a:latin typeface="Times New Roman"/>
                <a:cs typeface="Times New Roman"/>
              </a:rPr>
              <a:t>the</a:t>
            </a:r>
            <a:r>
              <a:rPr sz="1100" spc="-40" dirty="0">
                <a:latin typeface="Times New Roman"/>
                <a:cs typeface="Times New Roman"/>
              </a:rPr>
              <a:t> </a:t>
            </a:r>
            <a:r>
              <a:rPr sz="1100" dirty="0">
                <a:latin typeface="Times New Roman"/>
                <a:cs typeface="Times New Roman"/>
              </a:rPr>
              <a:t>server</a:t>
            </a:r>
            <a:r>
              <a:rPr sz="1100" spc="15"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process all</a:t>
            </a:r>
            <a:r>
              <a:rPr sz="1100" spc="-20" dirty="0">
                <a:latin typeface="Times New Roman"/>
                <a:cs typeface="Times New Roman"/>
              </a:rPr>
              <a:t> </a:t>
            </a:r>
            <a:r>
              <a:rPr sz="1100" spc="-25" dirty="0">
                <a:latin typeface="Times New Roman"/>
                <a:cs typeface="Times New Roman"/>
              </a:rPr>
              <a:t>the </a:t>
            </a:r>
            <a:r>
              <a:rPr sz="1100" dirty="0">
                <a:latin typeface="Times New Roman"/>
                <a:cs typeface="Times New Roman"/>
              </a:rPr>
              <a:t>incoming</a:t>
            </a:r>
            <a:r>
              <a:rPr sz="1100" spc="-30"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outcoming</a:t>
            </a:r>
            <a:r>
              <a:rPr sz="1100" spc="-25" dirty="0">
                <a:latin typeface="Times New Roman"/>
                <a:cs typeface="Times New Roman"/>
              </a:rPr>
              <a:t> </a:t>
            </a:r>
            <a:r>
              <a:rPr sz="1100" spc="-10" dirty="0">
                <a:latin typeface="Times New Roman"/>
                <a:cs typeface="Times New Roman"/>
              </a:rPr>
              <a:t>commands.</a:t>
            </a:r>
            <a:endParaRPr sz="1100">
              <a:latin typeface="Times New Roman"/>
              <a:cs typeface="Times New Roman"/>
            </a:endParaRPr>
          </a:p>
        </p:txBody>
      </p:sp>
      <p:pic>
        <p:nvPicPr>
          <p:cNvPr id="4" name="object 4"/>
          <p:cNvPicPr/>
          <p:nvPr/>
        </p:nvPicPr>
        <p:blipFill>
          <a:blip r:embed="rId2" cstate="print"/>
          <a:stretch>
            <a:fillRect/>
          </a:stretch>
        </p:blipFill>
        <p:spPr>
          <a:xfrm>
            <a:off x="539750" y="1405127"/>
            <a:ext cx="2743200" cy="937640"/>
          </a:xfrm>
          <a:prstGeom prst="rect">
            <a:avLst/>
          </a:prstGeom>
        </p:spPr>
      </p:pic>
      <p:sp>
        <p:nvSpPr>
          <p:cNvPr id="5" name="object 5"/>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r>
              <a:rPr spc="-50" dirty="0"/>
              <a:t>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304799"/>
            <a:ext cx="6958330" cy="10086340"/>
          </a:xfrm>
          <a:custGeom>
            <a:avLst/>
            <a:gdLst/>
            <a:ahLst/>
            <a:cxnLst/>
            <a:rect l="l" t="t" r="r" b="b"/>
            <a:pathLst>
              <a:path w="6958330" h="10086340">
                <a:moveTo>
                  <a:pt x="6958203" y="0"/>
                </a:moveTo>
                <a:lnTo>
                  <a:pt x="6955536" y="0"/>
                </a:lnTo>
                <a:lnTo>
                  <a:pt x="6949059" y="0"/>
                </a:lnTo>
                <a:lnTo>
                  <a:pt x="6937248" y="0"/>
                </a:lnTo>
                <a:lnTo>
                  <a:pt x="6937248" y="18288"/>
                </a:lnTo>
                <a:lnTo>
                  <a:pt x="6937248" y="10067544"/>
                </a:lnTo>
                <a:lnTo>
                  <a:pt x="18288" y="10067544"/>
                </a:lnTo>
                <a:lnTo>
                  <a:pt x="18288" y="18288"/>
                </a:lnTo>
                <a:lnTo>
                  <a:pt x="6937248" y="18288"/>
                </a:lnTo>
                <a:lnTo>
                  <a:pt x="6937248" y="0"/>
                </a:lnTo>
                <a:lnTo>
                  <a:pt x="18288" y="0"/>
                </a:lnTo>
                <a:lnTo>
                  <a:pt x="9144" y="0"/>
                </a:lnTo>
                <a:lnTo>
                  <a:pt x="6096" y="0"/>
                </a:lnTo>
                <a:lnTo>
                  <a:pt x="0" y="0"/>
                </a:lnTo>
                <a:lnTo>
                  <a:pt x="0" y="8636"/>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8636"/>
                </a:lnTo>
                <a:lnTo>
                  <a:pt x="6958203" y="8636"/>
                </a:lnTo>
                <a:lnTo>
                  <a:pt x="6958203" y="0"/>
                </a:lnTo>
                <a:close/>
              </a:path>
            </a:pathLst>
          </a:custGeom>
          <a:solidFill>
            <a:srgbClr val="000000"/>
          </a:solidFill>
        </p:spPr>
        <p:txBody>
          <a:bodyPr wrap="square" lIns="0" tIns="0" rIns="0" bIns="0" rtlCol="0"/>
          <a:lstStyle/>
          <a:p>
            <a:endParaRPr/>
          </a:p>
        </p:txBody>
      </p:sp>
      <p:sp>
        <p:nvSpPr>
          <p:cNvPr id="3" name="object 3"/>
          <p:cNvSpPr txBox="1"/>
          <p:nvPr/>
        </p:nvSpPr>
        <p:spPr>
          <a:xfrm>
            <a:off x="2115692" y="1008633"/>
            <a:ext cx="2689860" cy="270510"/>
          </a:xfrm>
          <a:prstGeom prst="rect">
            <a:avLst/>
          </a:prstGeom>
        </p:spPr>
        <p:txBody>
          <a:bodyPr vert="horz" wrap="square" lIns="0" tIns="13335" rIns="0" bIns="0" rtlCol="0">
            <a:spAutoFit/>
          </a:bodyPr>
          <a:lstStyle/>
          <a:p>
            <a:pPr marL="12700">
              <a:lnSpc>
                <a:spcPct val="100000"/>
              </a:lnSpc>
              <a:spcBef>
                <a:spcPts val="105"/>
              </a:spcBef>
            </a:pPr>
            <a:r>
              <a:rPr sz="1600" b="1" dirty="0">
                <a:latin typeface="Times New Roman"/>
                <a:cs typeface="Times New Roman"/>
              </a:rPr>
              <a:t>5.DESIGN</a:t>
            </a:r>
            <a:r>
              <a:rPr sz="1600" b="1" spc="-45" dirty="0">
                <a:latin typeface="Times New Roman"/>
                <a:cs typeface="Times New Roman"/>
              </a:rPr>
              <a:t> </a:t>
            </a:r>
            <a:r>
              <a:rPr sz="1600" b="1" spc="-10" dirty="0">
                <a:latin typeface="Times New Roman"/>
                <a:cs typeface="Times New Roman"/>
              </a:rPr>
              <a:t>METHODOLOGY</a:t>
            </a:r>
            <a:endParaRPr sz="1600">
              <a:latin typeface="Times New Roman"/>
              <a:cs typeface="Times New Roman"/>
            </a:endParaRPr>
          </a:p>
        </p:txBody>
      </p:sp>
      <p:sp>
        <p:nvSpPr>
          <p:cNvPr id="4" name="object 4"/>
          <p:cNvSpPr txBox="1"/>
          <p:nvPr/>
        </p:nvSpPr>
        <p:spPr>
          <a:xfrm>
            <a:off x="429564" y="5210047"/>
            <a:ext cx="6750684" cy="3885565"/>
          </a:xfrm>
          <a:prstGeom prst="rect">
            <a:avLst/>
          </a:prstGeom>
        </p:spPr>
        <p:txBody>
          <a:bodyPr vert="horz" wrap="square" lIns="0" tIns="12700" rIns="0" bIns="0" rtlCol="0">
            <a:spAutoFit/>
          </a:bodyPr>
          <a:lstStyle/>
          <a:p>
            <a:pPr marL="167640" indent="-154940">
              <a:lnSpc>
                <a:spcPts val="1405"/>
              </a:lnSpc>
              <a:spcBef>
                <a:spcPts val="100"/>
              </a:spcBef>
              <a:buAutoNum type="arabicPeriod"/>
              <a:tabLst>
                <a:tab pos="167640" algn="l"/>
              </a:tabLst>
            </a:pPr>
            <a:r>
              <a:rPr sz="1200" b="1" dirty="0">
                <a:latin typeface="Times New Roman"/>
                <a:cs typeface="Times New Roman"/>
              </a:rPr>
              <a:t>Sensors</a:t>
            </a:r>
            <a:r>
              <a:rPr sz="1200" b="1" spc="-60" dirty="0">
                <a:latin typeface="Times New Roman"/>
                <a:cs typeface="Times New Roman"/>
              </a:rPr>
              <a:t> </a:t>
            </a:r>
            <a:r>
              <a:rPr sz="1200" b="1" dirty="0">
                <a:latin typeface="Times New Roman"/>
                <a:cs typeface="Times New Roman"/>
              </a:rPr>
              <a:t>(Flood</a:t>
            </a:r>
            <a:r>
              <a:rPr sz="1200" b="1" spc="-50" dirty="0">
                <a:latin typeface="Times New Roman"/>
                <a:cs typeface="Times New Roman"/>
              </a:rPr>
              <a:t> </a:t>
            </a:r>
            <a:r>
              <a:rPr sz="1200" b="1" spc="-10" dirty="0">
                <a:latin typeface="Times New Roman"/>
                <a:cs typeface="Times New Roman"/>
              </a:rPr>
              <a:t>Sensors)</a:t>
            </a:r>
            <a:endParaRPr sz="1200">
              <a:latin typeface="Times New Roman"/>
              <a:cs typeface="Times New Roman"/>
            </a:endParaRPr>
          </a:p>
          <a:p>
            <a:pPr marL="387350" marR="278765" lvl="1" indent="-228600">
              <a:lnSpc>
                <a:spcPts val="1370"/>
              </a:lnSpc>
              <a:spcBef>
                <a:spcPts val="65"/>
              </a:spcBef>
              <a:buSzPct val="83333"/>
              <a:buFont typeface="Symbol"/>
              <a:buChar char=""/>
              <a:tabLst>
                <a:tab pos="387350" algn="l"/>
              </a:tabLst>
            </a:pPr>
            <a:r>
              <a:rPr sz="1200" b="1" dirty="0">
                <a:latin typeface="Times New Roman"/>
                <a:cs typeface="Times New Roman"/>
              </a:rPr>
              <a:t>Water</a:t>
            </a:r>
            <a:r>
              <a:rPr sz="1200" b="1" spc="-50" dirty="0">
                <a:latin typeface="Times New Roman"/>
                <a:cs typeface="Times New Roman"/>
              </a:rPr>
              <a:t> </a:t>
            </a:r>
            <a:r>
              <a:rPr sz="1200" b="1" dirty="0">
                <a:latin typeface="Times New Roman"/>
                <a:cs typeface="Times New Roman"/>
              </a:rPr>
              <a:t>Level</a:t>
            </a:r>
            <a:r>
              <a:rPr sz="1200" b="1" spc="-45" dirty="0">
                <a:latin typeface="Times New Roman"/>
                <a:cs typeface="Times New Roman"/>
              </a:rPr>
              <a:t> </a:t>
            </a:r>
            <a:r>
              <a:rPr sz="1200" b="1" dirty="0">
                <a:latin typeface="Times New Roman"/>
                <a:cs typeface="Times New Roman"/>
              </a:rPr>
              <a:t>Sensors:</a:t>
            </a:r>
            <a:r>
              <a:rPr sz="1200" b="1" spc="-5" dirty="0">
                <a:latin typeface="Times New Roman"/>
                <a:cs typeface="Times New Roman"/>
              </a:rPr>
              <a:t> </a:t>
            </a: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sensors</a:t>
            </a:r>
            <a:r>
              <a:rPr sz="1200" spc="-30" dirty="0">
                <a:latin typeface="Times New Roman"/>
                <a:cs typeface="Times New Roman"/>
              </a:rPr>
              <a:t> </a:t>
            </a:r>
            <a:r>
              <a:rPr sz="1200" dirty="0">
                <a:latin typeface="Times New Roman"/>
                <a:cs typeface="Times New Roman"/>
              </a:rPr>
              <a:t>detect</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water</a:t>
            </a:r>
            <a:r>
              <a:rPr sz="1200" spc="-35" dirty="0">
                <a:latin typeface="Times New Roman"/>
                <a:cs typeface="Times New Roman"/>
              </a:rPr>
              <a:t> </a:t>
            </a:r>
            <a:r>
              <a:rPr sz="1200" dirty="0">
                <a:latin typeface="Times New Roman"/>
                <a:cs typeface="Times New Roman"/>
              </a:rPr>
              <a:t>level</a:t>
            </a:r>
            <a:r>
              <a:rPr sz="1200" spc="-4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regions</a:t>
            </a:r>
            <a:r>
              <a:rPr sz="1200" spc="-3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stadium</a:t>
            </a:r>
            <a:r>
              <a:rPr sz="1200" spc="-45" dirty="0">
                <a:latin typeface="Times New Roman"/>
                <a:cs typeface="Times New Roman"/>
              </a:rPr>
              <a:t> </a:t>
            </a:r>
            <a:r>
              <a:rPr sz="1200" spc="-10" dirty="0">
                <a:latin typeface="Times New Roman"/>
                <a:cs typeface="Times New Roman"/>
              </a:rPr>
              <a:t>(pitch </a:t>
            </a:r>
            <a:r>
              <a:rPr sz="1200" dirty="0">
                <a:latin typeface="Times New Roman"/>
                <a:cs typeface="Times New Roman"/>
              </a:rPr>
              <a:t>area,</a:t>
            </a:r>
            <a:r>
              <a:rPr sz="1200" spc="-10" dirty="0">
                <a:latin typeface="Times New Roman"/>
                <a:cs typeface="Times New Roman"/>
              </a:rPr>
              <a:t> drainage</a:t>
            </a:r>
            <a:r>
              <a:rPr sz="1200" spc="-25" dirty="0">
                <a:latin typeface="Times New Roman"/>
                <a:cs typeface="Times New Roman"/>
              </a:rPr>
              <a:t> </a:t>
            </a:r>
            <a:r>
              <a:rPr sz="1200" dirty="0">
                <a:latin typeface="Times New Roman"/>
                <a:cs typeface="Times New Roman"/>
              </a:rPr>
              <a:t>areas,</a:t>
            </a:r>
            <a:r>
              <a:rPr sz="1200" spc="-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near</a:t>
            </a:r>
            <a:r>
              <a:rPr sz="1200" spc="-10" dirty="0">
                <a:latin typeface="Times New Roman"/>
                <a:cs typeface="Times New Roman"/>
              </a:rPr>
              <a:t> </a:t>
            </a:r>
            <a:r>
              <a:rPr sz="1200" dirty="0">
                <a:latin typeface="Times New Roman"/>
                <a:cs typeface="Times New Roman"/>
              </a:rPr>
              <a:t>water</a:t>
            </a:r>
            <a:r>
              <a:rPr sz="1200" spc="-15" dirty="0">
                <a:latin typeface="Times New Roman"/>
                <a:cs typeface="Times New Roman"/>
              </a:rPr>
              <a:t> </a:t>
            </a:r>
            <a:r>
              <a:rPr sz="1200" spc="-10" dirty="0">
                <a:latin typeface="Times New Roman"/>
                <a:cs typeface="Times New Roman"/>
              </a:rPr>
              <a:t>bodies).</a:t>
            </a:r>
            <a:endParaRPr sz="1200">
              <a:latin typeface="Times New Roman"/>
              <a:cs typeface="Times New Roman"/>
            </a:endParaRPr>
          </a:p>
          <a:p>
            <a:pPr marL="844550" lvl="2" indent="-228600">
              <a:lnSpc>
                <a:spcPts val="1320"/>
              </a:lnSpc>
              <a:buSzPct val="83333"/>
              <a:buFont typeface="Courier New"/>
              <a:buChar char="o"/>
              <a:tabLst>
                <a:tab pos="844550" algn="l"/>
              </a:tabLst>
            </a:pPr>
            <a:r>
              <a:rPr sz="1200" i="1" dirty="0">
                <a:latin typeface="Times New Roman"/>
                <a:cs typeface="Times New Roman"/>
              </a:rPr>
              <a:t>Types:</a:t>
            </a:r>
            <a:r>
              <a:rPr sz="1200" i="1" spc="-15" dirty="0">
                <a:latin typeface="Times New Roman"/>
                <a:cs typeface="Times New Roman"/>
              </a:rPr>
              <a:t> </a:t>
            </a:r>
            <a:r>
              <a:rPr sz="1200" spc="-10" dirty="0">
                <a:latin typeface="Times New Roman"/>
                <a:cs typeface="Times New Roman"/>
              </a:rPr>
              <a:t>Ultrasonic</a:t>
            </a:r>
            <a:r>
              <a:rPr sz="1200" spc="-20" dirty="0">
                <a:latin typeface="Times New Roman"/>
                <a:cs typeface="Times New Roman"/>
              </a:rPr>
              <a:t> </a:t>
            </a:r>
            <a:r>
              <a:rPr sz="1200" dirty="0">
                <a:latin typeface="Times New Roman"/>
                <a:cs typeface="Times New Roman"/>
              </a:rPr>
              <a:t>sensors,</a:t>
            </a:r>
            <a:r>
              <a:rPr sz="1200" spc="-5" dirty="0">
                <a:latin typeface="Times New Roman"/>
                <a:cs typeface="Times New Roman"/>
              </a:rPr>
              <a:t> </a:t>
            </a:r>
            <a:r>
              <a:rPr sz="1200" spc="-10" dirty="0">
                <a:latin typeface="Times New Roman"/>
                <a:cs typeface="Times New Roman"/>
              </a:rPr>
              <a:t>capacitive</a:t>
            </a:r>
            <a:r>
              <a:rPr sz="1200" spc="-20" dirty="0">
                <a:latin typeface="Times New Roman"/>
                <a:cs typeface="Times New Roman"/>
              </a:rPr>
              <a:t> </a:t>
            </a:r>
            <a:r>
              <a:rPr sz="1200" dirty="0">
                <a:latin typeface="Times New Roman"/>
                <a:cs typeface="Times New Roman"/>
              </a:rPr>
              <a:t>sensors,</a:t>
            </a:r>
            <a:r>
              <a:rPr sz="1200" spc="-5" dirty="0">
                <a:latin typeface="Times New Roman"/>
                <a:cs typeface="Times New Roman"/>
              </a:rPr>
              <a:t> </a:t>
            </a:r>
            <a:r>
              <a:rPr sz="1200" dirty="0">
                <a:latin typeface="Times New Roman"/>
                <a:cs typeface="Times New Roman"/>
              </a:rPr>
              <a:t>radar</a:t>
            </a:r>
            <a:r>
              <a:rPr sz="1200" spc="-5" dirty="0">
                <a:latin typeface="Times New Roman"/>
                <a:cs typeface="Times New Roman"/>
              </a:rPr>
              <a:t> </a:t>
            </a:r>
            <a:r>
              <a:rPr sz="1200" spc="-10" dirty="0">
                <a:latin typeface="Times New Roman"/>
                <a:cs typeface="Times New Roman"/>
              </a:rPr>
              <a:t>sensors.</a:t>
            </a:r>
            <a:endParaRPr sz="1200">
              <a:latin typeface="Times New Roman"/>
              <a:cs typeface="Times New Roman"/>
            </a:endParaRPr>
          </a:p>
          <a:p>
            <a:pPr marL="387350" lvl="1" indent="-228600">
              <a:lnSpc>
                <a:spcPts val="1380"/>
              </a:lnSpc>
              <a:buSzPct val="83333"/>
              <a:buFont typeface="Symbol"/>
              <a:buChar char=""/>
              <a:tabLst>
                <a:tab pos="387350" algn="l"/>
              </a:tabLst>
            </a:pPr>
            <a:r>
              <a:rPr sz="1200" b="1" dirty="0">
                <a:latin typeface="Times New Roman"/>
                <a:cs typeface="Times New Roman"/>
              </a:rPr>
              <a:t>Rainfall</a:t>
            </a:r>
            <a:r>
              <a:rPr sz="1200" b="1" spc="-35" dirty="0">
                <a:latin typeface="Times New Roman"/>
                <a:cs typeface="Times New Roman"/>
              </a:rPr>
              <a:t> </a:t>
            </a:r>
            <a:r>
              <a:rPr sz="1200" b="1" dirty="0">
                <a:latin typeface="Times New Roman"/>
                <a:cs typeface="Times New Roman"/>
              </a:rPr>
              <a:t>Sensors: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detect</a:t>
            </a:r>
            <a:r>
              <a:rPr sz="1200" spc="-15" dirty="0">
                <a:latin typeface="Times New Roman"/>
                <a:cs typeface="Times New Roman"/>
              </a:rPr>
              <a:t> </a:t>
            </a:r>
            <a:r>
              <a:rPr sz="1200" spc="-10" dirty="0">
                <a:latin typeface="Times New Roman"/>
                <a:cs typeface="Times New Roman"/>
              </a:rPr>
              <a:t>rainfall</a:t>
            </a:r>
            <a:r>
              <a:rPr sz="1200" spc="-35" dirty="0">
                <a:latin typeface="Times New Roman"/>
                <a:cs typeface="Times New Roman"/>
              </a:rPr>
              <a:t> </a:t>
            </a:r>
            <a:r>
              <a:rPr sz="1200" spc="-10" dirty="0">
                <a:latin typeface="Times New Roman"/>
                <a:cs typeface="Times New Roman"/>
              </a:rPr>
              <a:t>intensity.</a:t>
            </a:r>
            <a:endParaRPr sz="1200">
              <a:latin typeface="Times New Roman"/>
              <a:cs typeface="Times New Roman"/>
            </a:endParaRPr>
          </a:p>
          <a:p>
            <a:pPr marL="387350" lvl="1" indent="-228600">
              <a:lnSpc>
                <a:spcPts val="1380"/>
              </a:lnSpc>
              <a:buSzPct val="83333"/>
              <a:buFont typeface="Symbol"/>
              <a:buChar char=""/>
              <a:tabLst>
                <a:tab pos="387350" algn="l"/>
              </a:tabLst>
            </a:pPr>
            <a:r>
              <a:rPr sz="1200" b="1" dirty="0">
                <a:latin typeface="Times New Roman"/>
                <a:cs typeface="Times New Roman"/>
              </a:rPr>
              <a:t>Soil</a:t>
            </a:r>
            <a:r>
              <a:rPr sz="1200" b="1" spc="-50" dirty="0">
                <a:latin typeface="Times New Roman"/>
                <a:cs typeface="Times New Roman"/>
              </a:rPr>
              <a:t> </a:t>
            </a:r>
            <a:r>
              <a:rPr sz="1200" b="1" dirty="0">
                <a:latin typeface="Times New Roman"/>
                <a:cs typeface="Times New Roman"/>
              </a:rPr>
              <a:t>Moisture</a:t>
            </a:r>
            <a:r>
              <a:rPr sz="1200" b="1" spc="-35" dirty="0">
                <a:latin typeface="Times New Roman"/>
                <a:cs typeface="Times New Roman"/>
              </a:rPr>
              <a:t> </a:t>
            </a:r>
            <a:r>
              <a:rPr sz="1200" b="1" dirty="0">
                <a:latin typeface="Times New Roman"/>
                <a:cs typeface="Times New Roman"/>
              </a:rPr>
              <a:t>Sensors:</a:t>
            </a:r>
            <a:r>
              <a:rPr sz="1200" b="1" spc="-25" dirty="0">
                <a:latin typeface="Times New Roman"/>
                <a:cs typeface="Times New Roman"/>
              </a:rPr>
              <a:t> </a:t>
            </a:r>
            <a:r>
              <a:rPr sz="1200" dirty="0">
                <a:latin typeface="Times New Roman"/>
                <a:cs typeface="Times New Roman"/>
              </a:rPr>
              <a:t>Measure</a:t>
            </a:r>
            <a:r>
              <a:rPr sz="1200" spc="-35" dirty="0">
                <a:latin typeface="Times New Roman"/>
                <a:cs typeface="Times New Roman"/>
              </a:rPr>
              <a:t> </a:t>
            </a:r>
            <a:r>
              <a:rPr sz="1200" dirty="0">
                <a:latin typeface="Times New Roman"/>
                <a:cs typeface="Times New Roman"/>
              </a:rPr>
              <a:t>soil</a:t>
            </a:r>
            <a:r>
              <a:rPr sz="1200" spc="-50" dirty="0">
                <a:latin typeface="Times New Roman"/>
                <a:cs typeface="Times New Roman"/>
              </a:rPr>
              <a:t> </a:t>
            </a:r>
            <a:r>
              <a:rPr sz="1200" dirty="0">
                <a:latin typeface="Times New Roman"/>
                <a:cs typeface="Times New Roman"/>
              </a:rPr>
              <a:t>moisture,</a:t>
            </a:r>
            <a:r>
              <a:rPr sz="1200" spc="-25" dirty="0">
                <a:latin typeface="Times New Roman"/>
                <a:cs typeface="Times New Roman"/>
              </a:rPr>
              <a:t> </a:t>
            </a:r>
            <a:r>
              <a:rPr sz="1200" dirty="0">
                <a:latin typeface="Times New Roman"/>
                <a:cs typeface="Times New Roman"/>
              </a:rPr>
              <a:t>which</a:t>
            </a:r>
            <a:r>
              <a:rPr sz="1200" spc="-30" dirty="0">
                <a:latin typeface="Times New Roman"/>
                <a:cs typeface="Times New Roman"/>
              </a:rPr>
              <a:t> </a:t>
            </a:r>
            <a:r>
              <a:rPr sz="1200" dirty="0">
                <a:latin typeface="Times New Roman"/>
                <a:cs typeface="Times New Roman"/>
              </a:rPr>
              <a:t>may</a:t>
            </a:r>
            <a:r>
              <a:rPr sz="1200" spc="-55" dirty="0">
                <a:latin typeface="Times New Roman"/>
                <a:cs typeface="Times New Roman"/>
              </a:rPr>
              <a:t> </a:t>
            </a:r>
            <a:r>
              <a:rPr sz="1200" dirty="0">
                <a:latin typeface="Times New Roman"/>
                <a:cs typeface="Times New Roman"/>
              </a:rPr>
              <a:t>indicate</a:t>
            </a:r>
            <a:r>
              <a:rPr sz="1200" spc="-15" dirty="0">
                <a:latin typeface="Times New Roman"/>
                <a:cs typeface="Times New Roman"/>
              </a:rPr>
              <a:t> </a:t>
            </a:r>
            <a:r>
              <a:rPr sz="1200" dirty="0">
                <a:latin typeface="Times New Roman"/>
                <a:cs typeface="Times New Roman"/>
              </a:rPr>
              <a:t>flood</a:t>
            </a:r>
            <a:r>
              <a:rPr sz="1200" spc="-30" dirty="0">
                <a:latin typeface="Times New Roman"/>
                <a:cs typeface="Times New Roman"/>
              </a:rPr>
              <a:t> </a:t>
            </a:r>
            <a:r>
              <a:rPr sz="1200" spc="-10" dirty="0">
                <a:latin typeface="Times New Roman"/>
                <a:cs typeface="Times New Roman"/>
              </a:rPr>
              <a:t>risk.</a:t>
            </a:r>
            <a:endParaRPr sz="1200">
              <a:latin typeface="Times New Roman"/>
              <a:cs typeface="Times New Roman"/>
            </a:endParaRPr>
          </a:p>
          <a:p>
            <a:pPr marL="387350" lvl="1" indent="-228600">
              <a:lnSpc>
                <a:spcPts val="1405"/>
              </a:lnSpc>
              <a:buSzPct val="83333"/>
              <a:buFont typeface="Symbol"/>
              <a:buChar char=""/>
              <a:tabLst>
                <a:tab pos="387350" algn="l"/>
              </a:tabLst>
            </a:pPr>
            <a:r>
              <a:rPr sz="1200" b="1" dirty="0">
                <a:latin typeface="Times New Roman"/>
                <a:cs typeface="Times New Roman"/>
              </a:rPr>
              <a:t>Pressure</a:t>
            </a:r>
            <a:r>
              <a:rPr sz="1200" b="1" spc="-25" dirty="0">
                <a:latin typeface="Times New Roman"/>
                <a:cs typeface="Times New Roman"/>
              </a:rPr>
              <a:t> </a:t>
            </a:r>
            <a:r>
              <a:rPr sz="1200" b="1" dirty="0">
                <a:latin typeface="Times New Roman"/>
                <a:cs typeface="Times New Roman"/>
              </a:rPr>
              <a:t>Sensors:</a:t>
            </a:r>
            <a:r>
              <a:rPr sz="1200" b="1" spc="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spc="-10" dirty="0">
                <a:latin typeface="Times New Roman"/>
                <a:cs typeface="Times New Roman"/>
              </a:rPr>
              <a:t>measure</a:t>
            </a:r>
            <a:r>
              <a:rPr sz="1200" spc="-20" dirty="0">
                <a:latin typeface="Times New Roman"/>
                <a:cs typeface="Times New Roman"/>
              </a:rPr>
              <a:t> </a:t>
            </a:r>
            <a:r>
              <a:rPr sz="1200" dirty="0">
                <a:latin typeface="Times New Roman"/>
                <a:cs typeface="Times New Roman"/>
              </a:rPr>
              <a:t>water</a:t>
            </a:r>
            <a:r>
              <a:rPr sz="1200" spc="-15" dirty="0">
                <a:latin typeface="Times New Roman"/>
                <a:cs typeface="Times New Roman"/>
              </a:rPr>
              <a:t> </a:t>
            </a:r>
            <a:r>
              <a:rPr sz="1200" dirty="0">
                <a:latin typeface="Times New Roman"/>
                <a:cs typeface="Times New Roman"/>
              </a:rPr>
              <a:t>pressure</a:t>
            </a:r>
            <a:r>
              <a:rPr sz="1200" spc="-20" dirty="0">
                <a:latin typeface="Times New Roman"/>
                <a:cs typeface="Times New Roman"/>
              </a:rPr>
              <a:t> </a:t>
            </a:r>
            <a:r>
              <a:rPr sz="1200" dirty="0">
                <a:latin typeface="Times New Roman"/>
                <a:cs typeface="Times New Roman"/>
              </a:rPr>
              <a:t>near</a:t>
            </a:r>
            <a:r>
              <a:rPr sz="1200" spc="-10" dirty="0">
                <a:latin typeface="Times New Roman"/>
                <a:cs typeface="Times New Roman"/>
              </a:rPr>
              <a:t> drainage</a:t>
            </a:r>
            <a:r>
              <a:rPr sz="1200" spc="-20" dirty="0">
                <a:latin typeface="Times New Roman"/>
                <a:cs typeface="Times New Roman"/>
              </a:rPr>
              <a:t> </a:t>
            </a:r>
            <a:r>
              <a:rPr sz="1200" dirty="0">
                <a:latin typeface="Times New Roman"/>
                <a:cs typeface="Times New Roman"/>
              </a:rPr>
              <a:t>points</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detect</a:t>
            </a:r>
            <a:r>
              <a:rPr sz="1200" spc="5" dirty="0">
                <a:latin typeface="Times New Roman"/>
                <a:cs typeface="Times New Roman"/>
              </a:rPr>
              <a:t> </a:t>
            </a:r>
            <a:r>
              <a:rPr sz="1200" spc="-10" dirty="0">
                <a:latin typeface="Times New Roman"/>
                <a:cs typeface="Times New Roman"/>
              </a:rPr>
              <a:t>blockages</a:t>
            </a:r>
            <a:r>
              <a:rPr sz="1200" spc="-2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spc="-10" dirty="0">
                <a:latin typeface="Times New Roman"/>
                <a:cs typeface="Times New Roman"/>
              </a:rPr>
              <a:t>overflow.</a:t>
            </a:r>
            <a:endParaRPr sz="1200">
              <a:latin typeface="Times New Roman"/>
              <a:cs typeface="Times New Roman"/>
            </a:endParaRPr>
          </a:p>
          <a:p>
            <a:pPr marL="167640" indent="-154940">
              <a:lnSpc>
                <a:spcPts val="1405"/>
              </a:lnSpc>
              <a:spcBef>
                <a:spcPts val="1345"/>
              </a:spcBef>
              <a:buAutoNum type="arabicPeriod"/>
              <a:tabLst>
                <a:tab pos="167640" algn="l"/>
              </a:tabLst>
            </a:pPr>
            <a:r>
              <a:rPr sz="1200" b="1" dirty="0">
                <a:latin typeface="Times New Roman"/>
                <a:cs typeface="Times New Roman"/>
              </a:rPr>
              <a:t>Edge</a:t>
            </a:r>
            <a:r>
              <a:rPr sz="1200" b="1" spc="-20" dirty="0">
                <a:latin typeface="Times New Roman"/>
                <a:cs typeface="Times New Roman"/>
              </a:rPr>
              <a:t> </a:t>
            </a:r>
            <a:r>
              <a:rPr sz="1200" b="1" spc="-10" dirty="0">
                <a:latin typeface="Times New Roman"/>
                <a:cs typeface="Times New Roman"/>
              </a:rPr>
              <a:t>Devices/Controllers</a:t>
            </a:r>
            <a:endParaRPr sz="1200">
              <a:latin typeface="Times New Roman"/>
              <a:cs typeface="Times New Roman"/>
            </a:endParaRPr>
          </a:p>
          <a:p>
            <a:pPr marL="387350" marR="105410" lvl="1" indent="-228600">
              <a:lnSpc>
                <a:spcPts val="1370"/>
              </a:lnSpc>
              <a:spcBef>
                <a:spcPts val="70"/>
              </a:spcBef>
              <a:buSzPct val="83333"/>
              <a:buFont typeface="Symbol"/>
              <a:buChar char=""/>
              <a:tabLst>
                <a:tab pos="387350" algn="l"/>
              </a:tabLst>
            </a:pPr>
            <a:r>
              <a:rPr sz="1200" b="1" spc="-10" dirty="0">
                <a:latin typeface="Times New Roman"/>
                <a:cs typeface="Times New Roman"/>
              </a:rPr>
              <a:t>Microcontroller/IoT</a:t>
            </a:r>
            <a:r>
              <a:rPr sz="1200" b="1" spc="-30" dirty="0">
                <a:latin typeface="Times New Roman"/>
                <a:cs typeface="Times New Roman"/>
              </a:rPr>
              <a:t> </a:t>
            </a:r>
            <a:r>
              <a:rPr sz="1200" b="1" dirty="0">
                <a:latin typeface="Times New Roman"/>
                <a:cs typeface="Times New Roman"/>
              </a:rPr>
              <a:t>Gateway:</a:t>
            </a:r>
            <a:r>
              <a:rPr sz="1200" b="1" spc="5" dirty="0">
                <a:latin typeface="Times New Roman"/>
                <a:cs typeface="Times New Roman"/>
              </a:rPr>
              <a:t> </a:t>
            </a: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devices</a:t>
            </a:r>
            <a:r>
              <a:rPr sz="1200" spc="-25" dirty="0">
                <a:latin typeface="Times New Roman"/>
                <a:cs typeface="Times New Roman"/>
              </a:rPr>
              <a:t> </a:t>
            </a:r>
            <a:r>
              <a:rPr sz="1200" dirty="0">
                <a:latin typeface="Times New Roman"/>
                <a:cs typeface="Times New Roman"/>
              </a:rPr>
              <a:t>collect</a:t>
            </a:r>
            <a:r>
              <a:rPr sz="1200" spc="5" dirty="0">
                <a:latin typeface="Times New Roman"/>
                <a:cs typeface="Times New Roman"/>
              </a:rPr>
              <a:t> </a:t>
            </a:r>
            <a:r>
              <a:rPr sz="1200" dirty="0">
                <a:latin typeface="Times New Roman"/>
                <a:cs typeface="Times New Roman"/>
              </a:rPr>
              <a:t>sensor</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send it</a:t>
            </a:r>
            <a:r>
              <a:rPr sz="1200" spc="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central</a:t>
            </a:r>
            <a:r>
              <a:rPr sz="1200" spc="-60" dirty="0">
                <a:latin typeface="Times New Roman"/>
                <a:cs typeface="Times New Roman"/>
              </a:rPr>
              <a:t> </a:t>
            </a:r>
            <a:r>
              <a:rPr sz="1200" dirty="0">
                <a:latin typeface="Times New Roman"/>
                <a:cs typeface="Times New Roman"/>
              </a:rPr>
              <a:t>system</a:t>
            </a:r>
            <a:r>
              <a:rPr sz="1200" spc="-40" dirty="0">
                <a:latin typeface="Times New Roman"/>
                <a:cs typeface="Times New Roman"/>
              </a:rPr>
              <a:t> </a:t>
            </a:r>
            <a:r>
              <a:rPr sz="1200" spc="-25" dirty="0">
                <a:latin typeface="Times New Roman"/>
                <a:cs typeface="Times New Roman"/>
              </a:rPr>
              <a:t>for </a:t>
            </a:r>
            <a:r>
              <a:rPr sz="1200" spc="-10" dirty="0">
                <a:latin typeface="Times New Roman"/>
                <a:cs typeface="Times New Roman"/>
              </a:rPr>
              <a:t>processing.</a:t>
            </a:r>
            <a:endParaRPr sz="1200">
              <a:latin typeface="Times New Roman"/>
              <a:cs typeface="Times New Roman"/>
            </a:endParaRPr>
          </a:p>
          <a:p>
            <a:pPr marL="844550" lvl="2" indent="-228600">
              <a:lnSpc>
                <a:spcPts val="1320"/>
              </a:lnSpc>
              <a:buSzPct val="83333"/>
              <a:buFont typeface="Courier New"/>
              <a:buChar char="o"/>
              <a:tabLst>
                <a:tab pos="844550" algn="l"/>
              </a:tabLst>
            </a:pPr>
            <a:r>
              <a:rPr sz="1200" dirty="0">
                <a:latin typeface="Times New Roman"/>
                <a:cs typeface="Times New Roman"/>
              </a:rPr>
              <a:t>Example:</a:t>
            </a:r>
            <a:r>
              <a:rPr sz="1200" spc="-10" dirty="0">
                <a:latin typeface="Times New Roman"/>
                <a:cs typeface="Times New Roman"/>
              </a:rPr>
              <a:t> </a:t>
            </a:r>
            <a:r>
              <a:rPr sz="1200" dirty="0">
                <a:latin typeface="Times New Roman"/>
                <a:cs typeface="Times New Roman"/>
              </a:rPr>
              <a:t>Raspberry</a:t>
            </a:r>
            <a:r>
              <a:rPr sz="1200" spc="-50" dirty="0">
                <a:latin typeface="Times New Roman"/>
                <a:cs typeface="Times New Roman"/>
              </a:rPr>
              <a:t> </a:t>
            </a:r>
            <a:r>
              <a:rPr sz="1200" dirty="0">
                <a:latin typeface="Times New Roman"/>
                <a:cs typeface="Times New Roman"/>
              </a:rPr>
              <a:t>Pi,</a:t>
            </a:r>
            <a:r>
              <a:rPr sz="1200" spc="25" dirty="0">
                <a:latin typeface="Times New Roman"/>
                <a:cs typeface="Times New Roman"/>
              </a:rPr>
              <a:t> </a:t>
            </a:r>
            <a:r>
              <a:rPr sz="1200" dirty="0">
                <a:latin typeface="Times New Roman"/>
                <a:cs typeface="Times New Roman"/>
              </a:rPr>
              <a:t>Arduino,</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an</a:t>
            </a:r>
            <a:r>
              <a:rPr sz="1200" spc="-5" dirty="0">
                <a:latin typeface="Times New Roman"/>
                <a:cs typeface="Times New Roman"/>
              </a:rPr>
              <a:t> </a:t>
            </a:r>
            <a:r>
              <a:rPr sz="1200" spc="-10" dirty="0">
                <a:latin typeface="Times New Roman"/>
                <a:cs typeface="Times New Roman"/>
              </a:rPr>
              <a:t>industrial</a:t>
            </a:r>
            <a:r>
              <a:rPr sz="1200" spc="-45" dirty="0">
                <a:latin typeface="Times New Roman"/>
                <a:cs typeface="Times New Roman"/>
              </a:rPr>
              <a:t> </a:t>
            </a:r>
            <a:r>
              <a:rPr sz="1200" dirty="0">
                <a:latin typeface="Times New Roman"/>
                <a:cs typeface="Times New Roman"/>
              </a:rPr>
              <a:t>IoT</a:t>
            </a:r>
            <a:r>
              <a:rPr sz="1200" spc="-20" dirty="0">
                <a:latin typeface="Times New Roman"/>
                <a:cs typeface="Times New Roman"/>
              </a:rPr>
              <a:t> </a:t>
            </a:r>
            <a:r>
              <a:rPr sz="1200" spc="-10" dirty="0">
                <a:latin typeface="Times New Roman"/>
                <a:cs typeface="Times New Roman"/>
              </a:rPr>
              <a:t>gateway.</a:t>
            </a:r>
            <a:endParaRPr sz="1200">
              <a:latin typeface="Times New Roman"/>
              <a:cs typeface="Times New Roman"/>
            </a:endParaRPr>
          </a:p>
          <a:p>
            <a:pPr marL="387350" marR="372745" lvl="1" indent="-228600">
              <a:lnSpc>
                <a:spcPts val="1370"/>
              </a:lnSpc>
              <a:spcBef>
                <a:spcPts val="70"/>
              </a:spcBef>
              <a:buSzPct val="83333"/>
              <a:buFont typeface="Symbol"/>
              <a:buChar char=""/>
              <a:tabLst>
                <a:tab pos="387350" algn="l"/>
              </a:tabLst>
            </a:pPr>
            <a:r>
              <a:rPr sz="1200" b="1" dirty="0">
                <a:latin typeface="Times New Roman"/>
                <a:cs typeface="Times New Roman"/>
              </a:rPr>
              <a:t>Local</a:t>
            </a:r>
            <a:r>
              <a:rPr sz="1200" b="1" spc="-45" dirty="0">
                <a:latin typeface="Times New Roman"/>
                <a:cs typeface="Times New Roman"/>
              </a:rPr>
              <a:t> </a:t>
            </a:r>
            <a:r>
              <a:rPr sz="1200" b="1" dirty="0">
                <a:latin typeface="Times New Roman"/>
                <a:cs typeface="Times New Roman"/>
              </a:rPr>
              <a:t>Data</a:t>
            </a:r>
            <a:r>
              <a:rPr sz="1200" b="1" spc="-20" dirty="0">
                <a:latin typeface="Times New Roman"/>
                <a:cs typeface="Times New Roman"/>
              </a:rPr>
              <a:t> </a:t>
            </a:r>
            <a:r>
              <a:rPr sz="1200" b="1" dirty="0">
                <a:latin typeface="Times New Roman"/>
                <a:cs typeface="Times New Roman"/>
              </a:rPr>
              <a:t>Processing:</a:t>
            </a:r>
            <a:r>
              <a:rPr sz="1200" b="1" spc="-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case</a:t>
            </a:r>
            <a:r>
              <a:rPr sz="1200" spc="-2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connectivity</a:t>
            </a:r>
            <a:r>
              <a:rPr sz="1200" spc="-45" dirty="0">
                <a:latin typeface="Times New Roman"/>
                <a:cs typeface="Times New Roman"/>
              </a:rPr>
              <a:t> </a:t>
            </a:r>
            <a:r>
              <a:rPr sz="1200" dirty="0">
                <a:latin typeface="Times New Roman"/>
                <a:cs typeface="Times New Roman"/>
              </a:rPr>
              <a:t>issues,</a:t>
            </a:r>
            <a:r>
              <a:rPr sz="1200" spc="-10" dirty="0">
                <a:latin typeface="Times New Roman"/>
                <a:cs typeface="Times New Roman"/>
              </a:rPr>
              <a:t> </a:t>
            </a:r>
            <a:r>
              <a:rPr sz="1200" dirty="0">
                <a:latin typeface="Times New Roman"/>
                <a:cs typeface="Times New Roman"/>
              </a:rPr>
              <a:t>edge</a:t>
            </a:r>
            <a:r>
              <a:rPr sz="1200" spc="-30" dirty="0">
                <a:latin typeface="Times New Roman"/>
                <a:cs typeface="Times New Roman"/>
              </a:rPr>
              <a:t> </a:t>
            </a:r>
            <a:r>
              <a:rPr sz="1200" dirty="0">
                <a:latin typeface="Times New Roman"/>
                <a:cs typeface="Times New Roman"/>
              </a:rPr>
              <a:t>devices</a:t>
            </a:r>
            <a:r>
              <a:rPr sz="1200" spc="-3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analyze</a:t>
            </a:r>
            <a:r>
              <a:rPr sz="1200"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process</a:t>
            </a:r>
            <a:r>
              <a:rPr sz="1200" spc="-30" dirty="0">
                <a:latin typeface="Times New Roman"/>
                <a:cs typeface="Times New Roman"/>
              </a:rPr>
              <a:t> </a:t>
            </a:r>
            <a:r>
              <a:rPr sz="1200" spc="-20" dirty="0">
                <a:latin typeface="Times New Roman"/>
                <a:cs typeface="Times New Roman"/>
              </a:rPr>
              <a:t>data </a:t>
            </a:r>
            <a:r>
              <a:rPr sz="1200" dirty="0">
                <a:latin typeface="Times New Roman"/>
                <a:cs typeface="Times New Roman"/>
              </a:rPr>
              <a:t>locally</a:t>
            </a:r>
            <a:r>
              <a:rPr sz="1200" spc="-5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trigger </a:t>
            </a:r>
            <a:r>
              <a:rPr sz="1200" spc="-10" dirty="0">
                <a:latin typeface="Times New Roman"/>
                <a:cs typeface="Times New Roman"/>
              </a:rPr>
              <a:t>immediate</a:t>
            </a:r>
            <a:r>
              <a:rPr sz="1200" spc="-35" dirty="0">
                <a:latin typeface="Times New Roman"/>
                <a:cs typeface="Times New Roman"/>
              </a:rPr>
              <a:t> </a:t>
            </a:r>
            <a:r>
              <a:rPr sz="1200" dirty="0">
                <a:latin typeface="Times New Roman"/>
                <a:cs typeface="Times New Roman"/>
              </a:rPr>
              <a:t>alerts,</a:t>
            </a:r>
            <a:r>
              <a:rPr sz="1200" spc="-20" dirty="0">
                <a:latin typeface="Times New Roman"/>
                <a:cs typeface="Times New Roman"/>
              </a:rPr>
              <a:t> </a:t>
            </a:r>
            <a:r>
              <a:rPr sz="1200" dirty="0">
                <a:latin typeface="Times New Roman"/>
                <a:cs typeface="Times New Roman"/>
              </a:rPr>
              <a:t>ensuring</a:t>
            </a:r>
            <a:r>
              <a:rPr sz="1200" spc="-3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5" dirty="0">
                <a:latin typeface="Times New Roman"/>
                <a:cs typeface="Times New Roman"/>
              </a:rPr>
              <a:t> </a:t>
            </a:r>
            <a:r>
              <a:rPr sz="1200" spc="-10" dirty="0">
                <a:latin typeface="Times New Roman"/>
                <a:cs typeface="Times New Roman"/>
              </a:rPr>
              <a:t>actions.</a:t>
            </a:r>
            <a:endParaRPr sz="1200">
              <a:latin typeface="Times New Roman"/>
              <a:cs typeface="Times New Roman"/>
            </a:endParaRPr>
          </a:p>
          <a:p>
            <a:pPr marL="387350" lvl="1" indent="-228600">
              <a:lnSpc>
                <a:spcPts val="1355"/>
              </a:lnSpc>
              <a:buSzPct val="83333"/>
              <a:buFont typeface="Symbol"/>
              <a:buChar char=""/>
              <a:tabLst>
                <a:tab pos="387350" algn="l"/>
              </a:tabLst>
            </a:pPr>
            <a:r>
              <a:rPr sz="1200" b="1" dirty="0">
                <a:latin typeface="Times New Roman"/>
                <a:cs typeface="Times New Roman"/>
              </a:rPr>
              <a:t>Connectivity:</a:t>
            </a:r>
            <a:r>
              <a:rPr sz="1200" b="1" spc="-35" dirty="0">
                <a:latin typeface="Times New Roman"/>
                <a:cs typeface="Times New Roman"/>
              </a:rPr>
              <a:t> </a:t>
            </a:r>
            <a:r>
              <a:rPr sz="1200" spc="-20" dirty="0">
                <a:latin typeface="Times New Roman"/>
                <a:cs typeface="Times New Roman"/>
              </a:rPr>
              <a:t>Wi-</a:t>
            </a:r>
            <a:r>
              <a:rPr sz="1200" dirty="0">
                <a:latin typeface="Times New Roman"/>
                <a:cs typeface="Times New Roman"/>
              </a:rPr>
              <a:t>Fi,</a:t>
            </a:r>
            <a:r>
              <a:rPr sz="1200" spc="-10" dirty="0">
                <a:latin typeface="Times New Roman"/>
                <a:cs typeface="Times New Roman"/>
              </a:rPr>
              <a:t> </a:t>
            </a:r>
            <a:r>
              <a:rPr sz="1200" dirty="0">
                <a:latin typeface="Times New Roman"/>
                <a:cs typeface="Times New Roman"/>
              </a:rPr>
              <a:t>4G/5G,</a:t>
            </a:r>
            <a:r>
              <a:rPr sz="1200" spc="-1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LoRaWAN for</a:t>
            </a:r>
            <a:r>
              <a:rPr sz="1200" spc="-20" dirty="0">
                <a:latin typeface="Times New Roman"/>
                <a:cs typeface="Times New Roman"/>
              </a:rPr>
              <a:t> </a:t>
            </a:r>
            <a:r>
              <a:rPr sz="1200" dirty="0">
                <a:latin typeface="Times New Roman"/>
                <a:cs typeface="Times New Roman"/>
              </a:rPr>
              <a:t>remote</a:t>
            </a:r>
            <a:r>
              <a:rPr sz="1200" spc="-25" dirty="0">
                <a:latin typeface="Times New Roman"/>
                <a:cs typeface="Times New Roman"/>
              </a:rPr>
              <a:t> </a:t>
            </a:r>
            <a:r>
              <a:rPr sz="1200" dirty="0">
                <a:latin typeface="Times New Roman"/>
                <a:cs typeface="Times New Roman"/>
              </a:rPr>
              <a:t>areas</a:t>
            </a:r>
            <a:r>
              <a:rPr sz="1200" spc="-1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stadium.</a:t>
            </a:r>
            <a:endParaRPr sz="1200">
              <a:latin typeface="Times New Roman"/>
              <a:cs typeface="Times New Roman"/>
            </a:endParaRPr>
          </a:p>
          <a:p>
            <a:pPr marL="167640" indent="-154940">
              <a:lnSpc>
                <a:spcPts val="1390"/>
              </a:lnSpc>
              <a:spcBef>
                <a:spcPts val="1345"/>
              </a:spcBef>
              <a:buAutoNum type="arabicPeriod"/>
              <a:tabLst>
                <a:tab pos="167640" algn="l"/>
              </a:tabLst>
            </a:pPr>
            <a:r>
              <a:rPr sz="1200" b="1" dirty="0">
                <a:latin typeface="Times New Roman"/>
                <a:cs typeface="Times New Roman"/>
              </a:rPr>
              <a:t>Data</a:t>
            </a:r>
            <a:r>
              <a:rPr sz="1200" b="1" spc="-10" dirty="0">
                <a:latin typeface="Times New Roman"/>
                <a:cs typeface="Times New Roman"/>
              </a:rPr>
              <a:t> Processing</a:t>
            </a:r>
            <a:r>
              <a:rPr sz="1200" b="1" spc="20" dirty="0">
                <a:latin typeface="Times New Roman"/>
                <a:cs typeface="Times New Roman"/>
              </a:rPr>
              <a:t> </a:t>
            </a:r>
            <a:r>
              <a:rPr sz="1200" b="1" dirty="0">
                <a:latin typeface="Times New Roman"/>
                <a:cs typeface="Times New Roman"/>
              </a:rPr>
              <a:t>&amp;</a:t>
            </a:r>
            <a:r>
              <a:rPr sz="1200" b="1" spc="20" dirty="0">
                <a:latin typeface="Times New Roman"/>
                <a:cs typeface="Times New Roman"/>
              </a:rPr>
              <a:t> </a:t>
            </a:r>
            <a:r>
              <a:rPr sz="1200" b="1" dirty="0">
                <a:latin typeface="Times New Roman"/>
                <a:cs typeface="Times New Roman"/>
              </a:rPr>
              <a:t>Backend</a:t>
            </a:r>
            <a:r>
              <a:rPr sz="1200" b="1" spc="20" dirty="0">
                <a:latin typeface="Times New Roman"/>
                <a:cs typeface="Times New Roman"/>
              </a:rPr>
              <a:t> </a:t>
            </a:r>
            <a:r>
              <a:rPr sz="1200" b="1" spc="-10" dirty="0">
                <a:latin typeface="Times New Roman"/>
                <a:cs typeface="Times New Roman"/>
              </a:rPr>
              <a:t>(Cloud/On-premise)</a:t>
            </a:r>
            <a:endParaRPr sz="1200">
              <a:latin typeface="Times New Roman"/>
              <a:cs typeface="Times New Roman"/>
            </a:endParaRPr>
          </a:p>
          <a:p>
            <a:pPr marL="387350" marR="5080" lvl="1" indent="-228600">
              <a:lnSpc>
                <a:spcPts val="1390"/>
              </a:lnSpc>
              <a:spcBef>
                <a:spcPts val="40"/>
              </a:spcBef>
              <a:buSzPct val="83333"/>
              <a:buFont typeface="Symbol"/>
              <a:buChar char=""/>
              <a:tabLst>
                <a:tab pos="387350" algn="l"/>
              </a:tabLst>
            </a:pPr>
            <a:r>
              <a:rPr sz="1200" b="1" spc="-20" dirty="0">
                <a:latin typeface="Times New Roman"/>
                <a:cs typeface="Times New Roman"/>
              </a:rPr>
              <a:t>Real-</a:t>
            </a:r>
            <a:r>
              <a:rPr sz="1200" b="1" dirty="0">
                <a:latin typeface="Times New Roman"/>
                <a:cs typeface="Times New Roman"/>
              </a:rPr>
              <a:t>time</a:t>
            </a:r>
            <a:r>
              <a:rPr sz="1200" b="1" spc="-25" dirty="0">
                <a:latin typeface="Times New Roman"/>
                <a:cs typeface="Times New Roman"/>
              </a:rPr>
              <a:t> </a:t>
            </a:r>
            <a:r>
              <a:rPr sz="1200" b="1" dirty="0">
                <a:latin typeface="Times New Roman"/>
                <a:cs typeface="Times New Roman"/>
              </a:rPr>
              <a:t>Data</a:t>
            </a:r>
            <a:r>
              <a:rPr sz="1200" b="1" spc="-25" dirty="0">
                <a:latin typeface="Times New Roman"/>
                <a:cs typeface="Times New Roman"/>
              </a:rPr>
              <a:t> </a:t>
            </a:r>
            <a:r>
              <a:rPr sz="1200" b="1" dirty="0">
                <a:latin typeface="Times New Roman"/>
                <a:cs typeface="Times New Roman"/>
              </a:rPr>
              <a:t>Processing: </a:t>
            </a:r>
            <a:r>
              <a:rPr sz="1200" dirty="0">
                <a:latin typeface="Times New Roman"/>
                <a:cs typeface="Times New Roman"/>
              </a:rPr>
              <a:t>Once</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received</a:t>
            </a:r>
            <a:r>
              <a:rPr sz="1200" spc="15" dirty="0">
                <a:latin typeface="Times New Roman"/>
                <a:cs typeface="Times New Roman"/>
              </a:rPr>
              <a:t> </a:t>
            </a:r>
            <a:r>
              <a:rPr sz="1200" dirty="0">
                <a:latin typeface="Times New Roman"/>
                <a:cs typeface="Times New Roman"/>
              </a:rPr>
              <a:t>from</a:t>
            </a:r>
            <a:r>
              <a:rPr sz="1200" spc="-60" dirty="0">
                <a:latin typeface="Times New Roman"/>
                <a:cs typeface="Times New Roman"/>
              </a:rPr>
              <a:t> </a:t>
            </a:r>
            <a:r>
              <a:rPr sz="1200" dirty="0">
                <a:latin typeface="Times New Roman"/>
                <a:cs typeface="Times New Roman"/>
              </a:rPr>
              <a:t>sensors,</a:t>
            </a:r>
            <a:r>
              <a:rPr sz="1200" spc="-10" dirty="0">
                <a:latin typeface="Times New Roman"/>
                <a:cs typeface="Times New Roman"/>
              </a:rPr>
              <a:t> </a:t>
            </a:r>
            <a:r>
              <a:rPr sz="1200" dirty="0">
                <a:latin typeface="Times New Roman"/>
                <a:cs typeface="Times New Roman"/>
              </a:rPr>
              <a:t>it needs</a:t>
            </a:r>
            <a:r>
              <a:rPr sz="1200" spc="-3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processed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identify potential</a:t>
            </a:r>
            <a:r>
              <a:rPr sz="1200" spc="-55" dirty="0">
                <a:latin typeface="Times New Roman"/>
                <a:cs typeface="Times New Roman"/>
              </a:rPr>
              <a:t> </a:t>
            </a:r>
            <a:r>
              <a:rPr sz="1200" dirty="0">
                <a:latin typeface="Times New Roman"/>
                <a:cs typeface="Times New Roman"/>
              </a:rPr>
              <a:t>flooding</a:t>
            </a:r>
            <a:r>
              <a:rPr sz="1200" spc="-35" dirty="0">
                <a:latin typeface="Times New Roman"/>
                <a:cs typeface="Times New Roman"/>
              </a:rPr>
              <a:t> </a:t>
            </a:r>
            <a:r>
              <a:rPr sz="1200" dirty="0">
                <a:latin typeface="Times New Roman"/>
                <a:cs typeface="Times New Roman"/>
              </a:rPr>
              <a:t>scenarios.</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might</a:t>
            </a:r>
            <a:r>
              <a:rPr sz="1200" spc="10" dirty="0">
                <a:latin typeface="Times New Roman"/>
                <a:cs typeface="Times New Roman"/>
              </a:rPr>
              <a:t> </a:t>
            </a:r>
            <a:r>
              <a:rPr sz="1200" spc="-10" dirty="0">
                <a:latin typeface="Times New Roman"/>
                <a:cs typeface="Times New Roman"/>
              </a:rPr>
              <a:t>involve:</a:t>
            </a:r>
            <a:endParaRPr sz="1200">
              <a:latin typeface="Times New Roman"/>
              <a:cs typeface="Times New Roman"/>
            </a:endParaRPr>
          </a:p>
          <a:p>
            <a:pPr marL="844550" lvl="2" indent="-228600">
              <a:lnSpc>
                <a:spcPts val="1310"/>
              </a:lnSpc>
              <a:buSzPct val="83333"/>
              <a:buFont typeface="Courier New"/>
              <a:buChar char="o"/>
              <a:tabLst>
                <a:tab pos="844550" algn="l"/>
              </a:tabLst>
            </a:pPr>
            <a:r>
              <a:rPr sz="1200" b="1" spc="-10" dirty="0">
                <a:latin typeface="Times New Roman"/>
                <a:cs typeface="Times New Roman"/>
              </a:rPr>
              <a:t>Threshold-</a:t>
            </a:r>
            <a:r>
              <a:rPr sz="1200" b="1" dirty="0">
                <a:latin typeface="Times New Roman"/>
                <a:cs typeface="Times New Roman"/>
              </a:rPr>
              <a:t>based</a:t>
            </a:r>
            <a:r>
              <a:rPr sz="1200" b="1" spc="-25" dirty="0">
                <a:latin typeface="Times New Roman"/>
                <a:cs typeface="Times New Roman"/>
              </a:rPr>
              <a:t> </a:t>
            </a:r>
            <a:r>
              <a:rPr sz="1200" b="1" dirty="0">
                <a:latin typeface="Times New Roman"/>
                <a:cs typeface="Times New Roman"/>
              </a:rPr>
              <a:t>Logic:</a:t>
            </a:r>
            <a:r>
              <a:rPr sz="1200" b="1" spc="-20" dirty="0">
                <a:latin typeface="Times New Roman"/>
                <a:cs typeface="Times New Roman"/>
              </a:rPr>
              <a:t> </a:t>
            </a:r>
            <a:r>
              <a:rPr sz="1200" dirty="0">
                <a:latin typeface="Times New Roman"/>
                <a:cs typeface="Times New Roman"/>
              </a:rPr>
              <a:t>Define</a:t>
            </a:r>
            <a:r>
              <a:rPr sz="1200" spc="-5" dirty="0">
                <a:latin typeface="Times New Roman"/>
                <a:cs typeface="Times New Roman"/>
              </a:rPr>
              <a:t> </a:t>
            </a:r>
            <a:r>
              <a:rPr sz="1200" dirty="0">
                <a:latin typeface="Times New Roman"/>
                <a:cs typeface="Times New Roman"/>
              </a:rPr>
              <a:t>flood</a:t>
            </a:r>
            <a:r>
              <a:rPr sz="1200" spc="-25" dirty="0">
                <a:latin typeface="Times New Roman"/>
                <a:cs typeface="Times New Roman"/>
              </a:rPr>
              <a:t> </a:t>
            </a:r>
            <a:r>
              <a:rPr sz="1200" dirty="0">
                <a:latin typeface="Times New Roman"/>
                <a:cs typeface="Times New Roman"/>
              </a:rPr>
              <a:t>risk</a:t>
            </a:r>
            <a:r>
              <a:rPr sz="1200" spc="-5" dirty="0">
                <a:latin typeface="Times New Roman"/>
                <a:cs typeface="Times New Roman"/>
              </a:rPr>
              <a:t> </a:t>
            </a:r>
            <a:r>
              <a:rPr sz="1200" dirty="0">
                <a:latin typeface="Times New Roman"/>
                <a:cs typeface="Times New Roman"/>
              </a:rPr>
              <a:t>levels</a:t>
            </a:r>
            <a:r>
              <a:rPr sz="1200" spc="-15" dirty="0">
                <a:latin typeface="Times New Roman"/>
                <a:cs typeface="Times New Roman"/>
              </a:rPr>
              <a:t> </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water</a:t>
            </a:r>
            <a:r>
              <a:rPr sz="1200" spc="-40" dirty="0">
                <a:latin typeface="Times New Roman"/>
                <a:cs typeface="Times New Roman"/>
              </a:rPr>
              <a:t> </a:t>
            </a:r>
            <a:r>
              <a:rPr sz="1200" dirty="0">
                <a:latin typeface="Times New Roman"/>
                <a:cs typeface="Times New Roman"/>
              </a:rPr>
              <a:t>level</a:t>
            </a:r>
            <a:r>
              <a:rPr sz="1200" spc="-45" dirty="0">
                <a:latin typeface="Times New Roman"/>
                <a:cs typeface="Times New Roman"/>
              </a:rPr>
              <a:t> </a:t>
            </a:r>
            <a:r>
              <a:rPr sz="1200" spc="-10" dirty="0">
                <a:latin typeface="Times New Roman"/>
                <a:cs typeface="Times New Roman"/>
              </a:rPr>
              <a:t>measurements.</a:t>
            </a:r>
            <a:endParaRPr sz="1200">
              <a:latin typeface="Times New Roman"/>
              <a:cs typeface="Times New Roman"/>
            </a:endParaRPr>
          </a:p>
          <a:p>
            <a:pPr marL="844550" marR="264795" lvl="2" indent="-229235">
              <a:lnSpc>
                <a:spcPts val="1370"/>
              </a:lnSpc>
              <a:spcBef>
                <a:spcPts val="80"/>
              </a:spcBef>
              <a:buSzPct val="83333"/>
              <a:buFont typeface="Courier New"/>
              <a:buChar char="o"/>
              <a:tabLst>
                <a:tab pos="844550" algn="l"/>
              </a:tabLst>
            </a:pPr>
            <a:r>
              <a:rPr sz="1200" b="1" dirty="0">
                <a:latin typeface="Times New Roman"/>
                <a:cs typeface="Times New Roman"/>
              </a:rPr>
              <a:t>Predictive</a:t>
            </a:r>
            <a:r>
              <a:rPr sz="1200" b="1" spc="-35" dirty="0">
                <a:latin typeface="Times New Roman"/>
                <a:cs typeface="Times New Roman"/>
              </a:rPr>
              <a:t> </a:t>
            </a:r>
            <a:r>
              <a:rPr sz="1200" b="1" dirty="0">
                <a:latin typeface="Times New Roman"/>
                <a:cs typeface="Times New Roman"/>
              </a:rPr>
              <a:t>Algorithms: </a:t>
            </a: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weather</a:t>
            </a:r>
            <a:r>
              <a:rPr sz="1200" spc="-2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spc="-10" dirty="0">
                <a:latin typeface="Times New Roman"/>
                <a:cs typeface="Times New Roman"/>
              </a:rPr>
              <a:t>historical</a:t>
            </a:r>
            <a:r>
              <a:rPr sz="1200" spc="-65" dirty="0">
                <a:latin typeface="Times New Roman"/>
                <a:cs typeface="Times New Roman"/>
              </a:rPr>
              <a:t> </a:t>
            </a:r>
            <a:r>
              <a:rPr sz="1200" dirty="0">
                <a:latin typeface="Times New Roman"/>
                <a:cs typeface="Times New Roman"/>
              </a:rPr>
              <a:t>water</a:t>
            </a:r>
            <a:r>
              <a:rPr sz="1200" spc="-20" dirty="0">
                <a:latin typeface="Times New Roman"/>
                <a:cs typeface="Times New Roman"/>
              </a:rPr>
              <a:t> </a:t>
            </a:r>
            <a:r>
              <a:rPr sz="1200" spc="-10" dirty="0">
                <a:latin typeface="Times New Roman"/>
                <a:cs typeface="Times New Roman"/>
              </a:rPr>
              <a:t>levels,</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rainfall</a:t>
            </a:r>
            <a:r>
              <a:rPr sz="1200" spc="-65" dirty="0">
                <a:latin typeface="Times New Roman"/>
                <a:cs typeface="Times New Roman"/>
              </a:rPr>
              <a:t> </a:t>
            </a:r>
            <a:r>
              <a:rPr sz="1200" dirty="0">
                <a:latin typeface="Times New Roman"/>
                <a:cs typeface="Times New Roman"/>
              </a:rPr>
              <a:t>predictions</a:t>
            </a:r>
            <a:r>
              <a:rPr sz="1200" spc="-35" dirty="0">
                <a:latin typeface="Times New Roman"/>
                <a:cs typeface="Times New Roman"/>
              </a:rPr>
              <a:t> </a:t>
            </a:r>
            <a:r>
              <a:rPr sz="1200" spc="-25" dirty="0">
                <a:latin typeface="Times New Roman"/>
                <a:cs typeface="Times New Roman"/>
              </a:rPr>
              <a:t>to </a:t>
            </a:r>
            <a:r>
              <a:rPr sz="1200" dirty="0">
                <a:latin typeface="Times New Roman"/>
                <a:cs typeface="Times New Roman"/>
              </a:rPr>
              <a:t>assess</a:t>
            </a:r>
            <a:r>
              <a:rPr sz="1200" spc="-25" dirty="0">
                <a:latin typeface="Times New Roman"/>
                <a:cs typeface="Times New Roman"/>
              </a:rPr>
              <a:t> </a:t>
            </a:r>
            <a:r>
              <a:rPr sz="1200" dirty="0">
                <a:latin typeface="Times New Roman"/>
                <a:cs typeface="Times New Roman"/>
              </a:rPr>
              <a:t>flood</a:t>
            </a:r>
            <a:r>
              <a:rPr sz="1200" spc="-35" dirty="0">
                <a:latin typeface="Times New Roman"/>
                <a:cs typeface="Times New Roman"/>
              </a:rPr>
              <a:t> </a:t>
            </a:r>
            <a:r>
              <a:rPr sz="1200" spc="-10" dirty="0">
                <a:latin typeface="Times New Roman"/>
                <a:cs typeface="Times New Roman"/>
              </a:rPr>
              <a:t>risk.</a:t>
            </a:r>
            <a:endParaRPr sz="1200">
              <a:latin typeface="Times New Roman"/>
              <a:cs typeface="Times New Roman"/>
            </a:endParaRPr>
          </a:p>
        </p:txBody>
      </p:sp>
      <p:pic>
        <p:nvPicPr>
          <p:cNvPr id="5" name="object 5"/>
          <p:cNvPicPr/>
          <p:nvPr/>
        </p:nvPicPr>
        <p:blipFill>
          <a:blip r:embed="rId2" cstate="print"/>
          <a:stretch>
            <a:fillRect/>
          </a:stretch>
        </p:blipFill>
        <p:spPr>
          <a:xfrm>
            <a:off x="553017" y="1757501"/>
            <a:ext cx="6305702" cy="2763809"/>
          </a:xfrm>
          <a:prstGeom prst="rect">
            <a:avLst/>
          </a:prstGeom>
        </p:spPr>
      </p:pic>
      <p:sp>
        <p:nvSpPr>
          <p:cNvPr id="7" name="Slide Number Placeholder 6">
            <a:extLst>
              <a:ext uri="{FF2B5EF4-FFF2-40B4-BE49-F238E27FC236}">
                <a16:creationId xmlns:a16="http://schemas.microsoft.com/office/drawing/2014/main" id="{D762FD48-056C-415E-1ADB-DE41FBA0B699}"/>
              </a:ext>
            </a:extLst>
          </p:cNvPr>
          <p:cNvSpPr>
            <a:spLocks noGrp="1"/>
          </p:cNvSpPr>
          <p:nvPr>
            <p:ph type="sldNum" sz="quarter" idx="7"/>
          </p:nvPr>
        </p:nvSpPr>
        <p:spPr>
          <a:xfrm>
            <a:off x="3705868" y="9618386"/>
            <a:ext cx="294386" cy="249979"/>
          </a:xfrm>
        </p:spPr>
        <p:txBody>
          <a:bodyPr/>
          <a:lstStyle/>
          <a:p>
            <a:pPr marL="38100">
              <a:lnSpc>
                <a:spcPts val="1410"/>
              </a:lnSpc>
            </a:pPr>
            <a:fld id="{81D60167-4931-47E6-BA6A-407CBD079E47}" type="slidenum">
              <a:rPr lang="en-IN" spc="-50" smtClean="0"/>
              <a:t>16</a:t>
            </a:fld>
            <a:endParaRPr lang="en-IN" spc="-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304799"/>
            <a:ext cx="6958330" cy="10086340"/>
          </a:xfrm>
          <a:custGeom>
            <a:avLst/>
            <a:gdLst/>
            <a:ahLst/>
            <a:cxnLst/>
            <a:rect l="l" t="t" r="r" b="b"/>
            <a:pathLst>
              <a:path w="6958330" h="10086340">
                <a:moveTo>
                  <a:pt x="6958203" y="0"/>
                </a:moveTo>
                <a:lnTo>
                  <a:pt x="6955536" y="0"/>
                </a:lnTo>
                <a:lnTo>
                  <a:pt x="6949059" y="0"/>
                </a:lnTo>
                <a:lnTo>
                  <a:pt x="6937248" y="0"/>
                </a:lnTo>
                <a:lnTo>
                  <a:pt x="6937248" y="18288"/>
                </a:lnTo>
                <a:lnTo>
                  <a:pt x="6937248" y="10067544"/>
                </a:lnTo>
                <a:lnTo>
                  <a:pt x="18288" y="10067544"/>
                </a:lnTo>
                <a:lnTo>
                  <a:pt x="18288" y="18288"/>
                </a:lnTo>
                <a:lnTo>
                  <a:pt x="6937248" y="18288"/>
                </a:lnTo>
                <a:lnTo>
                  <a:pt x="6937248" y="0"/>
                </a:lnTo>
                <a:lnTo>
                  <a:pt x="18288" y="0"/>
                </a:lnTo>
                <a:lnTo>
                  <a:pt x="9144" y="0"/>
                </a:lnTo>
                <a:lnTo>
                  <a:pt x="6096" y="0"/>
                </a:lnTo>
                <a:lnTo>
                  <a:pt x="0" y="0"/>
                </a:lnTo>
                <a:lnTo>
                  <a:pt x="0" y="8636"/>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8636"/>
                </a:lnTo>
                <a:lnTo>
                  <a:pt x="6958203" y="8636"/>
                </a:lnTo>
                <a:lnTo>
                  <a:pt x="6958203" y="0"/>
                </a:lnTo>
                <a:close/>
              </a:path>
            </a:pathLst>
          </a:custGeom>
          <a:solidFill>
            <a:srgbClr val="000000"/>
          </a:solidFill>
        </p:spPr>
        <p:txBody>
          <a:bodyPr wrap="square" lIns="0" tIns="0" rIns="0" bIns="0" rtlCol="0"/>
          <a:lstStyle/>
          <a:p>
            <a:endParaRPr/>
          </a:p>
        </p:txBody>
      </p:sp>
      <p:sp>
        <p:nvSpPr>
          <p:cNvPr id="3" name="object 3"/>
          <p:cNvSpPr txBox="1"/>
          <p:nvPr/>
        </p:nvSpPr>
        <p:spPr>
          <a:xfrm>
            <a:off x="429564" y="965961"/>
            <a:ext cx="6731634" cy="6166485"/>
          </a:xfrm>
          <a:prstGeom prst="rect">
            <a:avLst/>
          </a:prstGeom>
        </p:spPr>
        <p:txBody>
          <a:bodyPr vert="horz" wrap="square" lIns="0" tIns="12700" rIns="0" bIns="0" rtlCol="0">
            <a:spAutoFit/>
          </a:bodyPr>
          <a:lstStyle/>
          <a:p>
            <a:pPr marL="167640" indent="-154940">
              <a:lnSpc>
                <a:spcPts val="1390"/>
              </a:lnSpc>
              <a:spcBef>
                <a:spcPts val="100"/>
              </a:spcBef>
              <a:buAutoNum type="arabicPeriod" startAt="4"/>
              <a:tabLst>
                <a:tab pos="167640" algn="l"/>
              </a:tabLst>
            </a:pPr>
            <a:r>
              <a:rPr sz="1200" b="1" dirty="0">
                <a:latin typeface="Times New Roman"/>
                <a:cs typeface="Times New Roman"/>
              </a:rPr>
              <a:t>Alerting</a:t>
            </a:r>
            <a:r>
              <a:rPr sz="1200" b="1" spc="-5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marL="387350" lvl="1" indent="-228600">
              <a:lnSpc>
                <a:spcPts val="1370"/>
              </a:lnSpc>
              <a:buSzPct val="83333"/>
              <a:buFont typeface="Symbol"/>
              <a:buChar char=""/>
              <a:tabLst>
                <a:tab pos="387350" algn="l"/>
              </a:tabLst>
            </a:pPr>
            <a:r>
              <a:rPr sz="1200" b="1" dirty="0">
                <a:latin typeface="Times New Roman"/>
                <a:cs typeface="Times New Roman"/>
              </a:rPr>
              <a:t>Notification</a:t>
            </a:r>
            <a:r>
              <a:rPr sz="1200" b="1" spc="-10" dirty="0">
                <a:latin typeface="Times New Roman"/>
                <a:cs typeface="Times New Roman"/>
              </a:rPr>
              <a:t> </a:t>
            </a:r>
            <a:r>
              <a:rPr sz="1200" b="1" dirty="0">
                <a:latin typeface="Times New Roman"/>
                <a:cs typeface="Times New Roman"/>
              </a:rPr>
              <a:t>System:</a:t>
            </a:r>
            <a:r>
              <a:rPr sz="1200" b="1" spc="5" dirty="0">
                <a:latin typeface="Times New Roman"/>
                <a:cs typeface="Times New Roman"/>
              </a:rPr>
              <a:t> </a:t>
            </a:r>
            <a:r>
              <a:rPr sz="1200" dirty="0">
                <a:latin typeface="Times New Roman"/>
                <a:cs typeface="Times New Roman"/>
              </a:rPr>
              <a:t>If</a:t>
            </a:r>
            <a:r>
              <a:rPr sz="1200" spc="-50" dirty="0">
                <a:latin typeface="Times New Roman"/>
                <a:cs typeface="Times New Roman"/>
              </a:rPr>
              <a:t> </a:t>
            </a:r>
            <a:r>
              <a:rPr sz="1200" dirty="0">
                <a:latin typeface="Times New Roman"/>
                <a:cs typeface="Times New Roman"/>
              </a:rPr>
              <a:t>water</a:t>
            </a:r>
            <a:r>
              <a:rPr sz="1200" spc="-30" dirty="0">
                <a:latin typeface="Times New Roman"/>
                <a:cs typeface="Times New Roman"/>
              </a:rPr>
              <a:t> </a:t>
            </a:r>
            <a:r>
              <a:rPr sz="1200" spc="-10" dirty="0">
                <a:latin typeface="Times New Roman"/>
                <a:cs typeface="Times New Roman"/>
              </a:rPr>
              <a:t>levels</a:t>
            </a:r>
            <a:r>
              <a:rPr sz="1200" spc="-20" dirty="0">
                <a:latin typeface="Times New Roman"/>
                <a:cs typeface="Times New Roman"/>
              </a:rPr>
              <a:t> </a:t>
            </a:r>
            <a:r>
              <a:rPr sz="1200" dirty="0">
                <a:latin typeface="Times New Roman"/>
                <a:cs typeface="Times New Roman"/>
              </a:rPr>
              <a:t>surpass</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threshold,</a:t>
            </a:r>
            <a:r>
              <a:rPr sz="1200" spc="-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notification</a:t>
            </a:r>
            <a:r>
              <a:rPr sz="1200" spc="-40" dirty="0">
                <a:latin typeface="Times New Roman"/>
                <a:cs typeface="Times New Roman"/>
              </a:rPr>
              <a:t> </a:t>
            </a:r>
            <a:r>
              <a:rPr sz="1200" dirty="0">
                <a:latin typeface="Times New Roman"/>
                <a:cs typeface="Times New Roman"/>
              </a:rPr>
              <a:t>should</a:t>
            </a:r>
            <a:r>
              <a:rPr sz="1200" spc="5"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spc="-10" dirty="0">
                <a:latin typeface="Times New Roman"/>
                <a:cs typeface="Times New Roman"/>
              </a:rPr>
              <a:t>triggered.</a:t>
            </a:r>
            <a:endParaRPr sz="1200">
              <a:latin typeface="Times New Roman"/>
              <a:cs typeface="Times New Roman"/>
            </a:endParaRPr>
          </a:p>
          <a:p>
            <a:pPr marL="844550" lvl="2" indent="-228600">
              <a:lnSpc>
                <a:spcPts val="1380"/>
              </a:lnSpc>
              <a:buSzPct val="83333"/>
              <a:buFont typeface="Courier New"/>
              <a:buChar char="o"/>
              <a:tabLst>
                <a:tab pos="844550" algn="l"/>
              </a:tabLst>
            </a:pPr>
            <a:r>
              <a:rPr sz="1200" b="1" dirty="0">
                <a:latin typeface="Times New Roman"/>
                <a:cs typeface="Times New Roman"/>
              </a:rPr>
              <a:t>SMS/Email</a:t>
            </a:r>
            <a:r>
              <a:rPr sz="1200" b="1" spc="-40" dirty="0">
                <a:latin typeface="Times New Roman"/>
                <a:cs typeface="Times New Roman"/>
              </a:rPr>
              <a:t> </a:t>
            </a:r>
            <a:r>
              <a:rPr sz="1200" b="1" dirty="0">
                <a:latin typeface="Times New Roman"/>
                <a:cs typeface="Times New Roman"/>
              </a:rPr>
              <a:t>Alerts: </a:t>
            </a:r>
            <a:r>
              <a:rPr sz="1200" dirty="0">
                <a:latin typeface="Times New Roman"/>
                <a:cs typeface="Times New Roman"/>
              </a:rPr>
              <a:t>Send</a:t>
            </a:r>
            <a:r>
              <a:rPr sz="1200" spc="-20" dirty="0">
                <a:latin typeface="Times New Roman"/>
                <a:cs typeface="Times New Roman"/>
              </a:rPr>
              <a:t> </a:t>
            </a:r>
            <a:r>
              <a:rPr sz="1200" spc="-10" dirty="0">
                <a:latin typeface="Times New Roman"/>
                <a:cs typeface="Times New Roman"/>
              </a:rPr>
              <a:t>notifications</a:t>
            </a:r>
            <a:r>
              <a:rPr sz="1200" spc="-3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stadium</a:t>
            </a:r>
            <a:r>
              <a:rPr sz="1200" spc="-20" dirty="0">
                <a:latin typeface="Times New Roman"/>
                <a:cs typeface="Times New Roman"/>
              </a:rPr>
              <a:t> </a:t>
            </a:r>
            <a:r>
              <a:rPr sz="1200" spc="-10" dirty="0">
                <a:latin typeface="Times New Roman"/>
                <a:cs typeface="Times New Roman"/>
              </a:rPr>
              <a:t>officials, </a:t>
            </a:r>
            <a:r>
              <a:rPr sz="1200" dirty="0">
                <a:latin typeface="Times New Roman"/>
                <a:cs typeface="Times New Roman"/>
              </a:rPr>
              <a:t>ground</a:t>
            </a:r>
            <a:r>
              <a:rPr sz="1200" spc="-20" dirty="0">
                <a:latin typeface="Times New Roman"/>
                <a:cs typeface="Times New Roman"/>
              </a:rPr>
              <a:t> </a:t>
            </a:r>
            <a:r>
              <a:rPr sz="1200" dirty="0">
                <a:latin typeface="Times New Roman"/>
                <a:cs typeface="Times New Roman"/>
              </a:rPr>
              <a:t>staff,</a:t>
            </a:r>
            <a:r>
              <a:rPr sz="1200" spc="-1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IPL</a:t>
            </a:r>
            <a:r>
              <a:rPr sz="1200" spc="-30" dirty="0">
                <a:latin typeface="Times New Roman"/>
                <a:cs typeface="Times New Roman"/>
              </a:rPr>
              <a:t> </a:t>
            </a:r>
            <a:r>
              <a:rPr sz="1200" spc="-10" dirty="0">
                <a:latin typeface="Times New Roman"/>
                <a:cs typeface="Times New Roman"/>
              </a:rPr>
              <a:t>security.</a:t>
            </a:r>
            <a:endParaRPr sz="1200">
              <a:latin typeface="Times New Roman"/>
              <a:cs typeface="Times New Roman"/>
            </a:endParaRPr>
          </a:p>
          <a:p>
            <a:pPr marL="844550" lvl="2" indent="-228600">
              <a:lnSpc>
                <a:spcPts val="1380"/>
              </a:lnSpc>
              <a:buSzPct val="83333"/>
              <a:buFont typeface="Courier New"/>
              <a:buChar char="o"/>
              <a:tabLst>
                <a:tab pos="844550" algn="l"/>
              </a:tabLst>
            </a:pPr>
            <a:r>
              <a:rPr sz="1200" b="1" dirty="0">
                <a:latin typeface="Times New Roman"/>
                <a:cs typeface="Times New Roman"/>
              </a:rPr>
              <a:t>Mobile</a:t>
            </a:r>
            <a:r>
              <a:rPr sz="1200" b="1" spc="-35" dirty="0">
                <a:latin typeface="Times New Roman"/>
                <a:cs typeface="Times New Roman"/>
              </a:rPr>
              <a:t> </a:t>
            </a:r>
            <a:r>
              <a:rPr sz="1200" b="1" dirty="0">
                <a:latin typeface="Times New Roman"/>
                <a:cs typeface="Times New Roman"/>
              </a:rPr>
              <a:t>App/Push</a:t>
            </a:r>
            <a:r>
              <a:rPr sz="1200" b="1" spc="-30" dirty="0">
                <a:latin typeface="Times New Roman"/>
                <a:cs typeface="Times New Roman"/>
              </a:rPr>
              <a:t> </a:t>
            </a:r>
            <a:r>
              <a:rPr sz="1200" b="1" dirty="0">
                <a:latin typeface="Times New Roman"/>
                <a:cs typeface="Times New Roman"/>
              </a:rPr>
              <a:t>Notifications:</a:t>
            </a:r>
            <a:r>
              <a:rPr sz="1200" b="1" spc="-3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quicker</a:t>
            </a:r>
            <a:r>
              <a:rPr sz="1200" spc="-25" dirty="0">
                <a:latin typeface="Times New Roman"/>
                <a:cs typeface="Times New Roman"/>
              </a:rPr>
              <a:t> </a:t>
            </a:r>
            <a:r>
              <a:rPr sz="1200" spc="-10" dirty="0">
                <a:latin typeface="Times New Roman"/>
                <a:cs typeface="Times New Roman"/>
              </a:rPr>
              <a:t>responses.</a:t>
            </a:r>
            <a:endParaRPr sz="1200">
              <a:latin typeface="Times New Roman"/>
              <a:cs typeface="Times New Roman"/>
            </a:endParaRPr>
          </a:p>
          <a:p>
            <a:pPr marL="844550" lvl="2" indent="-228600">
              <a:lnSpc>
                <a:spcPts val="1415"/>
              </a:lnSpc>
              <a:buSzPct val="83333"/>
              <a:buFont typeface="Courier New"/>
              <a:buChar char="o"/>
              <a:tabLst>
                <a:tab pos="844550" algn="l"/>
              </a:tabLst>
            </a:pPr>
            <a:r>
              <a:rPr sz="1200" b="1" dirty="0">
                <a:latin typeface="Times New Roman"/>
                <a:cs typeface="Times New Roman"/>
              </a:rPr>
              <a:t>Voice</a:t>
            </a:r>
            <a:r>
              <a:rPr sz="1200" b="1" spc="-40" dirty="0">
                <a:latin typeface="Times New Roman"/>
                <a:cs typeface="Times New Roman"/>
              </a:rPr>
              <a:t> </a:t>
            </a:r>
            <a:r>
              <a:rPr sz="1200" b="1" dirty="0">
                <a:latin typeface="Times New Roman"/>
                <a:cs typeface="Times New Roman"/>
              </a:rPr>
              <a:t>Alerts:</a:t>
            </a:r>
            <a:r>
              <a:rPr sz="1200" b="1" spc="5" dirty="0">
                <a:latin typeface="Times New Roman"/>
                <a:cs typeface="Times New Roman"/>
              </a:rPr>
              <a:t> </a:t>
            </a:r>
            <a:r>
              <a:rPr sz="1200" dirty="0">
                <a:latin typeface="Times New Roman"/>
                <a:cs typeface="Times New Roman"/>
              </a:rPr>
              <a:t>Automated</a:t>
            </a:r>
            <a:r>
              <a:rPr sz="1200" spc="-30" dirty="0">
                <a:latin typeface="Times New Roman"/>
                <a:cs typeface="Times New Roman"/>
              </a:rPr>
              <a:t> </a:t>
            </a:r>
            <a:r>
              <a:rPr sz="1200" dirty="0">
                <a:latin typeface="Times New Roman"/>
                <a:cs typeface="Times New Roman"/>
              </a:rPr>
              <a:t>phone</a:t>
            </a:r>
            <a:r>
              <a:rPr sz="1200" spc="-35" dirty="0">
                <a:latin typeface="Times New Roman"/>
                <a:cs typeface="Times New Roman"/>
              </a:rPr>
              <a:t> </a:t>
            </a:r>
            <a:r>
              <a:rPr sz="1200" dirty="0">
                <a:latin typeface="Times New Roman"/>
                <a:cs typeface="Times New Roman"/>
              </a:rPr>
              <a:t>calls</a:t>
            </a:r>
            <a:r>
              <a:rPr sz="1200" spc="-4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voice</a:t>
            </a:r>
            <a:r>
              <a:rPr sz="1200" spc="-35" dirty="0">
                <a:latin typeface="Times New Roman"/>
                <a:cs typeface="Times New Roman"/>
              </a:rPr>
              <a:t> </a:t>
            </a:r>
            <a:r>
              <a:rPr sz="1200" dirty="0">
                <a:latin typeface="Times New Roman"/>
                <a:cs typeface="Times New Roman"/>
              </a:rPr>
              <a:t>alerts</a:t>
            </a:r>
            <a:r>
              <a:rPr sz="1200" spc="-40" dirty="0">
                <a:latin typeface="Times New Roman"/>
                <a:cs typeface="Times New Roman"/>
              </a:rPr>
              <a:t> </a:t>
            </a:r>
            <a:r>
              <a:rPr sz="1200" dirty="0">
                <a:latin typeface="Times New Roman"/>
                <a:cs typeface="Times New Roman"/>
              </a:rPr>
              <a:t>in</a:t>
            </a:r>
            <a:r>
              <a:rPr sz="1200" spc="-55" dirty="0">
                <a:latin typeface="Times New Roman"/>
                <a:cs typeface="Times New Roman"/>
              </a:rPr>
              <a:t> </a:t>
            </a:r>
            <a:r>
              <a:rPr sz="1200" dirty="0">
                <a:latin typeface="Times New Roman"/>
                <a:cs typeface="Times New Roman"/>
              </a:rPr>
              <a:t>extreme</a:t>
            </a:r>
            <a:r>
              <a:rPr sz="1200" spc="-35" dirty="0">
                <a:latin typeface="Times New Roman"/>
                <a:cs typeface="Times New Roman"/>
              </a:rPr>
              <a:t> </a:t>
            </a:r>
            <a:r>
              <a:rPr sz="1200" spc="-10" dirty="0">
                <a:latin typeface="Times New Roman"/>
                <a:cs typeface="Times New Roman"/>
              </a:rPr>
              <a:t>cases.</a:t>
            </a:r>
            <a:endParaRPr sz="1200">
              <a:latin typeface="Times New Roman"/>
              <a:cs typeface="Times New Roman"/>
            </a:endParaRPr>
          </a:p>
          <a:p>
            <a:pPr marL="615950">
              <a:lnSpc>
                <a:spcPct val="100000"/>
              </a:lnSpc>
              <a:spcBef>
                <a:spcPts val="125"/>
              </a:spcBef>
            </a:pPr>
            <a:r>
              <a:rPr sz="1000" spc="-50" dirty="0">
                <a:latin typeface="Courier New"/>
                <a:cs typeface="Courier New"/>
              </a:rPr>
              <a:t>o</a:t>
            </a:r>
            <a:endParaRPr sz="1000">
              <a:latin typeface="Courier New"/>
              <a:cs typeface="Courier New"/>
            </a:endParaRPr>
          </a:p>
          <a:p>
            <a:pPr marL="167640" indent="-154940">
              <a:lnSpc>
                <a:spcPts val="1390"/>
              </a:lnSpc>
              <a:spcBef>
                <a:spcPts val="15"/>
              </a:spcBef>
              <a:buAutoNum type="arabicPeriod" startAt="5"/>
              <a:tabLst>
                <a:tab pos="167640" algn="l"/>
              </a:tabLst>
            </a:pPr>
            <a:r>
              <a:rPr sz="1200" b="1" dirty="0">
                <a:latin typeface="Times New Roman"/>
                <a:cs typeface="Times New Roman"/>
              </a:rPr>
              <a:t>Web</a:t>
            </a:r>
            <a:r>
              <a:rPr sz="1200" b="1" spc="20" dirty="0">
                <a:latin typeface="Times New Roman"/>
                <a:cs typeface="Times New Roman"/>
              </a:rPr>
              <a:t> </a:t>
            </a:r>
            <a:r>
              <a:rPr sz="1200" b="1" spc="-10" dirty="0">
                <a:latin typeface="Times New Roman"/>
                <a:cs typeface="Times New Roman"/>
              </a:rPr>
              <a:t>Dashboard/Control</a:t>
            </a:r>
            <a:r>
              <a:rPr sz="1200" b="1" spc="15" dirty="0">
                <a:latin typeface="Times New Roman"/>
                <a:cs typeface="Times New Roman"/>
              </a:rPr>
              <a:t> </a:t>
            </a:r>
            <a:r>
              <a:rPr sz="1200" b="1" spc="-10" dirty="0">
                <a:latin typeface="Times New Roman"/>
                <a:cs typeface="Times New Roman"/>
              </a:rPr>
              <a:t>Center</a:t>
            </a:r>
            <a:endParaRPr sz="1200">
              <a:latin typeface="Times New Roman"/>
              <a:cs typeface="Times New Roman"/>
            </a:endParaRPr>
          </a:p>
          <a:p>
            <a:pPr marL="387350" marR="474980" lvl="1" indent="-228600">
              <a:lnSpc>
                <a:spcPts val="1390"/>
              </a:lnSpc>
              <a:spcBef>
                <a:spcPts val="40"/>
              </a:spcBef>
              <a:buSzPct val="83333"/>
              <a:buFont typeface="Symbol"/>
              <a:buChar char=""/>
              <a:tabLst>
                <a:tab pos="387350" algn="l"/>
              </a:tabLst>
            </a:pPr>
            <a:r>
              <a:rPr sz="1200" b="1" spc="-20" dirty="0">
                <a:latin typeface="Times New Roman"/>
                <a:cs typeface="Times New Roman"/>
              </a:rPr>
              <a:t>Real-</a:t>
            </a:r>
            <a:r>
              <a:rPr sz="1200" b="1" dirty="0">
                <a:latin typeface="Times New Roman"/>
                <a:cs typeface="Times New Roman"/>
              </a:rPr>
              <a:t>Time</a:t>
            </a:r>
            <a:r>
              <a:rPr sz="1200" b="1" spc="-25" dirty="0">
                <a:latin typeface="Times New Roman"/>
                <a:cs typeface="Times New Roman"/>
              </a:rPr>
              <a:t> </a:t>
            </a:r>
            <a:r>
              <a:rPr sz="1200" b="1" dirty="0">
                <a:latin typeface="Times New Roman"/>
                <a:cs typeface="Times New Roman"/>
              </a:rPr>
              <a:t>Monitoring</a:t>
            </a:r>
            <a:r>
              <a:rPr sz="1200" b="1" spc="-15" dirty="0">
                <a:latin typeface="Times New Roman"/>
                <a:cs typeface="Times New Roman"/>
              </a:rPr>
              <a:t> </a:t>
            </a:r>
            <a:r>
              <a:rPr sz="1200" b="1" dirty="0">
                <a:latin typeface="Times New Roman"/>
                <a:cs typeface="Times New Roman"/>
              </a:rPr>
              <a:t>Dashboard:</a:t>
            </a:r>
            <a:r>
              <a:rPr sz="1200" b="1" spc="1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web</a:t>
            </a:r>
            <a:r>
              <a:rPr sz="1200" spc="-40" dirty="0">
                <a:latin typeface="Times New Roman"/>
                <a:cs typeface="Times New Roman"/>
              </a:rPr>
              <a:t> </a:t>
            </a:r>
            <a:r>
              <a:rPr sz="1200" dirty="0">
                <a:latin typeface="Times New Roman"/>
                <a:cs typeface="Times New Roman"/>
              </a:rPr>
              <a:t>application</a:t>
            </a:r>
            <a:r>
              <a:rPr sz="1200" spc="-35" dirty="0">
                <a:latin typeface="Times New Roman"/>
                <a:cs typeface="Times New Roman"/>
              </a:rPr>
              <a:t> </a:t>
            </a:r>
            <a:r>
              <a:rPr sz="1200" dirty="0">
                <a:latin typeface="Times New Roman"/>
                <a:cs typeface="Times New Roman"/>
              </a:rPr>
              <a:t>showing</a:t>
            </a:r>
            <a:r>
              <a:rPr sz="1200" spc="-1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water</a:t>
            </a:r>
            <a:r>
              <a:rPr sz="1200" spc="-10" dirty="0">
                <a:latin typeface="Times New Roman"/>
                <a:cs typeface="Times New Roman"/>
              </a:rPr>
              <a:t> levels,</a:t>
            </a:r>
            <a:r>
              <a:rPr sz="1200" spc="-5" dirty="0">
                <a:latin typeface="Times New Roman"/>
                <a:cs typeface="Times New Roman"/>
              </a:rPr>
              <a:t> </a:t>
            </a:r>
            <a:r>
              <a:rPr sz="1200" spc="-10" dirty="0">
                <a:latin typeface="Times New Roman"/>
                <a:cs typeface="Times New Roman"/>
              </a:rPr>
              <a:t>rainfall statistics,</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flood</a:t>
            </a:r>
            <a:r>
              <a:rPr sz="1200" spc="-10" dirty="0">
                <a:latin typeface="Times New Roman"/>
                <a:cs typeface="Times New Roman"/>
              </a:rPr>
              <a:t> </a:t>
            </a:r>
            <a:r>
              <a:rPr sz="1200" dirty="0">
                <a:latin typeface="Times New Roman"/>
                <a:cs typeface="Times New Roman"/>
              </a:rPr>
              <a:t>alerts</a:t>
            </a:r>
            <a:r>
              <a:rPr sz="1200" spc="-20" dirty="0">
                <a:latin typeface="Times New Roman"/>
                <a:cs typeface="Times New Roman"/>
              </a:rPr>
              <a:t> </a:t>
            </a:r>
            <a:r>
              <a:rPr sz="1200" dirty="0">
                <a:latin typeface="Times New Roman"/>
                <a:cs typeface="Times New Roman"/>
              </a:rPr>
              <a:t>across</a:t>
            </a:r>
            <a:r>
              <a:rPr sz="1200" spc="-20" dirty="0">
                <a:latin typeface="Times New Roman"/>
                <a:cs typeface="Times New Roman"/>
              </a:rPr>
              <a:t> </a:t>
            </a:r>
            <a:r>
              <a:rPr sz="1200" spc="-10" dirty="0">
                <a:latin typeface="Times New Roman"/>
                <a:cs typeface="Times New Roman"/>
              </a:rPr>
              <a:t>different</a:t>
            </a:r>
            <a:r>
              <a:rPr sz="1200" spc="15" dirty="0">
                <a:latin typeface="Times New Roman"/>
                <a:cs typeface="Times New Roman"/>
              </a:rPr>
              <a:t> </a:t>
            </a:r>
            <a:r>
              <a:rPr sz="1200" dirty="0">
                <a:latin typeface="Times New Roman"/>
                <a:cs typeface="Times New Roman"/>
              </a:rPr>
              <a:t>parts</a:t>
            </a:r>
            <a:r>
              <a:rPr sz="1200" spc="-4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stadium.</a:t>
            </a:r>
            <a:endParaRPr sz="1200">
              <a:latin typeface="Times New Roman"/>
              <a:cs typeface="Times New Roman"/>
            </a:endParaRPr>
          </a:p>
          <a:p>
            <a:pPr marL="844550" lvl="2" indent="-228600">
              <a:lnSpc>
                <a:spcPts val="1310"/>
              </a:lnSpc>
              <a:buSzPct val="83333"/>
              <a:buFont typeface="Courier New"/>
              <a:buChar char="o"/>
              <a:tabLst>
                <a:tab pos="844550" algn="l"/>
              </a:tabLst>
            </a:pPr>
            <a:r>
              <a:rPr sz="1200" b="1" dirty="0">
                <a:latin typeface="Times New Roman"/>
                <a:cs typeface="Times New Roman"/>
              </a:rPr>
              <a:t>Data</a:t>
            </a:r>
            <a:r>
              <a:rPr sz="1200" b="1" spc="-10" dirty="0">
                <a:latin typeface="Times New Roman"/>
                <a:cs typeface="Times New Roman"/>
              </a:rPr>
              <a:t> Visualizations:</a:t>
            </a:r>
            <a:r>
              <a:rPr sz="1200" b="1" spc="10" dirty="0">
                <a:latin typeface="Times New Roman"/>
                <a:cs typeface="Times New Roman"/>
              </a:rPr>
              <a:t> </a:t>
            </a:r>
            <a:r>
              <a:rPr sz="1200" dirty="0">
                <a:latin typeface="Times New Roman"/>
                <a:cs typeface="Times New Roman"/>
              </a:rPr>
              <a:t>Graphs for water</a:t>
            </a:r>
            <a:r>
              <a:rPr sz="1200" spc="-5" dirty="0">
                <a:latin typeface="Times New Roman"/>
                <a:cs typeface="Times New Roman"/>
              </a:rPr>
              <a:t> </a:t>
            </a:r>
            <a:r>
              <a:rPr sz="1200" spc="-10" dirty="0">
                <a:latin typeface="Times New Roman"/>
                <a:cs typeface="Times New Roman"/>
              </a:rPr>
              <a:t>levels,</a:t>
            </a:r>
            <a:r>
              <a:rPr sz="1200" dirty="0">
                <a:latin typeface="Times New Roman"/>
                <a:cs typeface="Times New Roman"/>
              </a:rPr>
              <a:t> </a:t>
            </a:r>
            <a:r>
              <a:rPr sz="1200" spc="-10" dirty="0">
                <a:latin typeface="Times New Roman"/>
                <a:cs typeface="Times New Roman"/>
              </a:rPr>
              <a:t>rainfall,</a:t>
            </a:r>
            <a:r>
              <a:rPr sz="1200" dirty="0">
                <a:latin typeface="Times New Roman"/>
                <a:cs typeface="Times New Roman"/>
              </a:rPr>
              <a:t> soil</a:t>
            </a:r>
            <a:r>
              <a:rPr sz="1200" spc="-30" dirty="0">
                <a:latin typeface="Times New Roman"/>
                <a:cs typeface="Times New Roman"/>
              </a:rPr>
              <a:t> </a:t>
            </a:r>
            <a:r>
              <a:rPr sz="1200" dirty="0">
                <a:latin typeface="Times New Roman"/>
                <a:cs typeface="Times New Roman"/>
              </a:rPr>
              <a:t>moisture, </a:t>
            </a:r>
            <a:r>
              <a:rPr sz="1200" spc="-20" dirty="0">
                <a:latin typeface="Times New Roman"/>
                <a:cs typeface="Times New Roman"/>
              </a:rPr>
              <a:t>etc.</a:t>
            </a:r>
            <a:endParaRPr sz="1200">
              <a:latin typeface="Times New Roman"/>
              <a:cs typeface="Times New Roman"/>
            </a:endParaRPr>
          </a:p>
          <a:p>
            <a:pPr marL="844550" lvl="2" indent="-228600">
              <a:lnSpc>
                <a:spcPts val="1380"/>
              </a:lnSpc>
              <a:buSzPct val="83333"/>
              <a:buFont typeface="Courier New"/>
              <a:buChar char="o"/>
              <a:tabLst>
                <a:tab pos="844550" algn="l"/>
              </a:tabLst>
            </a:pPr>
            <a:r>
              <a:rPr sz="1200" b="1" spc="-10" dirty="0">
                <a:latin typeface="Times New Roman"/>
                <a:cs typeface="Times New Roman"/>
              </a:rPr>
              <a:t>Historical</a:t>
            </a:r>
            <a:r>
              <a:rPr sz="1200" b="1" spc="-40" dirty="0">
                <a:latin typeface="Times New Roman"/>
                <a:cs typeface="Times New Roman"/>
              </a:rPr>
              <a:t> </a:t>
            </a:r>
            <a:r>
              <a:rPr sz="1200" b="1" dirty="0">
                <a:latin typeface="Times New Roman"/>
                <a:cs typeface="Times New Roman"/>
              </a:rPr>
              <a:t>Data</a:t>
            </a:r>
            <a:r>
              <a:rPr sz="1200" b="1" spc="-15" dirty="0">
                <a:latin typeface="Times New Roman"/>
                <a:cs typeface="Times New Roman"/>
              </a:rPr>
              <a:t> </a:t>
            </a:r>
            <a:r>
              <a:rPr sz="1200" b="1" dirty="0">
                <a:latin typeface="Times New Roman"/>
                <a:cs typeface="Times New Roman"/>
              </a:rPr>
              <a:t>Review:</a:t>
            </a:r>
            <a:r>
              <a:rPr sz="1200" b="1"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identify</a:t>
            </a:r>
            <a:r>
              <a:rPr sz="1200" spc="-35" dirty="0">
                <a:latin typeface="Times New Roman"/>
                <a:cs typeface="Times New Roman"/>
              </a:rPr>
              <a:t> </a:t>
            </a:r>
            <a:r>
              <a:rPr sz="1200" dirty="0">
                <a:latin typeface="Times New Roman"/>
                <a:cs typeface="Times New Roman"/>
              </a:rPr>
              <a:t>flood</a:t>
            </a:r>
            <a:r>
              <a:rPr sz="1200" spc="-15" dirty="0">
                <a:latin typeface="Times New Roman"/>
                <a:cs typeface="Times New Roman"/>
              </a:rPr>
              <a:t> </a:t>
            </a:r>
            <a:r>
              <a:rPr sz="1200" dirty="0">
                <a:latin typeface="Times New Roman"/>
                <a:cs typeface="Times New Roman"/>
              </a:rPr>
              <a:t>patterns</a:t>
            </a:r>
            <a:r>
              <a:rPr sz="1200" spc="-2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predict</a:t>
            </a:r>
            <a:r>
              <a:rPr sz="1200" spc="5" dirty="0">
                <a:latin typeface="Times New Roman"/>
                <a:cs typeface="Times New Roman"/>
              </a:rPr>
              <a:t> </a:t>
            </a:r>
            <a:r>
              <a:rPr sz="1200" dirty="0">
                <a:latin typeface="Times New Roman"/>
                <a:cs typeface="Times New Roman"/>
              </a:rPr>
              <a:t>future</a:t>
            </a:r>
            <a:r>
              <a:rPr sz="1200" spc="-40" dirty="0">
                <a:latin typeface="Times New Roman"/>
                <a:cs typeface="Times New Roman"/>
              </a:rPr>
              <a:t> </a:t>
            </a:r>
            <a:r>
              <a:rPr sz="1200" spc="-10" dirty="0">
                <a:latin typeface="Times New Roman"/>
                <a:cs typeface="Times New Roman"/>
              </a:rPr>
              <a:t>occurrences.</a:t>
            </a:r>
            <a:endParaRPr sz="1200">
              <a:latin typeface="Times New Roman"/>
              <a:cs typeface="Times New Roman"/>
            </a:endParaRPr>
          </a:p>
          <a:p>
            <a:pPr marL="387350" marR="617220" lvl="1" indent="-228600">
              <a:lnSpc>
                <a:spcPts val="1390"/>
              </a:lnSpc>
              <a:spcBef>
                <a:spcPts val="55"/>
              </a:spcBef>
              <a:buSzPct val="83333"/>
              <a:buFont typeface="Symbol"/>
              <a:buChar char=""/>
              <a:tabLst>
                <a:tab pos="387350" algn="l"/>
              </a:tabLst>
            </a:pPr>
            <a:r>
              <a:rPr sz="1200" b="1" dirty="0">
                <a:latin typeface="Times New Roman"/>
                <a:cs typeface="Times New Roman"/>
              </a:rPr>
              <a:t>Access</a:t>
            </a:r>
            <a:r>
              <a:rPr sz="1200" b="1" spc="-30" dirty="0">
                <a:latin typeface="Times New Roman"/>
                <a:cs typeface="Times New Roman"/>
              </a:rPr>
              <a:t> </a:t>
            </a:r>
            <a:r>
              <a:rPr sz="1200" b="1" dirty="0">
                <a:latin typeface="Times New Roman"/>
                <a:cs typeface="Times New Roman"/>
              </a:rPr>
              <a:t>Control:</a:t>
            </a:r>
            <a:r>
              <a:rPr sz="1200" b="1" spc="-5" dirty="0">
                <a:latin typeface="Times New Roman"/>
                <a:cs typeface="Times New Roman"/>
              </a:rPr>
              <a:t> </a:t>
            </a:r>
            <a:r>
              <a:rPr sz="1200" dirty="0">
                <a:latin typeface="Times New Roman"/>
                <a:cs typeface="Times New Roman"/>
              </a:rPr>
              <a:t>Authorized</a:t>
            </a:r>
            <a:r>
              <a:rPr sz="1200" spc="-20" dirty="0">
                <a:latin typeface="Times New Roman"/>
                <a:cs typeface="Times New Roman"/>
              </a:rPr>
              <a:t> </a:t>
            </a:r>
            <a:r>
              <a:rPr sz="1200" dirty="0">
                <a:latin typeface="Times New Roman"/>
                <a:cs typeface="Times New Roman"/>
              </a:rPr>
              <a:t>personnel</a:t>
            </a:r>
            <a:r>
              <a:rPr sz="1200" spc="-6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dashboard</a:t>
            </a:r>
            <a:r>
              <a:rPr sz="1200" spc="-20"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40" dirty="0">
                <a:latin typeface="Times New Roman"/>
                <a:cs typeface="Times New Roman"/>
              </a:rPr>
              <a:t> </a:t>
            </a:r>
            <a:r>
              <a:rPr sz="1200" dirty="0">
                <a:latin typeface="Times New Roman"/>
                <a:cs typeface="Times New Roman"/>
              </a:rPr>
              <a:t>roles</a:t>
            </a:r>
            <a:r>
              <a:rPr sz="1200" spc="-30" dirty="0">
                <a:latin typeface="Times New Roman"/>
                <a:cs typeface="Times New Roman"/>
              </a:rPr>
              <a:t> </a:t>
            </a:r>
            <a:r>
              <a:rPr sz="1200" dirty="0">
                <a:latin typeface="Times New Roman"/>
                <a:cs typeface="Times New Roman"/>
              </a:rPr>
              <a:t>(e.g.,</a:t>
            </a:r>
            <a:r>
              <a:rPr sz="1200" spc="-10" dirty="0">
                <a:latin typeface="Times New Roman"/>
                <a:cs typeface="Times New Roman"/>
              </a:rPr>
              <a:t> stadium </a:t>
            </a:r>
            <a:r>
              <a:rPr sz="1200" dirty="0">
                <a:latin typeface="Times New Roman"/>
                <a:cs typeface="Times New Roman"/>
              </a:rPr>
              <a:t>management,</a:t>
            </a:r>
            <a:r>
              <a:rPr sz="1200" spc="-30" dirty="0">
                <a:latin typeface="Times New Roman"/>
                <a:cs typeface="Times New Roman"/>
              </a:rPr>
              <a:t> </a:t>
            </a:r>
            <a:r>
              <a:rPr sz="1200" spc="-10" dirty="0">
                <a:latin typeface="Times New Roman"/>
                <a:cs typeface="Times New Roman"/>
              </a:rPr>
              <a:t>maintenance</a:t>
            </a:r>
            <a:r>
              <a:rPr sz="1200" spc="-40" dirty="0">
                <a:latin typeface="Times New Roman"/>
                <a:cs typeface="Times New Roman"/>
              </a:rPr>
              <a:t> </a:t>
            </a:r>
            <a:r>
              <a:rPr sz="1200" spc="-10" dirty="0">
                <a:latin typeface="Times New Roman"/>
                <a:cs typeface="Times New Roman"/>
              </a:rPr>
              <a:t>crew).</a:t>
            </a:r>
            <a:endParaRPr sz="1200">
              <a:latin typeface="Times New Roman"/>
              <a:cs typeface="Times New Roman"/>
            </a:endParaRPr>
          </a:p>
          <a:p>
            <a:pPr marL="167640" indent="-154940">
              <a:lnSpc>
                <a:spcPts val="1395"/>
              </a:lnSpc>
              <a:spcBef>
                <a:spcPts val="1305"/>
              </a:spcBef>
              <a:buAutoNum type="arabicPeriod" startAt="5"/>
              <a:tabLst>
                <a:tab pos="167640" algn="l"/>
              </a:tabLst>
            </a:pPr>
            <a:r>
              <a:rPr sz="1200" b="1" dirty="0">
                <a:latin typeface="Times New Roman"/>
                <a:cs typeface="Times New Roman"/>
              </a:rPr>
              <a:t>Integration</a:t>
            </a:r>
            <a:r>
              <a:rPr sz="1200" b="1" spc="-30" dirty="0">
                <a:latin typeface="Times New Roman"/>
                <a:cs typeface="Times New Roman"/>
              </a:rPr>
              <a:t> </a:t>
            </a:r>
            <a:r>
              <a:rPr sz="1200" b="1" dirty="0">
                <a:latin typeface="Times New Roman"/>
                <a:cs typeface="Times New Roman"/>
              </a:rPr>
              <a:t>with</a:t>
            </a:r>
            <a:r>
              <a:rPr sz="1200" b="1" spc="-45" dirty="0">
                <a:latin typeface="Times New Roman"/>
                <a:cs typeface="Times New Roman"/>
              </a:rPr>
              <a:t> </a:t>
            </a:r>
            <a:r>
              <a:rPr sz="1200" b="1" dirty="0">
                <a:latin typeface="Times New Roman"/>
                <a:cs typeface="Times New Roman"/>
              </a:rPr>
              <a:t>Existing</a:t>
            </a:r>
            <a:r>
              <a:rPr sz="1200" b="1" spc="-35" dirty="0">
                <a:latin typeface="Times New Roman"/>
                <a:cs typeface="Times New Roman"/>
              </a:rPr>
              <a:t> </a:t>
            </a:r>
            <a:r>
              <a:rPr sz="1200" b="1" spc="-10" dirty="0">
                <a:latin typeface="Times New Roman"/>
                <a:cs typeface="Times New Roman"/>
              </a:rPr>
              <a:t>Infrastructure</a:t>
            </a:r>
            <a:endParaRPr sz="1200">
              <a:latin typeface="Times New Roman"/>
              <a:cs typeface="Times New Roman"/>
            </a:endParaRPr>
          </a:p>
          <a:p>
            <a:pPr marL="387350" marR="5080" lvl="1" indent="-228600">
              <a:lnSpc>
                <a:spcPts val="1390"/>
              </a:lnSpc>
              <a:spcBef>
                <a:spcPts val="45"/>
              </a:spcBef>
              <a:buSzPct val="83333"/>
              <a:buFont typeface="Symbol"/>
              <a:buChar char=""/>
              <a:tabLst>
                <a:tab pos="387350" algn="l"/>
              </a:tabLst>
            </a:pPr>
            <a:r>
              <a:rPr sz="1200" b="1" dirty="0">
                <a:latin typeface="Times New Roman"/>
                <a:cs typeface="Times New Roman"/>
              </a:rPr>
              <a:t>Irrigation</a:t>
            </a:r>
            <a:r>
              <a:rPr sz="1200" b="1" spc="-15" dirty="0">
                <a:latin typeface="Times New Roman"/>
                <a:cs typeface="Times New Roman"/>
              </a:rPr>
              <a:t> </a:t>
            </a:r>
            <a:r>
              <a:rPr sz="1200" b="1" dirty="0">
                <a:latin typeface="Times New Roman"/>
                <a:cs typeface="Times New Roman"/>
              </a:rPr>
              <a:t>Systems:</a:t>
            </a:r>
            <a:r>
              <a:rPr sz="1200" b="1" spc="5" dirty="0">
                <a:latin typeface="Times New Roman"/>
                <a:cs typeface="Times New Roman"/>
              </a:rPr>
              <a:t> </a:t>
            </a:r>
            <a:r>
              <a:rPr sz="1200" dirty="0">
                <a:latin typeface="Times New Roman"/>
                <a:cs typeface="Times New Roman"/>
              </a:rPr>
              <a:t>Ensure</a:t>
            </a:r>
            <a:r>
              <a:rPr sz="1200" spc="-2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flood</a:t>
            </a:r>
            <a:r>
              <a:rPr sz="1200" spc="-15" dirty="0">
                <a:latin typeface="Times New Roman"/>
                <a:cs typeface="Times New Roman"/>
              </a:rPr>
              <a:t> </a:t>
            </a:r>
            <a:r>
              <a:rPr sz="1200" spc="-10" dirty="0">
                <a:latin typeface="Times New Roman"/>
                <a:cs typeface="Times New Roman"/>
              </a:rPr>
              <a:t>detection</a:t>
            </a:r>
            <a:r>
              <a:rPr sz="1200" spc="-40" dirty="0">
                <a:latin typeface="Times New Roman"/>
                <a:cs typeface="Times New Roman"/>
              </a:rPr>
              <a:t>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communicate</a:t>
            </a:r>
            <a:r>
              <a:rPr sz="1200" spc="-2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irrigation</a:t>
            </a:r>
            <a:r>
              <a:rPr sz="1200" spc="-40" dirty="0">
                <a:latin typeface="Times New Roman"/>
                <a:cs typeface="Times New Roman"/>
              </a:rPr>
              <a:t> </a:t>
            </a:r>
            <a:r>
              <a:rPr sz="1200" spc="-10" dirty="0">
                <a:latin typeface="Times New Roman"/>
                <a:cs typeface="Times New Roman"/>
              </a:rPr>
              <a:t>system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prevent</a:t>
            </a:r>
            <a:r>
              <a:rPr sz="1200" spc="5" dirty="0">
                <a:latin typeface="Times New Roman"/>
                <a:cs typeface="Times New Roman"/>
              </a:rPr>
              <a:t> </a:t>
            </a:r>
            <a:r>
              <a:rPr sz="1200" spc="-10" dirty="0">
                <a:latin typeface="Times New Roman"/>
                <a:cs typeface="Times New Roman"/>
              </a:rPr>
              <a:t>overwatering</a:t>
            </a:r>
            <a:r>
              <a:rPr sz="1200" spc="-2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flooding in</a:t>
            </a:r>
            <a:r>
              <a:rPr sz="1200" spc="-40" dirty="0">
                <a:latin typeface="Times New Roman"/>
                <a:cs typeface="Times New Roman"/>
              </a:rPr>
              <a:t> </a:t>
            </a:r>
            <a:r>
              <a:rPr sz="1200" dirty="0">
                <a:latin typeface="Times New Roman"/>
                <a:cs typeface="Times New Roman"/>
              </a:rPr>
              <a:t>certain</a:t>
            </a:r>
            <a:r>
              <a:rPr sz="1200" spc="-40" dirty="0">
                <a:latin typeface="Times New Roman"/>
                <a:cs typeface="Times New Roman"/>
              </a:rPr>
              <a:t> </a:t>
            </a:r>
            <a:r>
              <a:rPr sz="1200" spc="-10" dirty="0">
                <a:latin typeface="Times New Roman"/>
                <a:cs typeface="Times New Roman"/>
              </a:rPr>
              <a:t>areas.</a:t>
            </a:r>
            <a:endParaRPr sz="1200">
              <a:latin typeface="Times New Roman"/>
              <a:cs typeface="Times New Roman"/>
            </a:endParaRPr>
          </a:p>
          <a:p>
            <a:pPr marL="387350" lvl="1" indent="-228600">
              <a:lnSpc>
                <a:spcPts val="1310"/>
              </a:lnSpc>
              <a:buSzPct val="83333"/>
              <a:buFont typeface="Symbol"/>
              <a:buChar char=""/>
              <a:tabLst>
                <a:tab pos="387350" algn="l"/>
              </a:tabLst>
            </a:pPr>
            <a:r>
              <a:rPr sz="1200" b="1" dirty="0">
                <a:latin typeface="Times New Roman"/>
                <a:cs typeface="Times New Roman"/>
              </a:rPr>
              <a:t>Drainage</a:t>
            </a:r>
            <a:r>
              <a:rPr sz="1200" b="1" spc="-30" dirty="0">
                <a:latin typeface="Times New Roman"/>
                <a:cs typeface="Times New Roman"/>
              </a:rPr>
              <a:t> </a:t>
            </a:r>
            <a:r>
              <a:rPr sz="1200" b="1" dirty="0">
                <a:latin typeface="Times New Roman"/>
                <a:cs typeface="Times New Roman"/>
              </a:rPr>
              <a:t>System</a:t>
            </a:r>
            <a:r>
              <a:rPr sz="1200" b="1" spc="-35" dirty="0">
                <a:latin typeface="Times New Roman"/>
                <a:cs typeface="Times New Roman"/>
              </a:rPr>
              <a:t> </a:t>
            </a:r>
            <a:r>
              <a:rPr sz="1200" b="1" dirty="0">
                <a:latin typeface="Times New Roman"/>
                <a:cs typeface="Times New Roman"/>
              </a:rPr>
              <a:t>Monitoring: </a:t>
            </a:r>
            <a:r>
              <a:rPr sz="1200" dirty="0">
                <a:latin typeface="Times New Roman"/>
                <a:cs typeface="Times New Roman"/>
              </a:rPr>
              <a:t>Ensure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flood</a:t>
            </a:r>
            <a:r>
              <a:rPr sz="1200" spc="-20" dirty="0">
                <a:latin typeface="Times New Roman"/>
                <a:cs typeface="Times New Roman"/>
              </a:rPr>
              <a:t> </a:t>
            </a:r>
            <a:r>
              <a:rPr sz="1200" spc="-10" dirty="0">
                <a:latin typeface="Times New Roman"/>
                <a:cs typeface="Times New Roman"/>
              </a:rPr>
              <a:t>detection</a:t>
            </a:r>
            <a:r>
              <a:rPr sz="1200" spc="-45"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integrated</a:t>
            </a:r>
            <a:r>
              <a:rPr sz="1200" spc="-20"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drainage</a:t>
            </a:r>
            <a:endParaRPr sz="1200">
              <a:latin typeface="Times New Roman"/>
              <a:cs typeface="Times New Roman"/>
            </a:endParaRPr>
          </a:p>
          <a:p>
            <a:pPr marL="387350">
              <a:lnSpc>
                <a:spcPts val="1415"/>
              </a:lnSpc>
            </a:pP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spc="-10" dirty="0">
                <a:latin typeface="Times New Roman"/>
                <a:cs typeface="Times New Roman"/>
              </a:rPr>
              <a:t>automatic</a:t>
            </a:r>
            <a:r>
              <a:rPr sz="1200" spc="-25" dirty="0">
                <a:latin typeface="Times New Roman"/>
                <a:cs typeface="Times New Roman"/>
              </a:rPr>
              <a:t> </a:t>
            </a:r>
            <a:r>
              <a:rPr sz="1200" dirty="0">
                <a:latin typeface="Times New Roman"/>
                <a:cs typeface="Times New Roman"/>
              </a:rPr>
              <a:t>alerts</a:t>
            </a:r>
            <a:r>
              <a:rPr sz="1200" spc="-3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spc="-10" dirty="0">
                <a:latin typeface="Times New Roman"/>
                <a:cs typeface="Times New Roman"/>
              </a:rPr>
              <a:t>malfunctions</a:t>
            </a:r>
            <a:r>
              <a:rPr sz="1200" spc="-15"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spc="-10" dirty="0">
                <a:latin typeface="Times New Roman"/>
                <a:cs typeface="Times New Roman"/>
              </a:rPr>
              <a:t>blockages.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15"/>
              </a:spcBef>
            </a:pPr>
            <a:endParaRPr sz="1200">
              <a:latin typeface="Times New Roman"/>
              <a:cs typeface="Times New Roman"/>
            </a:endParaRPr>
          </a:p>
          <a:p>
            <a:pPr marL="12700" marR="288925">
              <a:lnSpc>
                <a:spcPts val="1390"/>
              </a:lnSpc>
            </a:pPr>
            <a:r>
              <a:rPr sz="1200" dirty="0">
                <a:latin typeface="Times New Roman"/>
                <a:cs typeface="Times New Roman"/>
              </a:rPr>
              <a:t>As</a:t>
            </a:r>
            <a:r>
              <a:rPr sz="1200" spc="-40" dirty="0">
                <a:latin typeface="Times New Roman"/>
                <a:cs typeface="Times New Roman"/>
              </a:rPr>
              <a:t> </a:t>
            </a:r>
            <a:r>
              <a:rPr sz="1200" dirty="0">
                <a:latin typeface="Times New Roman"/>
                <a:cs typeface="Times New Roman"/>
              </a:rPr>
              <a:t>we</a:t>
            </a:r>
            <a:r>
              <a:rPr sz="1200" spc="-30" dirty="0">
                <a:latin typeface="Times New Roman"/>
                <a:cs typeface="Times New Roman"/>
              </a:rPr>
              <a:t> </a:t>
            </a:r>
            <a:r>
              <a:rPr sz="1200" dirty="0">
                <a:latin typeface="Times New Roman"/>
                <a:cs typeface="Times New Roman"/>
              </a:rPr>
              <a:t>follow</a:t>
            </a:r>
            <a:r>
              <a:rPr sz="1200" spc="-30" dirty="0">
                <a:latin typeface="Times New Roman"/>
                <a:cs typeface="Times New Roman"/>
              </a:rPr>
              <a:t> </a:t>
            </a:r>
            <a:r>
              <a:rPr sz="1200" dirty="0">
                <a:latin typeface="Times New Roman"/>
                <a:cs typeface="Times New Roman"/>
              </a:rPr>
              <a:t>along</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block</a:t>
            </a:r>
            <a:r>
              <a:rPr sz="1200" spc="-20" dirty="0">
                <a:latin typeface="Times New Roman"/>
                <a:cs typeface="Times New Roman"/>
              </a:rPr>
              <a:t> </a:t>
            </a:r>
            <a:r>
              <a:rPr sz="1200" dirty="0">
                <a:latin typeface="Times New Roman"/>
                <a:cs typeface="Times New Roman"/>
              </a:rPr>
              <a:t>diagram</a:t>
            </a:r>
            <a:r>
              <a:rPr sz="1200" spc="-4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evident</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CPU</a:t>
            </a:r>
            <a:r>
              <a:rPr sz="1200" spc="-25"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here</a:t>
            </a:r>
            <a:r>
              <a:rPr sz="1200" spc="-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Atmels</a:t>
            </a:r>
            <a:r>
              <a:rPr sz="1200" spc="-10" dirty="0">
                <a:latin typeface="Times New Roman"/>
                <a:cs typeface="Times New Roman"/>
              </a:rPr>
              <a:t> ATmega328p </a:t>
            </a:r>
            <a:r>
              <a:rPr sz="1200" dirty="0">
                <a:latin typeface="Times New Roman"/>
                <a:cs typeface="Times New Roman"/>
              </a:rPr>
              <a:t>which</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single</a:t>
            </a:r>
            <a:r>
              <a:rPr sz="1200" spc="-25" dirty="0">
                <a:latin typeface="Times New Roman"/>
                <a:cs typeface="Times New Roman"/>
              </a:rPr>
              <a:t> </a:t>
            </a:r>
            <a:r>
              <a:rPr sz="1200" dirty="0">
                <a:latin typeface="Times New Roman"/>
                <a:cs typeface="Times New Roman"/>
              </a:rPr>
              <a:t>chip</a:t>
            </a:r>
            <a:r>
              <a:rPr sz="1200" spc="-25" dirty="0">
                <a:latin typeface="Times New Roman"/>
                <a:cs typeface="Times New Roman"/>
              </a:rPr>
              <a:t> </a:t>
            </a:r>
            <a:r>
              <a:rPr sz="1200" dirty="0">
                <a:latin typeface="Times New Roman"/>
                <a:cs typeface="Times New Roman"/>
              </a:rPr>
              <a:t>CPU</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all</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different</a:t>
            </a:r>
            <a:r>
              <a:rPr sz="1200" spc="25" dirty="0">
                <a:latin typeface="Times New Roman"/>
                <a:cs typeface="Times New Roman"/>
              </a:rPr>
              <a:t> </a:t>
            </a:r>
            <a:r>
              <a:rPr sz="1200" dirty="0">
                <a:latin typeface="Times New Roman"/>
                <a:cs typeface="Times New Roman"/>
              </a:rPr>
              <a:t>modules</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sensors</a:t>
            </a:r>
            <a:r>
              <a:rPr sz="1200" spc="-30"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connected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it.</a:t>
            </a:r>
            <a:endParaRPr sz="1200">
              <a:latin typeface="Times New Roman"/>
              <a:cs typeface="Times New Roman"/>
            </a:endParaRPr>
          </a:p>
          <a:p>
            <a:pPr marL="12700">
              <a:lnSpc>
                <a:spcPts val="1310"/>
              </a:lnSpc>
            </a:pPr>
            <a:r>
              <a:rPr sz="1200" dirty="0">
                <a:latin typeface="Times New Roman"/>
                <a:cs typeface="Times New Roman"/>
              </a:rPr>
              <a:t>We</a:t>
            </a:r>
            <a:r>
              <a:rPr sz="1200" spc="-2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pair</a:t>
            </a:r>
            <a:r>
              <a:rPr sz="1200" spc="-1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Y89</a:t>
            </a:r>
            <a:r>
              <a:rPr sz="1200" spc="-25" dirty="0">
                <a:latin typeface="Times New Roman"/>
                <a:cs typeface="Times New Roman"/>
              </a:rPr>
              <a:t> </a:t>
            </a:r>
            <a:r>
              <a:rPr sz="1200" dirty="0">
                <a:latin typeface="Times New Roman"/>
                <a:cs typeface="Times New Roman"/>
              </a:rPr>
              <a:t>soil</a:t>
            </a:r>
            <a:r>
              <a:rPr sz="1200" spc="-40" dirty="0">
                <a:latin typeface="Times New Roman"/>
                <a:cs typeface="Times New Roman"/>
              </a:rPr>
              <a:t> </a:t>
            </a:r>
            <a:r>
              <a:rPr sz="1200" dirty="0">
                <a:latin typeface="Times New Roman"/>
                <a:cs typeface="Times New Roman"/>
              </a:rPr>
              <a:t>moisture</a:t>
            </a:r>
            <a:r>
              <a:rPr sz="1200" spc="-25" dirty="0">
                <a:latin typeface="Times New Roman"/>
                <a:cs typeface="Times New Roman"/>
              </a:rPr>
              <a:t> </a:t>
            </a:r>
            <a:r>
              <a:rPr sz="1200" dirty="0">
                <a:latin typeface="Times New Roman"/>
                <a:cs typeface="Times New Roman"/>
              </a:rPr>
              <a:t>sensors</a:t>
            </a:r>
            <a:r>
              <a:rPr sz="1200" spc="-5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detect</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water</a:t>
            </a:r>
            <a:r>
              <a:rPr sz="1200" spc="-10" dirty="0">
                <a:latin typeface="Times New Roman"/>
                <a:cs typeface="Times New Roman"/>
              </a:rPr>
              <a:t> </a:t>
            </a:r>
            <a:r>
              <a:rPr sz="1200" dirty="0">
                <a:latin typeface="Times New Roman"/>
                <a:cs typeface="Times New Roman"/>
              </a:rPr>
              <a:t>level</a:t>
            </a:r>
            <a:r>
              <a:rPr sz="1200" spc="-2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accordance</a:t>
            </a:r>
            <a:r>
              <a:rPr sz="1200" spc="-20"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ground,</a:t>
            </a:r>
            <a:endParaRPr sz="1200">
              <a:latin typeface="Times New Roman"/>
              <a:cs typeface="Times New Roman"/>
            </a:endParaRPr>
          </a:p>
          <a:p>
            <a:pPr marL="12700" marR="224790">
              <a:lnSpc>
                <a:spcPts val="1370"/>
              </a:lnSpc>
              <a:spcBef>
                <a:spcPts val="80"/>
              </a:spcBef>
            </a:pPr>
            <a:r>
              <a:rPr sz="1200" dirty="0">
                <a:latin typeface="Times New Roman"/>
                <a:cs typeface="Times New Roman"/>
              </a:rPr>
              <a:t>whereas</a:t>
            </a:r>
            <a:r>
              <a:rPr sz="1200" spc="-5" dirty="0">
                <a:latin typeface="Times New Roman"/>
                <a:cs typeface="Times New Roman"/>
              </a:rPr>
              <a:t> </a:t>
            </a:r>
            <a:r>
              <a:rPr sz="1200" dirty="0">
                <a:latin typeface="Times New Roman"/>
                <a:cs typeface="Times New Roman"/>
              </a:rPr>
              <a:t>for</a:t>
            </a:r>
            <a:r>
              <a:rPr sz="1200" spc="-10" dirty="0">
                <a:latin typeface="Times New Roman"/>
                <a:cs typeface="Times New Roman"/>
              </a:rPr>
              <a:t> determining</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reference</a:t>
            </a:r>
            <a:r>
              <a:rPr sz="1200" spc="-20"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water</a:t>
            </a:r>
            <a:r>
              <a:rPr sz="1200" spc="-25" dirty="0">
                <a:latin typeface="Times New Roman"/>
                <a:cs typeface="Times New Roman"/>
              </a:rPr>
              <a:t> </a:t>
            </a:r>
            <a:r>
              <a:rPr sz="1200" dirty="0">
                <a:latin typeface="Times New Roman"/>
                <a:cs typeface="Times New Roman"/>
              </a:rPr>
              <a:t>level</a:t>
            </a:r>
            <a:r>
              <a:rPr sz="1200" spc="-40"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stored</a:t>
            </a:r>
            <a:r>
              <a:rPr sz="1200" spc="-15" dirty="0">
                <a:latin typeface="Times New Roman"/>
                <a:cs typeface="Times New Roman"/>
              </a:rPr>
              <a:t> </a:t>
            </a:r>
            <a:r>
              <a:rPr sz="1200" dirty="0">
                <a:latin typeface="Times New Roman"/>
                <a:cs typeface="Times New Roman"/>
              </a:rPr>
              <a:t>water</a:t>
            </a:r>
            <a:r>
              <a:rPr sz="1200" spc="-30" dirty="0">
                <a:latin typeface="Times New Roman"/>
                <a:cs typeface="Times New Roman"/>
              </a:rPr>
              <a:t> </a:t>
            </a:r>
            <a:r>
              <a:rPr sz="1200" dirty="0">
                <a:latin typeface="Times New Roman"/>
                <a:cs typeface="Times New Roman"/>
              </a:rPr>
              <a:t>body</a:t>
            </a:r>
            <a:r>
              <a:rPr sz="1200" spc="-35" dirty="0">
                <a:latin typeface="Times New Roman"/>
                <a:cs typeface="Times New Roman"/>
              </a:rPr>
              <a:t> </a:t>
            </a:r>
            <a:r>
              <a:rPr sz="1200" dirty="0">
                <a:latin typeface="Times New Roman"/>
                <a:cs typeface="Times New Roman"/>
              </a:rPr>
              <a:t>like</a:t>
            </a:r>
            <a:r>
              <a:rPr sz="1200" spc="-20" dirty="0">
                <a:latin typeface="Times New Roman"/>
                <a:cs typeface="Times New Roman"/>
              </a:rPr>
              <a:t> </a:t>
            </a:r>
            <a:r>
              <a:rPr sz="1200" dirty="0">
                <a:latin typeface="Times New Roman"/>
                <a:cs typeface="Times New Roman"/>
              </a:rPr>
              <a:t>Dams</a:t>
            </a:r>
            <a:r>
              <a:rPr sz="1200" spc="-2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reservoirs</a:t>
            </a:r>
            <a:r>
              <a:rPr sz="1200" spc="-25" dirty="0">
                <a:latin typeface="Times New Roman"/>
                <a:cs typeface="Times New Roman"/>
              </a:rPr>
              <a:t> we </a:t>
            </a:r>
            <a:r>
              <a:rPr sz="1200" dirty="0">
                <a:latin typeface="Times New Roman"/>
                <a:cs typeface="Times New Roman"/>
              </a:rPr>
              <a:t>have</a:t>
            </a:r>
            <a:r>
              <a:rPr sz="1200" spc="-20" dirty="0">
                <a:latin typeface="Times New Roman"/>
                <a:cs typeface="Times New Roman"/>
              </a:rPr>
              <a:t> </a:t>
            </a:r>
            <a:r>
              <a:rPr sz="1200" dirty="0">
                <a:latin typeface="Times New Roman"/>
                <a:cs typeface="Times New Roman"/>
              </a:rPr>
              <a:t>used</a:t>
            </a:r>
            <a:r>
              <a:rPr sz="1200" spc="-10" dirty="0">
                <a:latin typeface="Times New Roman"/>
                <a:cs typeface="Times New Roman"/>
              </a:rPr>
              <a:t> </a:t>
            </a:r>
            <a:r>
              <a:rPr sz="1200" dirty="0">
                <a:latin typeface="Times New Roman"/>
                <a:cs typeface="Times New Roman"/>
              </a:rPr>
              <a:t>an</a:t>
            </a:r>
            <a:r>
              <a:rPr sz="1200" spc="-35" dirty="0">
                <a:latin typeface="Times New Roman"/>
                <a:cs typeface="Times New Roman"/>
              </a:rPr>
              <a:t> </a:t>
            </a:r>
            <a:r>
              <a:rPr sz="1200" dirty="0">
                <a:latin typeface="Times New Roman"/>
                <a:cs typeface="Times New Roman"/>
              </a:rPr>
              <a:t>HC</a:t>
            </a:r>
            <a:r>
              <a:rPr sz="1200" spc="-20" dirty="0">
                <a:latin typeface="Times New Roman"/>
                <a:cs typeface="Times New Roman"/>
              </a:rPr>
              <a:t> </a:t>
            </a:r>
            <a:r>
              <a:rPr sz="1200" dirty="0">
                <a:latin typeface="Times New Roman"/>
                <a:cs typeface="Times New Roman"/>
              </a:rPr>
              <a:t>SR04</a:t>
            </a:r>
            <a:r>
              <a:rPr sz="1200" spc="-15" dirty="0">
                <a:latin typeface="Times New Roman"/>
                <a:cs typeface="Times New Roman"/>
              </a:rPr>
              <a:t> </a:t>
            </a:r>
            <a:r>
              <a:rPr sz="1200" dirty="0">
                <a:latin typeface="Times New Roman"/>
                <a:cs typeface="Times New Roman"/>
              </a:rPr>
              <a:t>Ulrasonic</a:t>
            </a:r>
            <a:r>
              <a:rPr sz="1200" spc="-15" dirty="0">
                <a:latin typeface="Times New Roman"/>
                <a:cs typeface="Times New Roman"/>
              </a:rPr>
              <a:t> </a:t>
            </a:r>
            <a:r>
              <a:rPr sz="1200" spc="-10" dirty="0">
                <a:latin typeface="Times New Roman"/>
                <a:cs typeface="Times New Roman"/>
              </a:rPr>
              <a:t>Sensor.</a:t>
            </a:r>
            <a:endParaRPr sz="1200">
              <a:latin typeface="Times New Roman"/>
              <a:cs typeface="Times New Roman"/>
            </a:endParaRPr>
          </a:p>
          <a:p>
            <a:pPr marL="12700" marR="33655">
              <a:lnSpc>
                <a:spcPts val="1370"/>
              </a:lnSpc>
              <a:spcBef>
                <a:spcPts val="2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16x2</a:t>
            </a:r>
            <a:r>
              <a:rPr sz="1200" spc="-10" dirty="0">
                <a:latin typeface="Times New Roman"/>
                <a:cs typeface="Times New Roman"/>
              </a:rPr>
              <a:t> </a:t>
            </a:r>
            <a:r>
              <a:rPr sz="1200" dirty="0">
                <a:latin typeface="Times New Roman"/>
                <a:cs typeface="Times New Roman"/>
              </a:rPr>
              <a:t>LCD</a:t>
            </a:r>
            <a:r>
              <a:rPr sz="1200" spc="-15" dirty="0">
                <a:latin typeface="Times New Roman"/>
                <a:cs typeface="Times New Roman"/>
              </a:rPr>
              <a:t> </a:t>
            </a:r>
            <a:r>
              <a:rPr sz="1200" dirty="0">
                <a:latin typeface="Times New Roman"/>
                <a:cs typeface="Times New Roman"/>
              </a:rPr>
              <a:t>display</a:t>
            </a:r>
            <a:r>
              <a:rPr sz="1200" spc="-3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used</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determine</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operation</a:t>
            </a:r>
            <a:r>
              <a:rPr sz="1200" spc="-35" dirty="0">
                <a:latin typeface="Times New Roman"/>
                <a:cs typeface="Times New Roman"/>
              </a:rPr>
              <a:t> </a:t>
            </a:r>
            <a:r>
              <a:rPr sz="1200" dirty="0">
                <a:latin typeface="Times New Roman"/>
                <a:cs typeface="Times New Roman"/>
              </a:rPr>
              <a:t>status of</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project</a:t>
            </a:r>
            <a:r>
              <a:rPr sz="1200" spc="15" dirty="0">
                <a:latin typeface="Times New Roman"/>
                <a:cs typeface="Times New Roman"/>
              </a:rPr>
              <a:t> </a:t>
            </a:r>
            <a:r>
              <a:rPr sz="1200" dirty="0">
                <a:latin typeface="Times New Roman"/>
                <a:cs typeface="Times New Roman"/>
              </a:rPr>
              <a:t>on</a:t>
            </a:r>
            <a:r>
              <a:rPr sz="1200" spc="-5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board</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connectivity</a:t>
            </a:r>
            <a:r>
              <a:rPr sz="1200" spc="-4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internet</a:t>
            </a:r>
            <a:r>
              <a:rPr sz="1200" spc="3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made</a:t>
            </a:r>
            <a:r>
              <a:rPr sz="1200" spc="-20" dirty="0">
                <a:latin typeface="Times New Roman"/>
                <a:cs typeface="Times New Roman"/>
              </a:rPr>
              <a:t> </a:t>
            </a:r>
            <a:r>
              <a:rPr sz="1200" dirty="0">
                <a:latin typeface="Times New Roman"/>
                <a:cs typeface="Times New Roman"/>
              </a:rPr>
              <a:t>possible</a:t>
            </a:r>
            <a:r>
              <a:rPr sz="1200" spc="-20" dirty="0">
                <a:latin typeface="Times New Roman"/>
                <a:cs typeface="Times New Roman"/>
              </a:rPr>
              <a:t> </a:t>
            </a:r>
            <a:r>
              <a:rPr sz="1200" dirty="0">
                <a:latin typeface="Times New Roman"/>
                <a:cs typeface="Times New Roman"/>
              </a:rPr>
              <a:t>through</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ESP</a:t>
            </a:r>
            <a:r>
              <a:rPr sz="1200" spc="-15" dirty="0">
                <a:latin typeface="Times New Roman"/>
                <a:cs typeface="Times New Roman"/>
              </a:rPr>
              <a:t> </a:t>
            </a:r>
            <a:r>
              <a:rPr sz="1200" dirty="0">
                <a:latin typeface="Times New Roman"/>
                <a:cs typeface="Times New Roman"/>
              </a:rPr>
              <a:t>8266</a:t>
            </a:r>
            <a:r>
              <a:rPr sz="1200" spc="-40" dirty="0">
                <a:latin typeface="Times New Roman"/>
                <a:cs typeface="Times New Roman"/>
              </a:rPr>
              <a:t> </a:t>
            </a:r>
            <a:r>
              <a:rPr sz="1200" dirty="0">
                <a:latin typeface="Times New Roman"/>
                <a:cs typeface="Times New Roman"/>
              </a:rPr>
              <a:t>wifi</a:t>
            </a:r>
            <a:r>
              <a:rPr sz="1200" spc="-40" dirty="0">
                <a:latin typeface="Times New Roman"/>
                <a:cs typeface="Times New Roman"/>
              </a:rPr>
              <a:t> </a:t>
            </a:r>
            <a:r>
              <a:rPr sz="1200" dirty="0">
                <a:latin typeface="Times New Roman"/>
                <a:cs typeface="Times New Roman"/>
              </a:rPr>
              <a:t>module.</a:t>
            </a:r>
            <a:r>
              <a:rPr sz="1200" spc="-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provision</a:t>
            </a:r>
            <a:r>
              <a:rPr sz="1200" spc="-3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disperse</a:t>
            </a:r>
            <a:r>
              <a:rPr sz="1200" spc="-2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700" marR="87630">
              <a:lnSpc>
                <a:spcPts val="1370"/>
              </a:lnSpc>
              <a:spcBef>
                <a:spcPts val="25"/>
              </a:spcBef>
            </a:pPr>
            <a:r>
              <a:rPr sz="1200" spc="-10" dirty="0">
                <a:latin typeface="Times New Roman"/>
                <a:cs typeface="Times New Roman"/>
              </a:rPr>
              <a:t>critical</a:t>
            </a:r>
            <a:r>
              <a:rPr sz="1200" spc="-35" dirty="0">
                <a:latin typeface="Times New Roman"/>
                <a:cs typeface="Times New Roman"/>
              </a:rPr>
              <a:t> </a:t>
            </a:r>
            <a:r>
              <a:rPr sz="1200" dirty="0">
                <a:latin typeface="Times New Roman"/>
                <a:cs typeface="Times New Roman"/>
              </a:rPr>
              <a:t>level</a:t>
            </a:r>
            <a:r>
              <a:rPr sz="1200" spc="-5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water in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water body</a:t>
            </a:r>
            <a:r>
              <a:rPr sz="1200" spc="-3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being</a:t>
            </a:r>
            <a:r>
              <a:rPr sz="1200" spc="-10" dirty="0">
                <a:latin typeface="Times New Roman"/>
                <a:cs typeface="Times New Roman"/>
              </a:rPr>
              <a:t> </a:t>
            </a:r>
            <a:r>
              <a:rPr sz="1200" dirty="0">
                <a:latin typeface="Times New Roman"/>
                <a:cs typeface="Times New Roman"/>
              </a:rPr>
              <a:t>relalised</a:t>
            </a:r>
            <a:r>
              <a:rPr sz="1200" spc="-5" dirty="0">
                <a:latin typeface="Times New Roman"/>
                <a:cs typeface="Times New Roman"/>
              </a:rPr>
              <a:t> </a:t>
            </a:r>
            <a:r>
              <a:rPr sz="1200" dirty="0">
                <a:latin typeface="Times New Roman"/>
                <a:cs typeface="Times New Roman"/>
              </a:rPr>
              <a:t>through</a:t>
            </a:r>
            <a:r>
              <a:rPr sz="1200" spc="-30" dirty="0">
                <a:latin typeface="Times New Roman"/>
                <a:cs typeface="Times New Roman"/>
              </a:rPr>
              <a:t> </a:t>
            </a:r>
            <a:r>
              <a:rPr sz="1200" spc="-10" dirty="0">
                <a:latin typeface="Times New Roman"/>
                <a:cs typeface="Times New Roman"/>
              </a:rPr>
              <a:t>connecting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servo</a:t>
            </a:r>
            <a:r>
              <a:rPr sz="1200" spc="10" dirty="0">
                <a:latin typeface="Times New Roman"/>
                <a:cs typeface="Times New Roman"/>
              </a:rPr>
              <a:t> </a:t>
            </a:r>
            <a:r>
              <a:rPr sz="1200" dirty="0">
                <a:latin typeface="Times New Roman"/>
                <a:cs typeface="Times New Roman"/>
              </a:rPr>
              <a:t>motor</a:t>
            </a:r>
            <a:r>
              <a:rPr sz="1200" spc="-20" dirty="0">
                <a:latin typeface="Times New Roman"/>
                <a:cs typeface="Times New Roman"/>
              </a:rPr>
              <a:t> </a:t>
            </a:r>
            <a:r>
              <a:rPr sz="1200" dirty="0">
                <a:latin typeface="Times New Roman"/>
                <a:cs typeface="Times New Roman"/>
              </a:rPr>
              <a:t>which</a:t>
            </a:r>
            <a:r>
              <a:rPr sz="1200" spc="-30" dirty="0">
                <a:latin typeface="Times New Roman"/>
                <a:cs typeface="Times New Roman"/>
              </a:rPr>
              <a:t> </a:t>
            </a:r>
            <a:r>
              <a:rPr sz="1200" spc="-10" dirty="0">
                <a:latin typeface="Times New Roman"/>
                <a:cs typeface="Times New Roman"/>
              </a:rPr>
              <a:t>represents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heavy</a:t>
            </a:r>
            <a:r>
              <a:rPr sz="1200" spc="-50" dirty="0">
                <a:latin typeface="Times New Roman"/>
                <a:cs typeface="Times New Roman"/>
              </a:rPr>
              <a:t> </a:t>
            </a:r>
            <a:r>
              <a:rPr sz="1200" dirty="0">
                <a:latin typeface="Times New Roman"/>
                <a:cs typeface="Times New Roman"/>
              </a:rPr>
              <a:t>duty</a:t>
            </a:r>
            <a:r>
              <a:rPr sz="1200" spc="-25" dirty="0">
                <a:latin typeface="Times New Roman"/>
                <a:cs typeface="Times New Roman"/>
              </a:rPr>
              <a:t> </a:t>
            </a:r>
            <a:r>
              <a:rPr sz="1200" dirty="0">
                <a:latin typeface="Times New Roman"/>
                <a:cs typeface="Times New Roman"/>
              </a:rPr>
              <a:t>motors</a:t>
            </a:r>
            <a:r>
              <a:rPr sz="1200" spc="-40"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be</a:t>
            </a:r>
            <a:r>
              <a:rPr sz="1200" spc="-5" dirty="0">
                <a:latin typeface="Times New Roman"/>
                <a:cs typeface="Times New Roman"/>
              </a:rPr>
              <a:t> </a:t>
            </a:r>
            <a:r>
              <a:rPr sz="1200" dirty="0">
                <a:latin typeface="Times New Roman"/>
                <a:cs typeface="Times New Roman"/>
              </a:rPr>
              <a:t>used</a:t>
            </a:r>
            <a:r>
              <a:rPr sz="1200" spc="-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control</a:t>
            </a:r>
            <a:r>
              <a:rPr sz="1200" spc="-4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Dam</a:t>
            </a:r>
            <a:r>
              <a:rPr sz="1200" spc="-45" dirty="0">
                <a:latin typeface="Times New Roman"/>
                <a:cs typeface="Times New Roman"/>
              </a:rPr>
              <a:t> </a:t>
            </a:r>
            <a:r>
              <a:rPr sz="1200" dirty="0">
                <a:latin typeface="Times New Roman"/>
                <a:cs typeface="Times New Roman"/>
              </a:rPr>
              <a:t>gates</a:t>
            </a:r>
            <a:r>
              <a:rPr sz="1200" spc="-15"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need </a:t>
            </a:r>
            <a:r>
              <a:rPr sz="1200" spc="-10" dirty="0">
                <a:latin typeface="Times New Roman"/>
                <a:cs typeface="Times New Roman"/>
              </a:rPr>
              <a:t>arises.</a:t>
            </a:r>
            <a:endParaRPr sz="1200">
              <a:latin typeface="Times New Roman"/>
              <a:cs typeface="Times New Roman"/>
            </a:endParaRPr>
          </a:p>
          <a:p>
            <a:pPr marL="12700" marR="207010">
              <a:lnSpc>
                <a:spcPts val="1370"/>
              </a:lnSpc>
              <a:spcBef>
                <a:spcPts val="20"/>
              </a:spcBef>
            </a:pPr>
            <a:r>
              <a:rPr sz="1200" dirty="0">
                <a:latin typeface="Times New Roman"/>
                <a:cs typeface="Times New Roman"/>
              </a:rPr>
              <a:t>For</a:t>
            </a:r>
            <a:r>
              <a:rPr sz="1200" spc="-5" dirty="0">
                <a:latin typeface="Times New Roman"/>
                <a:cs typeface="Times New Roman"/>
              </a:rPr>
              <a:t> </a:t>
            </a:r>
            <a:r>
              <a:rPr sz="1200" spc="-10" dirty="0">
                <a:latin typeface="Times New Roman"/>
                <a:cs typeface="Times New Roman"/>
              </a:rPr>
              <a:t>alerting</a:t>
            </a:r>
            <a:r>
              <a:rPr sz="1200"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users</a:t>
            </a:r>
            <a:r>
              <a:rPr sz="1200" spc="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area</a:t>
            </a:r>
            <a:r>
              <a:rPr sz="1200" spc="-1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flood</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BLYNK</a:t>
            </a:r>
            <a:r>
              <a:rPr sz="1200" spc="-35" dirty="0">
                <a:latin typeface="Times New Roman"/>
                <a:cs typeface="Times New Roman"/>
              </a:rPr>
              <a:t> </a:t>
            </a:r>
            <a:r>
              <a:rPr sz="1200" dirty="0">
                <a:latin typeface="Times New Roman"/>
                <a:cs typeface="Times New Roman"/>
              </a:rPr>
              <a:t>IOT </a:t>
            </a:r>
            <a:r>
              <a:rPr sz="1200" spc="-10" dirty="0">
                <a:latin typeface="Times New Roman"/>
                <a:cs typeface="Times New Roman"/>
              </a:rPr>
              <a:t>platform</a:t>
            </a:r>
            <a:r>
              <a:rPr sz="1200" spc="-5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Android</a:t>
            </a:r>
            <a:r>
              <a:rPr sz="1200" spc="-10" dirty="0">
                <a:latin typeface="Times New Roman"/>
                <a:cs typeface="Times New Roman"/>
              </a:rPr>
              <a:t> </a:t>
            </a:r>
            <a:r>
              <a:rPr sz="1200" dirty="0">
                <a:latin typeface="Times New Roman"/>
                <a:cs typeface="Times New Roman"/>
              </a:rPr>
              <a:t>application</a:t>
            </a:r>
            <a:r>
              <a:rPr sz="1200" spc="-5" dirty="0">
                <a:latin typeface="Times New Roman"/>
                <a:cs typeface="Times New Roman"/>
              </a:rPr>
              <a:t> </a:t>
            </a:r>
            <a:r>
              <a:rPr sz="1200" dirty="0">
                <a:latin typeface="Times New Roman"/>
                <a:cs typeface="Times New Roman"/>
              </a:rPr>
              <a:t>on</a:t>
            </a:r>
            <a:r>
              <a:rPr sz="1200" spc="-55" dirty="0">
                <a:latin typeface="Times New Roman"/>
                <a:cs typeface="Times New Roman"/>
              </a:rPr>
              <a:t> </a:t>
            </a:r>
            <a:r>
              <a:rPr sz="1200" spc="-25" dirty="0">
                <a:latin typeface="Times New Roman"/>
                <a:cs typeface="Times New Roman"/>
              </a:rPr>
              <a:t>the </a:t>
            </a:r>
            <a:r>
              <a:rPr sz="1200" dirty="0">
                <a:latin typeface="Times New Roman"/>
                <a:cs typeface="Times New Roman"/>
              </a:rPr>
              <a:t>smartphone</a:t>
            </a:r>
            <a:r>
              <a:rPr sz="1200" spc="5"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being</a:t>
            </a:r>
            <a:r>
              <a:rPr sz="1200" spc="-10"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where</a:t>
            </a:r>
            <a:r>
              <a:rPr sz="1200" spc="-15" dirty="0">
                <a:latin typeface="Times New Roman"/>
                <a:cs typeface="Times New Roman"/>
              </a:rPr>
              <a:t> </a:t>
            </a:r>
            <a:r>
              <a:rPr sz="1200" dirty="0">
                <a:latin typeface="Times New Roman"/>
                <a:cs typeface="Times New Roman"/>
              </a:rPr>
              <a:t>all</a:t>
            </a:r>
            <a:r>
              <a:rPr sz="1200" spc="-5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alerts</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spc="-10" dirty="0">
                <a:latin typeface="Times New Roman"/>
                <a:cs typeface="Times New Roman"/>
              </a:rPr>
              <a:t>delivered</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about</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crisis</a:t>
            </a:r>
            <a:r>
              <a:rPr sz="1200" spc="-25" dirty="0">
                <a:latin typeface="Times New Roman"/>
                <a:cs typeface="Times New Roman"/>
              </a:rPr>
              <a:t> can</a:t>
            </a:r>
            <a:endParaRPr sz="1200">
              <a:latin typeface="Times New Roman"/>
              <a:cs typeface="Times New Roman"/>
            </a:endParaRPr>
          </a:p>
          <a:p>
            <a:pPr marL="12700" marR="206375">
              <a:lnSpc>
                <a:spcPts val="1370"/>
              </a:lnSpc>
              <a:spcBef>
                <a:spcPts val="20"/>
              </a:spcBef>
            </a:pPr>
            <a:r>
              <a:rPr sz="1200" dirty="0">
                <a:latin typeface="Times New Roman"/>
                <a:cs typeface="Times New Roman"/>
              </a:rPr>
              <a:t>disaster</a:t>
            </a:r>
            <a:r>
              <a:rPr sz="1200" spc="-20" dirty="0">
                <a:latin typeface="Times New Roman"/>
                <a:cs typeface="Times New Roman"/>
              </a:rPr>
              <a:t> </a:t>
            </a:r>
            <a:r>
              <a:rPr sz="1200" dirty="0">
                <a:latin typeface="Times New Roman"/>
                <a:cs typeface="Times New Roman"/>
              </a:rPr>
              <a:t>control</a:t>
            </a:r>
            <a:r>
              <a:rPr sz="1200" spc="-65"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obtained</a:t>
            </a:r>
            <a:r>
              <a:rPr sz="1200" spc="-10" dirty="0">
                <a:latin typeface="Times New Roman"/>
                <a:cs typeface="Times New Roman"/>
              </a:rPr>
              <a:t> </a:t>
            </a:r>
            <a:r>
              <a:rPr sz="1200" dirty="0">
                <a:latin typeface="Times New Roman"/>
                <a:cs typeface="Times New Roman"/>
              </a:rPr>
              <a:t>by</a:t>
            </a:r>
            <a:r>
              <a:rPr sz="1200" spc="-7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necessary.Submit</a:t>
            </a:r>
            <a:r>
              <a:rPr sz="1200" spc="20"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manuscript </a:t>
            </a:r>
            <a:r>
              <a:rPr sz="1200" spc="-10" dirty="0">
                <a:latin typeface="Times New Roman"/>
                <a:cs typeface="Times New Roman"/>
              </a:rPr>
              <a:t>electronically</a:t>
            </a:r>
            <a:r>
              <a:rPr sz="1200" spc="-5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review. </a:t>
            </a:r>
            <a:r>
              <a:rPr sz="1200" dirty="0">
                <a:latin typeface="Times New Roman"/>
                <a:cs typeface="Times New Roman"/>
              </a:rPr>
              <a:t>prepare</a:t>
            </a:r>
            <a:r>
              <a:rPr sz="1200" spc="-30"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two-</a:t>
            </a:r>
            <a:r>
              <a:rPr sz="1200" spc="-10" dirty="0">
                <a:latin typeface="Times New Roman"/>
                <a:cs typeface="Times New Roman"/>
              </a:rPr>
              <a:t>column</a:t>
            </a:r>
            <a:r>
              <a:rPr sz="1200" spc="-25" dirty="0">
                <a:latin typeface="Times New Roman"/>
                <a:cs typeface="Times New Roman"/>
              </a:rPr>
              <a:t> </a:t>
            </a:r>
            <a:r>
              <a:rPr sz="1200" dirty="0">
                <a:latin typeface="Times New Roman"/>
                <a:cs typeface="Times New Roman"/>
              </a:rPr>
              <a:t>format,</a:t>
            </a:r>
            <a:r>
              <a:rPr sz="1200" spc="-15" dirty="0">
                <a:latin typeface="Times New Roman"/>
                <a:cs typeface="Times New Roman"/>
              </a:rPr>
              <a:t> </a:t>
            </a:r>
            <a:r>
              <a:rPr sz="1200" dirty="0">
                <a:latin typeface="Times New Roman"/>
                <a:cs typeface="Times New Roman"/>
              </a:rPr>
              <a:t>including</a:t>
            </a:r>
            <a:r>
              <a:rPr sz="1200" spc="-5" dirty="0">
                <a:latin typeface="Times New Roman"/>
                <a:cs typeface="Times New Roman"/>
              </a:rPr>
              <a:t> </a:t>
            </a:r>
            <a:r>
              <a:rPr sz="1200" dirty="0">
                <a:latin typeface="Times New Roman"/>
                <a:cs typeface="Times New Roman"/>
              </a:rPr>
              <a:t>figures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tables(untill</a:t>
            </a:r>
            <a:r>
              <a:rPr sz="1200" spc="-20"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dirty="0">
                <a:latin typeface="Times New Roman"/>
                <a:cs typeface="Times New Roman"/>
              </a:rPr>
              <a:t>don't fit properly</a:t>
            </a:r>
            <a:r>
              <a:rPr sz="1200" spc="-5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spc="-25" dirty="0">
                <a:latin typeface="Times New Roman"/>
                <a:cs typeface="Times New Roman"/>
              </a:rPr>
              <a:t>not</a:t>
            </a:r>
            <a:endParaRPr sz="1200">
              <a:latin typeface="Times New Roman"/>
              <a:cs typeface="Times New Roman"/>
            </a:endParaRPr>
          </a:p>
          <a:p>
            <a:pPr marL="12700">
              <a:lnSpc>
                <a:spcPts val="1360"/>
              </a:lnSpc>
            </a:pPr>
            <a:r>
              <a:rPr sz="1200" spc="-10" dirty="0">
                <a:latin typeface="Times New Roman"/>
                <a:cs typeface="Times New Roman"/>
              </a:rPr>
              <a:t>visible).</a:t>
            </a:r>
            <a:endParaRPr sz="1200">
              <a:latin typeface="Times New Roman"/>
              <a:cs typeface="Times New Roman"/>
            </a:endParaRPr>
          </a:p>
        </p:txBody>
      </p:sp>
      <p:sp>
        <p:nvSpPr>
          <p:cNvPr id="5" name="Slide Number Placeholder 4">
            <a:extLst>
              <a:ext uri="{FF2B5EF4-FFF2-40B4-BE49-F238E27FC236}">
                <a16:creationId xmlns:a16="http://schemas.microsoft.com/office/drawing/2014/main" id="{FED89485-9A89-4515-9335-2920B3CB3BB6}"/>
              </a:ext>
            </a:extLst>
          </p:cNvPr>
          <p:cNvSpPr>
            <a:spLocks noGrp="1"/>
          </p:cNvSpPr>
          <p:nvPr>
            <p:ph type="sldNum" sz="quarter" idx="7"/>
          </p:nvPr>
        </p:nvSpPr>
        <p:spPr>
          <a:xfrm>
            <a:off x="3712464" y="8986096"/>
            <a:ext cx="446786" cy="326179"/>
          </a:xfrm>
        </p:spPr>
        <p:txBody>
          <a:bodyPr/>
          <a:lstStyle/>
          <a:p>
            <a:pPr marL="38100">
              <a:lnSpc>
                <a:spcPts val="1410"/>
              </a:lnSpc>
            </a:pPr>
            <a:fld id="{81D60167-4931-47E6-BA6A-407CBD079E47}" type="slidenum">
              <a:rPr lang="en-IN" spc="-50" smtClean="0"/>
              <a:t>17</a:t>
            </a:fld>
            <a:endParaRPr lang="en-IN" spc="-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965961"/>
            <a:ext cx="3583940" cy="208279"/>
          </a:xfrm>
          <a:prstGeom prst="rect">
            <a:avLst/>
          </a:prstGeom>
        </p:spPr>
        <p:txBody>
          <a:bodyPr vert="horz" wrap="square" lIns="0" tIns="12700" rIns="0" bIns="0" rtlCol="0">
            <a:spAutoFit/>
          </a:bodyPr>
          <a:lstStyle/>
          <a:p>
            <a:pPr marL="12700">
              <a:lnSpc>
                <a:spcPct val="100000"/>
              </a:lnSpc>
              <a:spcBef>
                <a:spcPts val="100"/>
              </a:spcBef>
            </a:pPr>
            <a:r>
              <a:rPr sz="1200" b="1" u="sng" spc="-10" dirty="0">
                <a:uFill>
                  <a:solidFill>
                    <a:srgbClr val="000000"/>
                  </a:solidFill>
                </a:uFill>
                <a:latin typeface="Times New Roman"/>
                <a:cs typeface="Times New Roman"/>
              </a:rPr>
              <a:t>FLOWCHART</a:t>
            </a:r>
            <a:r>
              <a:rPr sz="1200" b="1" u="sng" spc="-5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FOR FLOOD</a:t>
            </a:r>
            <a:r>
              <a:rPr sz="1200" b="1" u="sng" spc="-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DETECTOR </a:t>
            </a:r>
            <a:r>
              <a:rPr sz="1200" b="1" u="sng" spc="-10" dirty="0">
                <a:uFill>
                  <a:solidFill>
                    <a:srgbClr val="000000"/>
                  </a:solidFill>
                </a:uFill>
                <a:latin typeface="Times New Roman"/>
                <a:cs typeface="Times New Roman"/>
              </a:rPr>
              <a:t>SYSTEM:</a:t>
            </a:r>
            <a:endParaRPr sz="1200">
              <a:latin typeface="Times New Roman"/>
              <a:cs typeface="Times New Roman"/>
            </a:endParaRPr>
          </a:p>
        </p:txBody>
      </p:sp>
      <p:sp>
        <p:nvSpPr>
          <p:cNvPr id="3" name="object 3"/>
          <p:cNvSpPr txBox="1"/>
          <p:nvPr/>
        </p:nvSpPr>
        <p:spPr>
          <a:xfrm>
            <a:off x="347268" y="6865746"/>
            <a:ext cx="6809740" cy="1607820"/>
          </a:xfrm>
          <a:prstGeom prst="rect">
            <a:avLst/>
          </a:prstGeom>
        </p:spPr>
        <p:txBody>
          <a:bodyPr vert="horz" wrap="square" lIns="0" tIns="20320" rIns="0" bIns="0" rtlCol="0">
            <a:spAutoFit/>
          </a:bodyPr>
          <a:lstStyle/>
          <a:p>
            <a:pPr marL="12700" marR="5080">
              <a:lnSpc>
                <a:spcPct val="95600"/>
              </a:lnSpc>
              <a:spcBef>
                <a:spcPts val="160"/>
              </a:spcBef>
            </a:pP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flowchart</a:t>
            </a:r>
            <a:r>
              <a:rPr sz="1200" spc="-10"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Figure</a:t>
            </a:r>
            <a:r>
              <a:rPr sz="1200" spc="-35" dirty="0">
                <a:latin typeface="Times New Roman"/>
                <a:cs typeface="Times New Roman"/>
              </a:rPr>
              <a:t> </a:t>
            </a:r>
            <a:r>
              <a:rPr sz="1200" dirty="0">
                <a:latin typeface="Times New Roman"/>
                <a:cs typeface="Times New Roman"/>
              </a:rPr>
              <a:t>4,</a:t>
            </a:r>
            <a:r>
              <a:rPr sz="1200" spc="-20" dirty="0">
                <a:latin typeface="Times New Roman"/>
                <a:cs typeface="Times New Roman"/>
              </a:rPr>
              <a:t> </a:t>
            </a:r>
            <a:r>
              <a:rPr sz="1200" dirty="0">
                <a:latin typeface="Times New Roman"/>
                <a:cs typeface="Times New Roman"/>
              </a:rPr>
              <a:t>Smart</a:t>
            </a:r>
            <a:r>
              <a:rPr sz="1200" spc="-5" dirty="0">
                <a:latin typeface="Times New Roman"/>
                <a:cs typeface="Times New Roman"/>
              </a:rPr>
              <a:t> </a:t>
            </a:r>
            <a:r>
              <a:rPr sz="1200" dirty="0">
                <a:latin typeface="Times New Roman"/>
                <a:cs typeface="Times New Roman"/>
              </a:rPr>
              <a:t>IoT</a:t>
            </a:r>
            <a:r>
              <a:rPr sz="1200" spc="-45" dirty="0">
                <a:latin typeface="Times New Roman"/>
                <a:cs typeface="Times New Roman"/>
              </a:rPr>
              <a:t> </a:t>
            </a:r>
            <a:r>
              <a:rPr sz="1200" dirty="0">
                <a:latin typeface="Times New Roman"/>
                <a:cs typeface="Times New Roman"/>
              </a:rPr>
              <a:t>Flood</a:t>
            </a:r>
            <a:r>
              <a:rPr sz="1200" spc="-75" dirty="0">
                <a:latin typeface="Times New Roman"/>
                <a:cs typeface="Times New Roman"/>
              </a:rPr>
              <a:t> </a:t>
            </a:r>
            <a:r>
              <a:rPr sz="1200" dirty="0">
                <a:latin typeface="Times New Roman"/>
                <a:cs typeface="Times New Roman"/>
              </a:rPr>
              <a:t>Monitoring</a:t>
            </a:r>
            <a:r>
              <a:rPr sz="1200" spc="-25" dirty="0">
                <a:latin typeface="Times New Roman"/>
                <a:cs typeface="Times New Roman"/>
              </a:rPr>
              <a:t> </a:t>
            </a:r>
            <a:r>
              <a:rPr sz="1200" dirty="0">
                <a:latin typeface="Times New Roman"/>
                <a:cs typeface="Times New Roman"/>
              </a:rPr>
              <a:t>System</a:t>
            </a:r>
            <a:r>
              <a:rPr sz="1200" spc="-5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developed</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alert</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public</a:t>
            </a:r>
            <a:r>
              <a:rPr sz="1200" spc="-15" dirty="0">
                <a:latin typeface="Times New Roman"/>
                <a:cs typeface="Times New Roman"/>
              </a:rPr>
              <a:t> </a:t>
            </a:r>
            <a:r>
              <a:rPr sz="1200" dirty="0">
                <a:latin typeface="Times New Roman"/>
                <a:cs typeface="Times New Roman"/>
              </a:rPr>
              <a:t>closest</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area</a:t>
            </a:r>
            <a:r>
              <a:rPr sz="1200" spc="-25"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dirty="0">
                <a:latin typeface="Times New Roman"/>
                <a:cs typeface="Times New Roman"/>
              </a:rPr>
              <a:t>there</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upcoming flood.</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process</a:t>
            </a:r>
            <a:r>
              <a:rPr sz="1200"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starting</a:t>
            </a:r>
            <a:r>
              <a:rPr sz="1200" spc="-20"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spc="-10" dirty="0">
                <a:latin typeface="Times New Roman"/>
                <a:cs typeface="Times New Roman"/>
              </a:rPr>
              <a:t>ultrasonic</a:t>
            </a:r>
            <a:r>
              <a:rPr sz="1200" spc="-25" dirty="0">
                <a:latin typeface="Times New Roman"/>
                <a:cs typeface="Times New Roman"/>
              </a:rPr>
              <a:t> </a:t>
            </a:r>
            <a:r>
              <a:rPr sz="1200" dirty="0">
                <a:latin typeface="Times New Roman"/>
                <a:cs typeface="Times New Roman"/>
              </a:rPr>
              <a:t>sensor</a:t>
            </a:r>
            <a:r>
              <a:rPr sz="1200" spc="-15" dirty="0">
                <a:latin typeface="Times New Roman"/>
                <a:cs typeface="Times New Roman"/>
              </a:rPr>
              <a:t> </a:t>
            </a:r>
            <a:r>
              <a:rPr sz="1200" dirty="0">
                <a:latin typeface="Times New Roman"/>
                <a:cs typeface="Times New Roman"/>
              </a:rPr>
              <a:t>measures</a:t>
            </a:r>
            <a:r>
              <a:rPr sz="1200" spc="-15" dirty="0">
                <a:latin typeface="Times New Roman"/>
                <a:cs typeface="Times New Roman"/>
              </a:rPr>
              <a:t> </a:t>
            </a:r>
            <a:r>
              <a:rPr sz="1200" dirty="0">
                <a:latin typeface="Times New Roman"/>
                <a:cs typeface="Times New Roman"/>
              </a:rPr>
              <a:t>level</a:t>
            </a:r>
            <a:r>
              <a:rPr sz="1200" spc="-40"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spc="-10" dirty="0">
                <a:latin typeface="Times New Roman"/>
                <a:cs typeface="Times New Roman"/>
              </a:rPr>
              <a:t>water</a:t>
            </a:r>
            <a:r>
              <a:rPr sz="1200" spc="500"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river.</a:t>
            </a:r>
            <a:r>
              <a:rPr sz="1200"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collected</a:t>
            </a:r>
            <a:r>
              <a:rPr sz="1200" spc="-10"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from</a:t>
            </a:r>
            <a:r>
              <a:rPr sz="1200" spc="-5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sensor</a:t>
            </a:r>
            <a:r>
              <a:rPr sz="1200" spc="-10" dirty="0">
                <a:latin typeface="Times New Roman"/>
                <a:cs typeface="Times New Roman"/>
              </a:rPr>
              <a:t> </a:t>
            </a:r>
            <a:r>
              <a:rPr sz="1200" dirty="0">
                <a:latin typeface="Times New Roman"/>
                <a:cs typeface="Times New Roman"/>
              </a:rPr>
              <a:t>are</a:t>
            </a:r>
            <a:r>
              <a:rPr sz="1200" spc="-60" dirty="0">
                <a:latin typeface="Times New Roman"/>
                <a:cs typeface="Times New Roman"/>
              </a:rPr>
              <a:t> </a:t>
            </a:r>
            <a:r>
              <a:rPr sz="1200" dirty="0">
                <a:latin typeface="Times New Roman"/>
                <a:cs typeface="Times New Roman"/>
              </a:rPr>
              <a:t>gathered</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will</a:t>
            </a:r>
            <a:r>
              <a:rPr sz="1200" spc="-10"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spc="-10" dirty="0">
                <a:latin typeface="Times New Roman"/>
                <a:cs typeface="Times New Roman"/>
              </a:rPr>
              <a:t>forwarded</a:t>
            </a:r>
            <a:r>
              <a:rPr sz="1200" spc="-3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10" dirty="0">
                <a:latin typeface="Times New Roman"/>
                <a:cs typeface="Times New Roman"/>
              </a:rPr>
              <a:t>microcontroller</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spc="-20" dirty="0">
                <a:latin typeface="Times New Roman"/>
                <a:cs typeface="Times New Roman"/>
              </a:rPr>
              <a:t>data </a:t>
            </a:r>
            <a:r>
              <a:rPr sz="1200" dirty="0">
                <a:latin typeface="Times New Roman"/>
                <a:cs typeface="Times New Roman"/>
              </a:rPr>
              <a:t>will</a:t>
            </a:r>
            <a:r>
              <a:rPr sz="1200" spc="-40"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displayed</a:t>
            </a:r>
            <a:r>
              <a:rPr sz="1200" spc="-20" dirty="0">
                <a:latin typeface="Times New Roman"/>
                <a:cs typeface="Times New Roman"/>
              </a:rPr>
              <a:t> </a:t>
            </a:r>
            <a:r>
              <a:rPr sz="1200" dirty="0">
                <a:latin typeface="Times New Roman"/>
                <a:cs typeface="Times New Roman"/>
              </a:rPr>
              <a:t>at</a:t>
            </a:r>
            <a:r>
              <a:rPr sz="1200" spc="5" dirty="0">
                <a:latin typeface="Times New Roman"/>
                <a:cs typeface="Times New Roman"/>
              </a:rPr>
              <a:t> </a:t>
            </a:r>
            <a:r>
              <a:rPr sz="1200" dirty="0">
                <a:latin typeface="Times New Roman"/>
                <a:cs typeface="Times New Roman"/>
              </a:rPr>
              <a:t>web</a:t>
            </a:r>
            <a:r>
              <a:rPr sz="1200" spc="-45" dirty="0">
                <a:latin typeface="Times New Roman"/>
                <a:cs typeface="Times New Roman"/>
              </a:rPr>
              <a:t> </a:t>
            </a:r>
            <a:r>
              <a:rPr sz="1200" dirty="0">
                <a:latin typeface="Times New Roman"/>
                <a:cs typeface="Times New Roman"/>
              </a:rPr>
              <a:t>server.</a:t>
            </a:r>
            <a:r>
              <a:rPr sz="1200" spc="-10" dirty="0">
                <a:latin typeface="Times New Roman"/>
                <a:cs typeface="Times New Roman"/>
              </a:rPr>
              <a:t> </a:t>
            </a:r>
            <a:r>
              <a:rPr sz="1200" dirty="0">
                <a:latin typeface="Times New Roman"/>
                <a:cs typeface="Times New Roman"/>
              </a:rPr>
              <a:t>Then,</a:t>
            </a:r>
            <a:r>
              <a:rPr sz="1200" spc="-10"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will</a:t>
            </a:r>
            <a:r>
              <a:rPr sz="1200" spc="-40" dirty="0">
                <a:latin typeface="Times New Roman"/>
                <a:cs typeface="Times New Roman"/>
              </a:rPr>
              <a:t> </a:t>
            </a:r>
            <a:r>
              <a:rPr sz="1200" dirty="0">
                <a:latin typeface="Times New Roman"/>
                <a:cs typeface="Times New Roman"/>
              </a:rPr>
              <a:t>be analysed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compared.</a:t>
            </a:r>
            <a:r>
              <a:rPr sz="1200" spc="27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he/she</a:t>
            </a:r>
            <a:r>
              <a:rPr sz="1200" spc="-25"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control</a:t>
            </a:r>
            <a:r>
              <a:rPr sz="1200" spc="-60" dirty="0">
                <a:latin typeface="Times New Roman"/>
                <a:cs typeface="Times New Roman"/>
              </a:rPr>
              <a:t> </a:t>
            </a:r>
            <a:r>
              <a:rPr sz="1200" spc="-25" dirty="0">
                <a:latin typeface="Times New Roman"/>
                <a:cs typeface="Times New Roman"/>
              </a:rPr>
              <a:t>the </a:t>
            </a:r>
            <a:r>
              <a:rPr sz="1200" dirty="0">
                <a:latin typeface="Times New Roman"/>
                <a:cs typeface="Times New Roman"/>
              </a:rPr>
              <a:t>stepper</a:t>
            </a:r>
            <a:r>
              <a:rPr sz="1200" spc="-20" dirty="0">
                <a:latin typeface="Times New Roman"/>
                <a:cs typeface="Times New Roman"/>
              </a:rPr>
              <a:t> </a:t>
            </a:r>
            <a:r>
              <a:rPr sz="1200" dirty="0">
                <a:latin typeface="Times New Roman"/>
                <a:cs typeface="Times New Roman"/>
              </a:rPr>
              <a:t>motor</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buzzer</a:t>
            </a:r>
            <a:r>
              <a:rPr sz="1200" spc="-20" dirty="0">
                <a:latin typeface="Times New Roman"/>
                <a:cs typeface="Times New Roman"/>
              </a:rPr>
              <a:t> </a:t>
            </a:r>
            <a:r>
              <a:rPr sz="1200" dirty="0">
                <a:latin typeface="Times New Roman"/>
                <a:cs typeface="Times New Roman"/>
              </a:rPr>
              <a:t>wirelessly.</a:t>
            </a:r>
            <a:r>
              <a:rPr sz="1200" spc="5" dirty="0">
                <a:latin typeface="Times New Roman"/>
                <a:cs typeface="Times New Roman"/>
              </a:rPr>
              <a:t> </a:t>
            </a:r>
            <a:r>
              <a:rPr sz="1200" dirty="0">
                <a:latin typeface="Times New Roman"/>
                <a:cs typeface="Times New Roman"/>
              </a:rPr>
              <a:t>Flood</a:t>
            </a:r>
            <a:r>
              <a:rPr sz="1200" spc="-25" dirty="0">
                <a:latin typeface="Times New Roman"/>
                <a:cs typeface="Times New Roman"/>
              </a:rPr>
              <a:t> </a:t>
            </a:r>
            <a:r>
              <a:rPr sz="1200" dirty="0">
                <a:latin typeface="Times New Roman"/>
                <a:cs typeface="Times New Roman"/>
              </a:rPr>
              <a:t>status</a:t>
            </a:r>
            <a:r>
              <a:rPr sz="1200" spc="-55" dirty="0">
                <a:latin typeface="Times New Roman"/>
                <a:cs typeface="Times New Roman"/>
              </a:rPr>
              <a:t> </a:t>
            </a:r>
            <a:r>
              <a:rPr sz="1200" dirty="0">
                <a:latin typeface="Times New Roman"/>
                <a:cs typeface="Times New Roman"/>
              </a:rPr>
              <a:t>dangerous</a:t>
            </a:r>
            <a:r>
              <a:rPr sz="1200" spc="-30" dirty="0">
                <a:latin typeface="Times New Roman"/>
                <a:cs typeface="Times New Roman"/>
              </a:rPr>
              <a:t> </a:t>
            </a:r>
            <a:r>
              <a:rPr sz="1200" dirty="0">
                <a:latin typeface="Times New Roman"/>
                <a:cs typeface="Times New Roman"/>
              </a:rPr>
              <a:t>will</a:t>
            </a:r>
            <a:r>
              <a:rPr sz="1200" spc="-4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determined</a:t>
            </a:r>
            <a:r>
              <a:rPr sz="1200" spc="-25" dirty="0">
                <a:latin typeface="Times New Roman"/>
                <a:cs typeface="Times New Roman"/>
              </a:rPr>
              <a:t> </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spc="-10" dirty="0">
                <a:latin typeface="Times New Roman"/>
                <a:cs typeface="Times New Roman"/>
              </a:rPr>
              <a:t>collected</a:t>
            </a:r>
            <a:r>
              <a:rPr sz="1200" spc="-20" dirty="0">
                <a:latin typeface="Times New Roman"/>
                <a:cs typeface="Times New Roman"/>
              </a:rPr>
              <a:t> </a:t>
            </a:r>
            <a:r>
              <a:rPr sz="1200" spc="-10" dirty="0">
                <a:latin typeface="Times New Roman"/>
                <a:cs typeface="Times New Roman"/>
              </a:rPr>
              <a:t>data. </a:t>
            </a:r>
            <a:r>
              <a:rPr sz="1200" dirty="0">
                <a:latin typeface="Times New Roman"/>
                <a:cs typeface="Times New Roman"/>
              </a:rPr>
              <a:t>Thus, water</a:t>
            </a:r>
            <a:r>
              <a:rPr sz="1200" spc="-20" dirty="0">
                <a:latin typeface="Times New Roman"/>
                <a:cs typeface="Times New Roman"/>
              </a:rPr>
              <a:t>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status</a:t>
            </a:r>
            <a:r>
              <a:rPr sz="1200" spc="-20" dirty="0">
                <a:latin typeface="Times New Roman"/>
                <a:cs typeface="Times New Roman"/>
              </a:rPr>
              <a:t> </a:t>
            </a:r>
            <a:r>
              <a:rPr sz="1200" spc="-10" dirty="0">
                <a:latin typeface="Times New Roman"/>
                <a:cs typeface="Times New Roman"/>
              </a:rPr>
              <a:t>will</a:t>
            </a:r>
            <a:r>
              <a:rPr sz="1200" spc="-30" dirty="0">
                <a:latin typeface="Times New Roman"/>
                <a:cs typeface="Times New Roman"/>
              </a:rPr>
              <a:t> </a:t>
            </a:r>
            <a:r>
              <a:rPr sz="1200" dirty="0">
                <a:latin typeface="Times New Roman"/>
                <a:cs typeface="Times New Roman"/>
              </a:rPr>
              <a:t>display</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LCD</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web</a:t>
            </a:r>
            <a:r>
              <a:rPr sz="1200" spc="-30" dirty="0">
                <a:latin typeface="Times New Roman"/>
                <a:cs typeface="Times New Roman"/>
              </a:rPr>
              <a:t> </a:t>
            </a:r>
            <a:r>
              <a:rPr sz="1200" dirty="0">
                <a:latin typeface="Times New Roman"/>
                <a:cs typeface="Times New Roman"/>
              </a:rPr>
              <a:t>server.</a:t>
            </a:r>
            <a:r>
              <a:rPr sz="1200" spc="5" dirty="0">
                <a:latin typeface="Times New Roman"/>
                <a:cs typeface="Times New Roman"/>
              </a:rPr>
              <a:t> </a:t>
            </a:r>
            <a:r>
              <a:rPr sz="1200" dirty="0">
                <a:latin typeface="Times New Roman"/>
                <a:cs typeface="Times New Roman"/>
              </a:rPr>
              <a:t>LED</a:t>
            </a:r>
            <a:r>
              <a:rPr sz="1200" spc="-15" dirty="0">
                <a:latin typeface="Times New Roman"/>
                <a:cs typeface="Times New Roman"/>
              </a:rPr>
              <a:t> </a:t>
            </a:r>
            <a:r>
              <a:rPr sz="1200" dirty="0">
                <a:latin typeface="Times New Roman"/>
                <a:cs typeface="Times New Roman"/>
              </a:rPr>
              <a:t>will</a:t>
            </a:r>
            <a:r>
              <a:rPr sz="1200" spc="-5"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turn</a:t>
            </a:r>
            <a:r>
              <a:rPr sz="1200" spc="-30" dirty="0">
                <a:latin typeface="Times New Roman"/>
                <a:cs typeface="Times New Roman"/>
              </a:rPr>
              <a:t> </a:t>
            </a:r>
            <a:r>
              <a:rPr sz="1200" dirty="0">
                <a:latin typeface="Times New Roman"/>
                <a:cs typeface="Times New Roman"/>
              </a:rPr>
              <a:t>on</a:t>
            </a:r>
            <a:r>
              <a:rPr sz="1200" spc="-55" dirty="0">
                <a:latin typeface="Times New Roman"/>
                <a:cs typeface="Times New Roman"/>
              </a:rPr>
              <a:t> </a:t>
            </a:r>
            <a:r>
              <a:rPr sz="1200" dirty="0">
                <a:latin typeface="Times New Roman"/>
                <a:cs typeface="Times New Roman"/>
              </a:rPr>
              <a:t>to</a:t>
            </a:r>
            <a:r>
              <a:rPr sz="1200" spc="-10" dirty="0">
                <a:latin typeface="Times New Roman"/>
                <a:cs typeface="Times New Roman"/>
              </a:rPr>
              <a:t> indicate</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water</a:t>
            </a:r>
            <a:r>
              <a:rPr sz="1200" spc="-20" dirty="0">
                <a:latin typeface="Times New Roman"/>
                <a:cs typeface="Times New Roman"/>
              </a:rPr>
              <a:t> </a:t>
            </a:r>
            <a:r>
              <a:rPr sz="1200" spc="-10" dirty="0">
                <a:latin typeface="Times New Roman"/>
                <a:cs typeface="Times New Roman"/>
              </a:rPr>
              <a:t>level. </a:t>
            </a:r>
            <a:r>
              <a:rPr sz="1200" dirty="0">
                <a:latin typeface="Times New Roman"/>
                <a:cs typeface="Times New Roman"/>
              </a:rPr>
              <a:t>Furthermore,</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stepper</a:t>
            </a:r>
            <a:r>
              <a:rPr sz="1200" spc="-35" dirty="0">
                <a:latin typeface="Times New Roman"/>
                <a:cs typeface="Times New Roman"/>
              </a:rPr>
              <a:t> </a:t>
            </a:r>
            <a:r>
              <a:rPr sz="1200" dirty="0">
                <a:latin typeface="Times New Roman"/>
                <a:cs typeface="Times New Roman"/>
              </a:rPr>
              <a:t>motor</a:t>
            </a:r>
            <a:r>
              <a:rPr sz="1200" spc="-35" dirty="0">
                <a:latin typeface="Times New Roman"/>
                <a:cs typeface="Times New Roman"/>
              </a:rPr>
              <a:t> </a:t>
            </a:r>
            <a:r>
              <a:rPr sz="1200" dirty="0">
                <a:latin typeface="Times New Roman"/>
                <a:cs typeface="Times New Roman"/>
              </a:rPr>
              <a:t>will</a:t>
            </a:r>
            <a:r>
              <a:rPr sz="1200" spc="-3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turn</a:t>
            </a:r>
            <a:r>
              <a:rPr sz="1200" spc="-65"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passage</a:t>
            </a:r>
            <a:r>
              <a:rPr sz="1200" spc="-2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excessive flood</a:t>
            </a:r>
            <a:r>
              <a:rPr sz="1200" spc="-20" dirty="0">
                <a:latin typeface="Times New Roman"/>
                <a:cs typeface="Times New Roman"/>
              </a:rPr>
              <a:t> </a:t>
            </a:r>
            <a:r>
              <a:rPr sz="1200" dirty="0">
                <a:latin typeface="Times New Roman"/>
                <a:cs typeface="Times New Roman"/>
              </a:rPr>
              <a:t>when</a:t>
            </a:r>
            <a:r>
              <a:rPr sz="1200" spc="-20" dirty="0">
                <a:latin typeface="Times New Roman"/>
                <a:cs typeface="Times New Roman"/>
              </a:rPr>
              <a:t> </a:t>
            </a:r>
            <a:r>
              <a:rPr sz="1200" dirty="0">
                <a:latin typeface="Times New Roman"/>
                <a:cs typeface="Times New Roman"/>
              </a:rPr>
              <a:t>it reached</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dirty="0">
                <a:latin typeface="Times New Roman"/>
                <a:cs typeface="Times New Roman"/>
              </a:rPr>
              <a:t>the </a:t>
            </a:r>
            <a:r>
              <a:rPr sz="1200" spc="-10" dirty="0">
                <a:latin typeface="Times New Roman"/>
                <a:cs typeface="Times New Roman"/>
              </a:rPr>
              <a:t>highest </a:t>
            </a:r>
            <a:r>
              <a:rPr sz="1200" dirty="0">
                <a:latin typeface="Times New Roman"/>
                <a:cs typeface="Times New Roman"/>
              </a:rPr>
              <a:t>threshold</a:t>
            </a:r>
            <a:r>
              <a:rPr sz="1200" spc="-10" dirty="0">
                <a:latin typeface="Times New Roman"/>
                <a:cs typeface="Times New Roman"/>
              </a:rPr>
              <a:t> </a:t>
            </a:r>
            <a:r>
              <a:rPr sz="1200" dirty="0">
                <a:latin typeface="Times New Roman"/>
                <a:cs typeface="Times New Roman"/>
              </a:rPr>
              <a:t>value</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alarm</a:t>
            </a:r>
            <a:r>
              <a:rPr sz="1200" spc="-65" dirty="0">
                <a:latin typeface="Times New Roman"/>
                <a:cs typeface="Times New Roman"/>
              </a:rPr>
              <a:t> </a:t>
            </a:r>
            <a:r>
              <a:rPr sz="1200" dirty="0">
                <a:latin typeface="Times New Roman"/>
                <a:cs typeface="Times New Roman"/>
              </a:rPr>
              <a:t>will</a:t>
            </a:r>
            <a:r>
              <a:rPr sz="1200" spc="-4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triggered</a:t>
            </a:r>
            <a:r>
              <a:rPr sz="1200" spc="-5" dirty="0">
                <a:latin typeface="Times New Roman"/>
                <a:cs typeface="Times New Roman"/>
              </a:rPr>
              <a:t> </a:t>
            </a:r>
            <a:r>
              <a:rPr sz="1200" spc="-10" dirty="0">
                <a:latin typeface="Times New Roman"/>
                <a:cs typeface="Times New Roman"/>
              </a:rPr>
              <a:t>immediately</a:t>
            </a:r>
            <a:r>
              <a:rPr sz="1200" spc="-50" dirty="0">
                <a:latin typeface="Times New Roman"/>
                <a:cs typeface="Times New Roman"/>
              </a:rPr>
              <a:t> </a:t>
            </a:r>
            <a:r>
              <a:rPr sz="1200" dirty="0">
                <a:latin typeface="Times New Roman"/>
                <a:cs typeface="Times New Roman"/>
              </a:rPr>
              <a:t>to alert</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public.</a:t>
            </a:r>
            <a:r>
              <a:rPr sz="1200" spc="-15" dirty="0">
                <a:latin typeface="Times New Roman"/>
                <a:cs typeface="Times New Roman"/>
              </a:rPr>
              <a:t> </a:t>
            </a:r>
            <a:r>
              <a:rPr sz="1200" dirty="0">
                <a:latin typeface="Times New Roman"/>
                <a:cs typeface="Times New Roman"/>
              </a:rPr>
              <a:t>Hence,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citizens</a:t>
            </a:r>
            <a:r>
              <a:rPr sz="1200" spc="-35" dirty="0">
                <a:latin typeface="Times New Roman"/>
                <a:cs typeface="Times New Roman"/>
              </a:rPr>
              <a:t> </a:t>
            </a:r>
            <a:r>
              <a:rPr sz="1200" dirty="0">
                <a:latin typeface="Times New Roman"/>
                <a:cs typeface="Times New Roman"/>
              </a:rPr>
              <a:t>will</a:t>
            </a:r>
            <a:r>
              <a:rPr sz="1200" spc="-4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spc="-20" dirty="0">
                <a:latin typeface="Times New Roman"/>
                <a:cs typeface="Times New Roman"/>
              </a:rPr>
              <a:t>well </a:t>
            </a:r>
            <a:r>
              <a:rPr sz="1200" dirty="0">
                <a:latin typeface="Times New Roman"/>
                <a:cs typeface="Times New Roman"/>
              </a:rPr>
              <a:t>prepared</a:t>
            </a:r>
            <a:r>
              <a:rPr sz="1200" spc="-15" dirty="0">
                <a:latin typeface="Times New Roman"/>
                <a:cs typeface="Times New Roman"/>
              </a:rPr>
              <a:t> </a:t>
            </a:r>
            <a:r>
              <a:rPr sz="1200" dirty="0">
                <a:latin typeface="Times New Roman"/>
                <a:cs typeface="Times New Roman"/>
              </a:rPr>
              <a:t>for</a:t>
            </a:r>
            <a:r>
              <a:rPr sz="1200" spc="-10" dirty="0">
                <a:latin typeface="Times New Roman"/>
                <a:cs typeface="Times New Roman"/>
              </a:rPr>
              <a:t> evacuation</a:t>
            </a:r>
            <a:r>
              <a:rPr sz="1200" spc="-35" dirty="0">
                <a:latin typeface="Times New Roman"/>
                <a:cs typeface="Times New Roman"/>
              </a:rPr>
              <a:t> </a:t>
            </a:r>
            <a:r>
              <a:rPr sz="1200" dirty="0">
                <a:latin typeface="Times New Roman"/>
                <a:cs typeface="Times New Roman"/>
              </a:rPr>
              <a:t>before</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flood</a:t>
            </a:r>
            <a:r>
              <a:rPr sz="1200" spc="-35" dirty="0">
                <a:latin typeface="Times New Roman"/>
                <a:cs typeface="Times New Roman"/>
              </a:rPr>
              <a:t> </a:t>
            </a:r>
            <a:r>
              <a:rPr sz="1200" spc="-10" dirty="0">
                <a:latin typeface="Times New Roman"/>
                <a:cs typeface="Times New Roman"/>
              </a:rPr>
              <a:t>occurred.</a:t>
            </a:r>
            <a:endParaRPr sz="1200">
              <a:latin typeface="Times New Roman"/>
              <a:cs typeface="Times New Roman"/>
            </a:endParaRPr>
          </a:p>
        </p:txBody>
      </p:sp>
      <p:pic>
        <p:nvPicPr>
          <p:cNvPr id="4" name="object 4"/>
          <p:cNvPicPr/>
          <p:nvPr/>
        </p:nvPicPr>
        <p:blipFill>
          <a:blip r:embed="rId2" cstate="print"/>
          <a:stretch>
            <a:fillRect/>
          </a:stretch>
        </p:blipFill>
        <p:spPr>
          <a:xfrm>
            <a:off x="740103" y="1626786"/>
            <a:ext cx="3529407" cy="4990146"/>
          </a:xfrm>
          <a:prstGeom prst="rect">
            <a:avLst/>
          </a:prstGeom>
        </p:spPr>
      </p:pic>
      <p:sp>
        <p:nvSpPr>
          <p:cNvPr id="5" name="object 5"/>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7" name="Slide Number Placeholder 6">
            <a:extLst>
              <a:ext uri="{FF2B5EF4-FFF2-40B4-BE49-F238E27FC236}">
                <a16:creationId xmlns:a16="http://schemas.microsoft.com/office/drawing/2014/main" id="{9AFD7A75-755B-0B6F-30FE-D44C3C834851}"/>
              </a:ext>
            </a:extLst>
          </p:cNvPr>
          <p:cNvSpPr>
            <a:spLocks noGrp="1"/>
          </p:cNvSpPr>
          <p:nvPr>
            <p:ph type="sldNum" sz="quarter" idx="7"/>
          </p:nvPr>
        </p:nvSpPr>
        <p:spPr>
          <a:xfrm>
            <a:off x="3712464" y="8986096"/>
            <a:ext cx="446786" cy="312777"/>
          </a:xfrm>
        </p:spPr>
        <p:txBody>
          <a:bodyPr/>
          <a:lstStyle/>
          <a:p>
            <a:pPr marL="38100">
              <a:lnSpc>
                <a:spcPts val="1410"/>
              </a:lnSpc>
            </a:pPr>
            <a:fld id="{81D60167-4931-47E6-BA6A-407CBD079E47}" type="slidenum">
              <a:rPr lang="en-IN" spc="-50" smtClean="0"/>
              <a:t>18</a:t>
            </a:fld>
            <a:endParaRPr lang="en-IN" spc="-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9460" y="965961"/>
            <a:ext cx="6778625" cy="1172845"/>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3.1</a:t>
            </a:r>
            <a:r>
              <a:rPr sz="1200" b="1" spc="15" dirty="0">
                <a:latin typeface="Times New Roman"/>
                <a:cs typeface="Times New Roman"/>
              </a:rPr>
              <a:t> </a:t>
            </a:r>
            <a:r>
              <a:rPr sz="1200" b="1" dirty="0">
                <a:latin typeface="Times New Roman"/>
                <a:cs typeface="Times New Roman"/>
              </a:rPr>
              <a:t>Block</a:t>
            </a:r>
            <a:r>
              <a:rPr sz="1200" b="1" spc="-20" dirty="0">
                <a:latin typeface="Times New Roman"/>
                <a:cs typeface="Times New Roman"/>
              </a:rPr>
              <a:t> </a:t>
            </a:r>
            <a:r>
              <a:rPr sz="1200" b="1" spc="-10" dirty="0">
                <a:latin typeface="Times New Roman"/>
                <a:cs typeface="Times New Roman"/>
              </a:rPr>
              <a:t>Diagram</a:t>
            </a:r>
            <a:endParaRPr sz="1200">
              <a:latin typeface="Times New Roman"/>
              <a:cs typeface="Times New Roman"/>
            </a:endParaRPr>
          </a:p>
          <a:p>
            <a:pPr>
              <a:lnSpc>
                <a:spcPct val="100000"/>
              </a:lnSpc>
              <a:spcBef>
                <a:spcPts val="1155"/>
              </a:spcBef>
            </a:pPr>
            <a:endParaRPr sz="1200">
              <a:latin typeface="Times New Roman"/>
              <a:cs typeface="Times New Roman"/>
            </a:endParaRPr>
          </a:p>
          <a:p>
            <a:pPr marL="12700" marR="5080">
              <a:lnSpc>
                <a:spcPts val="1270"/>
              </a:lnSpc>
              <a:spcBef>
                <a:spcPts val="5"/>
              </a:spcBef>
            </a:pPr>
            <a:r>
              <a:rPr sz="1100" dirty="0">
                <a:latin typeface="Times New Roman"/>
                <a:cs typeface="Times New Roman"/>
              </a:rPr>
              <a:t>From</a:t>
            </a:r>
            <a:r>
              <a:rPr sz="1100" spc="-45" dirty="0">
                <a:latin typeface="Times New Roman"/>
                <a:cs typeface="Times New Roman"/>
              </a:rPr>
              <a:t> </a:t>
            </a:r>
            <a:r>
              <a:rPr sz="1100" dirty="0">
                <a:latin typeface="Times New Roman"/>
                <a:cs typeface="Times New Roman"/>
              </a:rPr>
              <a:t>the</a:t>
            </a:r>
            <a:r>
              <a:rPr sz="1100" spc="-30" dirty="0">
                <a:latin typeface="Times New Roman"/>
                <a:cs typeface="Times New Roman"/>
              </a:rPr>
              <a:t> </a:t>
            </a:r>
            <a:r>
              <a:rPr sz="1100" dirty="0">
                <a:latin typeface="Times New Roman"/>
                <a:cs typeface="Times New Roman"/>
              </a:rPr>
              <a:t>block</a:t>
            </a:r>
            <a:r>
              <a:rPr sz="1100" spc="-25" dirty="0">
                <a:latin typeface="Times New Roman"/>
                <a:cs typeface="Times New Roman"/>
              </a:rPr>
              <a:t> </a:t>
            </a:r>
            <a:r>
              <a:rPr sz="1100" dirty="0">
                <a:latin typeface="Times New Roman"/>
                <a:cs typeface="Times New Roman"/>
              </a:rPr>
              <a:t>diagram</a:t>
            </a:r>
            <a:r>
              <a:rPr sz="1100" spc="-40" dirty="0">
                <a:latin typeface="Times New Roman"/>
                <a:cs typeface="Times New Roman"/>
              </a:rPr>
              <a:t> </a:t>
            </a:r>
            <a:r>
              <a:rPr sz="1100" dirty="0">
                <a:latin typeface="Times New Roman"/>
                <a:cs typeface="Times New Roman"/>
              </a:rPr>
              <a:t>in</a:t>
            </a:r>
            <a:r>
              <a:rPr sz="1100" spc="-20" dirty="0">
                <a:latin typeface="Times New Roman"/>
                <a:cs typeface="Times New Roman"/>
              </a:rPr>
              <a:t> </a:t>
            </a:r>
            <a:r>
              <a:rPr sz="1100" dirty="0">
                <a:latin typeface="Times New Roman"/>
                <a:cs typeface="Times New Roman"/>
              </a:rPr>
              <a:t>Figure</a:t>
            </a:r>
            <a:r>
              <a:rPr sz="1100" spc="-35" dirty="0">
                <a:latin typeface="Times New Roman"/>
                <a:cs typeface="Times New Roman"/>
              </a:rPr>
              <a:t> </a:t>
            </a:r>
            <a:r>
              <a:rPr sz="1100" dirty="0">
                <a:latin typeface="Times New Roman"/>
                <a:cs typeface="Times New Roman"/>
              </a:rPr>
              <a:t>2,</a:t>
            </a:r>
            <a:r>
              <a:rPr sz="1100" spc="10" dirty="0">
                <a:latin typeface="Times New Roman"/>
                <a:cs typeface="Times New Roman"/>
              </a:rPr>
              <a:t> </a:t>
            </a:r>
            <a:r>
              <a:rPr sz="1100" dirty="0">
                <a:latin typeface="Times New Roman"/>
                <a:cs typeface="Times New Roman"/>
              </a:rPr>
              <a:t>Ultrasonic</a:t>
            </a:r>
            <a:r>
              <a:rPr sz="1100" spc="-5" dirty="0">
                <a:latin typeface="Times New Roman"/>
                <a:cs typeface="Times New Roman"/>
              </a:rPr>
              <a:t> </a:t>
            </a:r>
            <a:r>
              <a:rPr sz="1100" dirty="0">
                <a:latin typeface="Times New Roman"/>
                <a:cs typeface="Times New Roman"/>
              </a:rPr>
              <a:t>HC-SR04 module</a:t>
            </a:r>
            <a:r>
              <a:rPr sz="1100" spc="-30" dirty="0">
                <a:latin typeface="Times New Roman"/>
                <a:cs typeface="Times New Roman"/>
              </a:rPr>
              <a:t> </a:t>
            </a:r>
            <a:r>
              <a:rPr sz="1100" dirty="0">
                <a:latin typeface="Times New Roman"/>
                <a:cs typeface="Times New Roman"/>
              </a:rPr>
              <a:t>sensor</a:t>
            </a:r>
            <a:r>
              <a:rPr sz="1100" spc="15" dirty="0">
                <a:latin typeface="Times New Roman"/>
                <a:cs typeface="Times New Roman"/>
              </a:rPr>
              <a:t> </a:t>
            </a:r>
            <a:r>
              <a:rPr sz="1100" dirty="0">
                <a:latin typeface="Times New Roman"/>
                <a:cs typeface="Times New Roman"/>
              </a:rPr>
              <a:t>will</a:t>
            </a:r>
            <a:r>
              <a:rPr sz="1100" spc="-15" dirty="0">
                <a:latin typeface="Times New Roman"/>
                <a:cs typeface="Times New Roman"/>
              </a:rPr>
              <a:t> </a:t>
            </a:r>
            <a:r>
              <a:rPr sz="1100" dirty="0">
                <a:latin typeface="Times New Roman"/>
                <a:cs typeface="Times New Roman"/>
              </a:rPr>
              <a:t>be</a:t>
            </a:r>
            <a:r>
              <a:rPr sz="1100" spc="-35" dirty="0">
                <a:latin typeface="Times New Roman"/>
                <a:cs typeface="Times New Roman"/>
              </a:rPr>
              <a:t> </a:t>
            </a:r>
            <a:r>
              <a:rPr sz="1100" dirty="0">
                <a:latin typeface="Times New Roman"/>
                <a:cs typeface="Times New Roman"/>
              </a:rPr>
              <a:t>used</a:t>
            </a:r>
            <a:r>
              <a:rPr sz="1100" spc="-20" dirty="0">
                <a:latin typeface="Times New Roman"/>
                <a:cs typeface="Times New Roman"/>
              </a:rPr>
              <a:t> </a:t>
            </a:r>
            <a:r>
              <a:rPr sz="1100" dirty="0">
                <a:latin typeface="Times New Roman"/>
                <a:cs typeface="Times New Roman"/>
              </a:rPr>
              <a:t>to detect</a:t>
            </a:r>
            <a:r>
              <a:rPr sz="1100" spc="1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water</a:t>
            </a:r>
            <a:r>
              <a:rPr sz="1100" spc="15" dirty="0">
                <a:latin typeface="Times New Roman"/>
                <a:cs typeface="Times New Roman"/>
              </a:rPr>
              <a:t> </a:t>
            </a:r>
            <a:r>
              <a:rPr sz="1100" dirty="0">
                <a:latin typeface="Times New Roman"/>
                <a:cs typeface="Times New Roman"/>
              </a:rPr>
              <a:t>level</a:t>
            </a:r>
            <a:r>
              <a:rPr sz="1100" spc="10" dirty="0">
                <a:latin typeface="Times New Roman"/>
                <a:cs typeface="Times New Roman"/>
              </a:rPr>
              <a:t> </a:t>
            </a:r>
            <a:r>
              <a:rPr sz="1100" dirty="0">
                <a:latin typeface="Times New Roman"/>
                <a:cs typeface="Times New Roman"/>
              </a:rPr>
              <a:t>of</a:t>
            </a:r>
            <a:r>
              <a:rPr sz="1100" spc="-10" dirty="0">
                <a:latin typeface="Times New Roman"/>
                <a:cs typeface="Times New Roman"/>
              </a:rPr>
              <a:t> river.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mbed</a:t>
            </a:r>
            <a:r>
              <a:rPr sz="1100" spc="-25" dirty="0">
                <a:latin typeface="Times New Roman"/>
                <a:cs typeface="Times New Roman"/>
              </a:rPr>
              <a:t> </a:t>
            </a:r>
            <a:r>
              <a:rPr sz="1100" dirty="0">
                <a:latin typeface="Times New Roman"/>
                <a:cs typeface="Times New Roman"/>
              </a:rPr>
              <a:t>NXP</a:t>
            </a:r>
            <a:r>
              <a:rPr sz="1100" spc="5" dirty="0">
                <a:latin typeface="Times New Roman"/>
                <a:cs typeface="Times New Roman"/>
              </a:rPr>
              <a:t> </a:t>
            </a:r>
            <a:r>
              <a:rPr sz="1100" dirty="0">
                <a:latin typeface="Times New Roman"/>
                <a:cs typeface="Times New Roman"/>
              </a:rPr>
              <a:t>LPC1768</a:t>
            </a:r>
            <a:r>
              <a:rPr sz="1100" spc="-25" dirty="0">
                <a:latin typeface="Times New Roman"/>
                <a:cs typeface="Times New Roman"/>
              </a:rPr>
              <a:t> </a:t>
            </a:r>
            <a:r>
              <a:rPr sz="1100" dirty="0">
                <a:latin typeface="Times New Roman"/>
                <a:cs typeface="Times New Roman"/>
              </a:rPr>
              <a:t>is a</a:t>
            </a:r>
            <a:r>
              <a:rPr sz="1100" spc="-15" dirty="0">
                <a:latin typeface="Times New Roman"/>
                <a:cs typeface="Times New Roman"/>
              </a:rPr>
              <a:t> </a:t>
            </a:r>
            <a:r>
              <a:rPr sz="1100" dirty="0">
                <a:latin typeface="Times New Roman"/>
                <a:cs typeface="Times New Roman"/>
              </a:rPr>
              <a:t>microcontroller</a:t>
            </a:r>
            <a:r>
              <a:rPr sz="1100" spc="10" dirty="0">
                <a:latin typeface="Times New Roman"/>
                <a:cs typeface="Times New Roman"/>
              </a:rPr>
              <a:t> </a:t>
            </a:r>
            <a:r>
              <a:rPr sz="1100" dirty="0">
                <a:latin typeface="Times New Roman"/>
                <a:cs typeface="Times New Roman"/>
              </a:rPr>
              <a:t>that</a:t>
            </a:r>
            <a:r>
              <a:rPr sz="1100" spc="5" dirty="0">
                <a:latin typeface="Times New Roman"/>
                <a:cs typeface="Times New Roman"/>
              </a:rPr>
              <a:t> </a:t>
            </a:r>
            <a:r>
              <a:rPr sz="1100" dirty="0">
                <a:latin typeface="Times New Roman"/>
                <a:cs typeface="Times New Roman"/>
              </a:rPr>
              <a:t>will</a:t>
            </a:r>
            <a:r>
              <a:rPr sz="1100" spc="-20" dirty="0">
                <a:latin typeface="Times New Roman"/>
                <a:cs typeface="Times New Roman"/>
              </a:rPr>
              <a:t> </a:t>
            </a:r>
            <a:r>
              <a:rPr sz="1100" dirty="0">
                <a:latin typeface="Times New Roman"/>
                <a:cs typeface="Times New Roman"/>
              </a:rPr>
              <a:t>collect all</a:t>
            </a:r>
            <a:r>
              <a:rPr sz="1100" spc="-20"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data</a:t>
            </a:r>
            <a:r>
              <a:rPr sz="1100" spc="15" dirty="0">
                <a:latin typeface="Times New Roman"/>
                <a:cs typeface="Times New Roman"/>
              </a:rPr>
              <a:t> </a:t>
            </a:r>
            <a:r>
              <a:rPr sz="1100" dirty="0">
                <a:latin typeface="Times New Roman"/>
                <a:cs typeface="Times New Roman"/>
              </a:rPr>
              <a:t>in</a:t>
            </a:r>
            <a:r>
              <a:rPr sz="1100" spc="-25" dirty="0">
                <a:latin typeface="Times New Roman"/>
                <a:cs typeface="Times New Roman"/>
              </a:rPr>
              <a:t> </a:t>
            </a:r>
            <a:r>
              <a:rPr sz="1100" dirty="0">
                <a:latin typeface="Times New Roman"/>
                <a:cs typeface="Times New Roman"/>
              </a:rPr>
              <a:t>this</a:t>
            </a:r>
            <a:r>
              <a:rPr sz="1100" spc="-5" dirty="0">
                <a:latin typeface="Times New Roman"/>
                <a:cs typeface="Times New Roman"/>
              </a:rPr>
              <a:t> </a:t>
            </a:r>
            <a:r>
              <a:rPr sz="1100" dirty="0">
                <a:latin typeface="Times New Roman"/>
                <a:cs typeface="Times New Roman"/>
              </a:rPr>
              <a:t>system.</a:t>
            </a:r>
            <a:r>
              <a:rPr sz="1100" spc="5" dirty="0">
                <a:latin typeface="Times New Roman"/>
                <a:cs typeface="Times New Roman"/>
              </a:rPr>
              <a:t> </a:t>
            </a:r>
            <a:r>
              <a:rPr sz="1100" dirty="0">
                <a:latin typeface="Times New Roman"/>
                <a:cs typeface="Times New Roman"/>
              </a:rPr>
              <a:t>Buzzer</a:t>
            </a:r>
            <a:r>
              <a:rPr sz="1100" spc="15" dirty="0">
                <a:latin typeface="Times New Roman"/>
                <a:cs typeface="Times New Roman"/>
              </a:rPr>
              <a:t> </a:t>
            </a:r>
            <a:r>
              <a:rPr sz="1100" dirty="0">
                <a:latin typeface="Times New Roman"/>
                <a:cs typeface="Times New Roman"/>
              </a:rPr>
              <a:t>will</a:t>
            </a:r>
            <a:r>
              <a:rPr sz="1100" spc="-20" dirty="0">
                <a:latin typeface="Times New Roman"/>
                <a:cs typeface="Times New Roman"/>
              </a:rPr>
              <a:t> </a:t>
            </a:r>
            <a:r>
              <a:rPr sz="1100" dirty="0">
                <a:latin typeface="Times New Roman"/>
                <a:cs typeface="Times New Roman"/>
              </a:rPr>
              <a:t>act</a:t>
            </a:r>
            <a:r>
              <a:rPr sz="1100" spc="-25" dirty="0">
                <a:latin typeface="Times New Roman"/>
                <a:cs typeface="Times New Roman"/>
              </a:rPr>
              <a:t> </a:t>
            </a:r>
            <a:r>
              <a:rPr sz="1100" dirty="0">
                <a:latin typeface="Times New Roman"/>
                <a:cs typeface="Times New Roman"/>
              </a:rPr>
              <a:t>as</a:t>
            </a:r>
            <a:r>
              <a:rPr sz="1100" spc="-20" dirty="0">
                <a:latin typeface="Times New Roman"/>
                <a:cs typeface="Times New Roman"/>
              </a:rPr>
              <a:t> </a:t>
            </a:r>
            <a:r>
              <a:rPr sz="1100" dirty="0">
                <a:latin typeface="Times New Roman"/>
                <a:cs typeface="Times New Roman"/>
              </a:rPr>
              <a:t>an</a:t>
            </a:r>
            <a:r>
              <a:rPr sz="1100" spc="-50" dirty="0">
                <a:latin typeface="Times New Roman"/>
                <a:cs typeface="Times New Roman"/>
              </a:rPr>
              <a:t> </a:t>
            </a:r>
            <a:r>
              <a:rPr sz="1100" dirty="0">
                <a:latin typeface="Times New Roman"/>
                <a:cs typeface="Times New Roman"/>
              </a:rPr>
              <a:t>alarm</a:t>
            </a:r>
            <a:r>
              <a:rPr sz="1100" spc="-45" dirty="0">
                <a:latin typeface="Times New Roman"/>
                <a:cs typeface="Times New Roman"/>
              </a:rPr>
              <a:t> </a:t>
            </a:r>
            <a:r>
              <a:rPr sz="1100" spc="-25" dirty="0">
                <a:latin typeface="Times New Roman"/>
                <a:cs typeface="Times New Roman"/>
              </a:rPr>
              <a:t>to </a:t>
            </a:r>
            <a:r>
              <a:rPr sz="1100" dirty="0">
                <a:latin typeface="Times New Roman"/>
                <a:cs typeface="Times New Roman"/>
              </a:rPr>
              <a:t>alert</a:t>
            </a:r>
            <a:r>
              <a:rPr sz="1100" spc="5" dirty="0">
                <a:latin typeface="Times New Roman"/>
                <a:cs typeface="Times New Roman"/>
              </a:rPr>
              <a:t> </a:t>
            </a:r>
            <a:r>
              <a:rPr sz="1100" dirty="0">
                <a:latin typeface="Times New Roman"/>
                <a:cs typeface="Times New Roman"/>
              </a:rPr>
              <a:t>the</a:t>
            </a:r>
            <a:r>
              <a:rPr sz="1100" spc="-35" dirty="0">
                <a:latin typeface="Times New Roman"/>
                <a:cs typeface="Times New Roman"/>
              </a:rPr>
              <a:t> </a:t>
            </a:r>
            <a:r>
              <a:rPr sz="1100" dirty="0">
                <a:latin typeface="Times New Roman"/>
                <a:cs typeface="Times New Roman"/>
              </a:rPr>
              <a:t>public</a:t>
            </a:r>
            <a:r>
              <a:rPr sz="1100" spc="-5" dirty="0">
                <a:latin typeface="Times New Roman"/>
                <a:cs typeface="Times New Roman"/>
              </a:rPr>
              <a:t> </a:t>
            </a:r>
            <a:r>
              <a:rPr sz="1100" dirty="0">
                <a:latin typeface="Times New Roman"/>
                <a:cs typeface="Times New Roman"/>
              </a:rPr>
              <a:t>and</a:t>
            </a:r>
            <a:r>
              <a:rPr sz="1100" spc="-25" dirty="0">
                <a:latin typeface="Times New Roman"/>
                <a:cs typeface="Times New Roman"/>
              </a:rPr>
              <a:t> </a:t>
            </a:r>
            <a:r>
              <a:rPr sz="1100" dirty="0">
                <a:latin typeface="Times New Roman"/>
                <a:cs typeface="Times New Roman"/>
              </a:rPr>
              <a:t>authority</a:t>
            </a:r>
            <a:r>
              <a:rPr sz="1100" spc="5" dirty="0">
                <a:latin typeface="Times New Roman"/>
                <a:cs typeface="Times New Roman"/>
              </a:rPr>
              <a:t> </a:t>
            </a:r>
            <a:r>
              <a:rPr sz="1100" dirty="0">
                <a:latin typeface="Times New Roman"/>
                <a:cs typeface="Times New Roman"/>
              </a:rPr>
              <a:t>when</a:t>
            </a:r>
            <a:r>
              <a:rPr sz="1100" spc="-25" dirty="0">
                <a:latin typeface="Times New Roman"/>
                <a:cs typeface="Times New Roman"/>
              </a:rPr>
              <a:t> </a:t>
            </a:r>
            <a:r>
              <a:rPr sz="1100" dirty="0">
                <a:latin typeface="Times New Roman"/>
                <a:cs typeface="Times New Roman"/>
              </a:rPr>
              <a:t>there</a:t>
            </a:r>
            <a:r>
              <a:rPr sz="1100" spc="-30" dirty="0">
                <a:latin typeface="Times New Roman"/>
                <a:cs typeface="Times New Roman"/>
              </a:rPr>
              <a:t> </a:t>
            </a:r>
            <a:r>
              <a:rPr sz="1100" dirty="0">
                <a:latin typeface="Times New Roman"/>
                <a:cs typeface="Times New Roman"/>
              </a:rPr>
              <a:t>is upcoming</a:t>
            </a:r>
            <a:r>
              <a:rPr sz="1100" spc="-25" dirty="0">
                <a:latin typeface="Times New Roman"/>
                <a:cs typeface="Times New Roman"/>
              </a:rPr>
              <a:t> </a:t>
            </a:r>
            <a:r>
              <a:rPr sz="1100" dirty="0">
                <a:latin typeface="Times New Roman"/>
                <a:cs typeface="Times New Roman"/>
              </a:rPr>
              <a:t>flood</a:t>
            </a:r>
            <a:r>
              <a:rPr sz="1100" spc="-20" dirty="0">
                <a:latin typeface="Times New Roman"/>
                <a:cs typeface="Times New Roman"/>
              </a:rPr>
              <a:t> </a:t>
            </a:r>
            <a:r>
              <a:rPr sz="1100" dirty="0">
                <a:latin typeface="Times New Roman"/>
                <a:cs typeface="Times New Roman"/>
              </a:rPr>
              <a:t>and data</a:t>
            </a:r>
            <a:r>
              <a:rPr sz="1100" spc="15" dirty="0">
                <a:latin typeface="Times New Roman"/>
                <a:cs typeface="Times New Roman"/>
              </a:rPr>
              <a:t> </a:t>
            </a:r>
            <a:r>
              <a:rPr sz="1100" dirty="0">
                <a:latin typeface="Times New Roman"/>
                <a:cs typeface="Times New Roman"/>
              </a:rPr>
              <a:t>will</a:t>
            </a:r>
            <a:r>
              <a:rPr sz="1100" spc="-15" dirty="0">
                <a:latin typeface="Times New Roman"/>
                <a:cs typeface="Times New Roman"/>
              </a:rPr>
              <a:t> </a:t>
            </a:r>
            <a:r>
              <a:rPr sz="1100" dirty="0">
                <a:latin typeface="Times New Roman"/>
                <a:cs typeface="Times New Roman"/>
              </a:rPr>
              <a:t>be</a:t>
            </a:r>
            <a:r>
              <a:rPr sz="1100" spc="-35" dirty="0">
                <a:latin typeface="Times New Roman"/>
                <a:cs typeface="Times New Roman"/>
              </a:rPr>
              <a:t> </a:t>
            </a:r>
            <a:r>
              <a:rPr sz="1100" dirty="0">
                <a:latin typeface="Times New Roman"/>
                <a:cs typeface="Times New Roman"/>
              </a:rPr>
              <a:t>updated</a:t>
            </a:r>
            <a:r>
              <a:rPr sz="1100" spc="-20" dirty="0">
                <a:latin typeface="Times New Roman"/>
                <a:cs typeface="Times New Roman"/>
              </a:rPr>
              <a:t> </a:t>
            </a:r>
            <a:r>
              <a:rPr sz="1100" dirty="0">
                <a:latin typeface="Times New Roman"/>
                <a:cs typeface="Times New Roman"/>
              </a:rPr>
              <a:t>to web</a:t>
            </a:r>
            <a:r>
              <a:rPr sz="1100" spc="5" dirty="0">
                <a:latin typeface="Times New Roman"/>
                <a:cs typeface="Times New Roman"/>
              </a:rPr>
              <a:t> </a:t>
            </a:r>
            <a:r>
              <a:rPr sz="1100" dirty="0">
                <a:latin typeface="Times New Roman"/>
                <a:cs typeface="Times New Roman"/>
              </a:rPr>
              <a:t>server.</a:t>
            </a:r>
            <a:r>
              <a:rPr sz="1100" spc="-15" dirty="0">
                <a:latin typeface="Times New Roman"/>
                <a:cs typeface="Times New Roman"/>
              </a:rPr>
              <a:t> </a:t>
            </a:r>
            <a:r>
              <a:rPr sz="1100" dirty="0">
                <a:latin typeface="Times New Roman"/>
                <a:cs typeface="Times New Roman"/>
              </a:rPr>
              <a:t>The</a:t>
            </a:r>
            <a:r>
              <a:rPr sz="1100" spc="-30" dirty="0">
                <a:latin typeface="Times New Roman"/>
                <a:cs typeface="Times New Roman"/>
              </a:rPr>
              <a:t> </a:t>
            </a:r>
            <a:r>
              <a:rPr sz="1100" dirty="0">
                <a:latin typeface="Times New Roman"/>
                <a:cs typeface="Times New Roman"/>
              </a:rPr>
              <a:t>function</a:t>
            </a:r>
            <a:r>
              <a:rPr sz="1100" spc="-2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spc="-25" dirty="0">
                <a:latin typeface="Times New Roman"/>
                <a:cs typeface="Times New Roman"/>
              </a:rPr>
              <a:t>LCD </a:t>
            </a:r>
            <a:r>
              <a:rPr sz="1100" dirty="0">
                <a:latin typeface="Times New Roman"/>
                <a:cs typeface="Times New Roman"/>
              </a:rPr>
              <a:t>and</a:t>
            </a:r>
            <a:r>
              <a:rPr sz="1100" spc="-20" dirty="0">
                <a:latin typeface="Times New Roman"/>
                <a:cs typeface="Times New Roman"/>
              </a:rPr>
              <a:t> </a:t>
            </a:r>
            <a:r>
              <a:rPr sz="1100" dirty="0">
                <a:latin typeface="Times New Roman"/>
                <a:cs typeface="Times New Roman"/>
              </a:rPr>
              <a:t>LED are</a:t>
            </a:r>
            <a:r>
              <a:rPr sz="1100" spc="-25" dirty="0">
                <a:latin typeface="Times New Roman"/>
                <a:cs typeface="Times New Roman"/>
              </a:rPr>
              <a:t> </a:t>
            </a:r>
            <a:r>
              <a:rPr sz="1100" dirty="0">
                <a:latin typeface="Times New Roman"/>
                <a:cs typeface="Times New Roman"/>
              </a:rPr>
              <a:t>to</a:t>
            </a:r>
            <a:r>
              <a:rPr sz="1100" spc="-20" dirty="0">
                <a:latin typeface="Times New Roman"/>
                <a:cs typeface="Times New Roman"/>
              </a:rPr>
              <a:t> </a:t>
            </a:r>
            <a:r>
              <a:rPr sz="1100" dirty="0">
                <a:latin typeface="Times New Roman"/>
                <a:cs typeface="Times New Roman"/>
              </a:rPr>
              <a:t>display</a:t>
            </a:r>
            <a:r>
              <a:rPr sz="1100" spc="-15" dirty="0">
                <a:latin typeface="Times New Roman"/>
                <a:cs typeface="Times New Roman"/>
              </a:rPr>
              <a:t> </a:t>
            </a:r>
            <a:r>
              <a:rPr sz="1100" dirty="0">
                <a:latin typeface="Times New Roman"/>
                <a:cs typeface="Times New Roman"/>
              </a:rPr>
              <a:t>and</a:t>
            </a:r>
            <a:r>
              <a:rPr sz="1100" spc="-20" dirty="0">
                <a:latin typeface="Times New Roman"/>
                <a:cs typeface="Times New Roman"/>
              </a:rPr>
              <a:t> </a:t>
            </a:r>
            <a:r>
              <a:rPr sz="1100" dirty="0">
                <a:latin typeface="Times New Roman"/>
                <a:cs typeface="Times New Roman"/>
              </a:rPr>
              <a:t>indicate</a:t>
            </a:r>
            <a:r>
              <a:rPr sz="1100" spc="-2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level</a:t>
            </a:r>
            <a:r>
              <a:rPr sz="1100" spc="-15" dirty="0">
                <a:latin typeface="Times New Roman"/>
                <a:cs typeface="Times New Roman"/>
              </a:rPr>
              <a:t> </a:t>
            </a:r>
            <a:r>
              <a:rPr sz="1100" dirty="0">
                <a:latin typeface="Times New Roman"/>
                <a:cs typeface="Times New Roman"/>
              </a:rPr>
              <a:t>of </a:t>
            </a:r>
            <a:r>
              <a:rPr sz="1100" spc="-10" dirty="0">
                <a:latin typeface="Times New Roman"/>
                <a:cs typeface="Times New Roman"/>
              </a:rPr>
              <a:t>water.</a:t>
            </a:r>
            <a:endParaRPr sz="1100">
              <a:latin typeface="Times New Roman"/>
              <a:cs typeface="Times New Roman"/>
            </a:endParaRPr>
          </a:p>
        </p:txBody>
      </p:sp>
      <p:sp>
        <p:nvSpPr>
          <p:cNvPr id="3" name="object 3"/>
          <p:cNvSpPr txBox="1"/>
          <p:nvPr/>
        </p:nvSpPr>
        <p:spPr>
          <a:xfrm>
            <a:off x="1609471" y="4572761"/>
            <a:ext cx="3474720"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Times New Roman"/>
                <a:cs typeface="Times New Roman"/>
              </a:rPr>
              <a:t>Figure</a:t>
            </a:r>
            <a:r>
              <a:rPr sz="1100" spc="-35" dirty="0">
                <a:latin typeface="Times New Roman"/>
                <a:cs typeface="Times New Roman"/>
              </a:rPr>
              <a:t> </a:t>
            </a:r>
            <a:r>
              <a:rPr sz="1100" dirty="0">
                <a:latin typeface="Times New Roman"/>
                <a:cs typeface="Times New Roman"/>
              </a:rPr>
              <a:t>3:</a:t>
            </a:r>
            <a:r>
              <a:rPr sz="1100" spc="-15" dirty="0">
                <a:latin typeface="Times New Roman"/>
                <a:cs typeface="Times New Roman"/>
              </a:rPr>
              <a:t> </a:t>
            </a:r>
            <a:r>
              <a:rPr sz="1100" dirty="0">
                <a:latin typeface="Times New Roman"/>
                <a:cs typeface="Times New Roman"/>
              </a:rPr>
              <a:t>Block</a:t>
            </a:r>
            <a:r>
              <a:rPr sz="1100" spc="-20" dirty="0">
                <a:latin typeface="Times New Roman"/>
                <a:cs typeface="Times New Roman"/>
              </a:rPr>
              <a:t> </a:t>
            </a:r>
            <a:r>
              <a:rPr sz="1100" dirty="0">
                <a:latin typeface="Times New Roman"/>
                <a:cs typeface="Times New Roman"/>
              </a:rPr>
              <a:t>diagram</a:t>
            </a:r>
            <a:r>
              <a:rPr sz="1100" spc="-40" dirty="0">
                <a:latin typeface="Times New Roman"/>
                <a:cs typeface="Times New Roman"/>
              </a:rPr>
              <a:t> </a:t>
            </a:r>
            <a:r>
              <a:rPr sz="1100" dirty="0">
                <a:latin typeface="Times New Roman"/>
                <a:cs typeface="Times New Roman"/>
              </a:rPr>
              <a:t>Smart</a:t>
            </a:r>
            <a:r>
              <a:rPr sz="1100" spc="10" dirty="0">
                <a:latin typeface="Times New Roman"/>
                <a:cs typeface="Times New Roman"/>
              </a:rPr>
              <a:t> </a:t>
            </a:r>
            <a:r>
              <a:rPr sz="1100" dirty="0">
                <a:latin typeface="Times New Roman"/>
                <a:cs typeface="Times New Roman"/>
              </a:rPr>
              <a:t>IoT Flood</a:t>
            </a:r>
            <a:r>
              <a:rPr sz="1100" spc="-20" dirty="0">
                <a:latin typeface="Times New Roman"/>
                <a:cs typeface="Times New Roman"/>
              </a:rPr>
              <a:t> </a:t>
            </a:r>
            <a:r>
              <a:rPr sz="1100" dirty="0">
                <a:latin typeface="Times New Roman"/>
                <a:cs typeface="Times New Roman"/>
              </a:rPr>
              <a:t>Monitoring</a:t>
            </a:r>
            <a:r>
              <a:rPr sz="1100" spc="-20" dirty="0">
                <a:latin typeface="Times New Roman"/>
                <a:cs typeface="Times New Roman"/>
              </a:rPr>
              <a:t> </a:t>
            </a:r>
            <a:r>
              <a:rPr sz="1100" spc="-10" dirty="0">
                <a:latin typeface="Times New Roman"/>
                <a:cs typeface="Times New Roman"/>
              </a:rPr>
              <a:t>System</a:t>
            </a:r>
            <a:endParaRPr sz="1100">
              <a:latin typeface="Times New Roman"/>
              <a:cs typeface="Times New Roman"/>
            </a:endParaRPr>
          </a:p>
        </p:txBody>
      </p:sp>
      <p:pic>
        <p:nvPicPr>
          <p:cNvPr id="4" name="object 4"/>
          <p:cNvPicPr/>
          <p:nvPr/>
        </p:nvPicPr>
        <p:blipFill>
          <a:blip r:embed="rId2" cstate="print"/>
          <a:stretch>
            <a:fillRect/>
          </a:stretch>
        </p:blipFill>
        <p:spPr>
          <a:xfrm>
            <a:off x="1883818" y="2206665"/>
            <a:ext cx="4580174" cy="2359514"/>
          </a:xfrm>
          <a:prstGeom prst="rect">
            <a:avLst/>
          </a:prstGeom>
        </p:spPr>
      </p:pic>
      <p:sp>
        <p:nvSpPr>
          <p:cNvPr id="5" name="object 5"/>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7" name="Slide Number Placeholder 6">
            <a:extLst>
              <a:ext uri="{FF2B5EF4-FFF2-40B4-BE49-F238E27FC236}">
                <a16:creationId xmlns:a16="http://schemas.microsoft.com/office/drawing/2014/main" id="{9BEB08A3-4CD9-B30E-6370-CEA7C76D5FD7}"/>
              </a:ext>
            </a:extLst>
          </p:cNvPr>
          <p:cNvSpPr>
            <a:spLocks noGrp="1"/>
          </p:cNvSpPr>
          <p:nvPr>
            <p:ph type="sldNum" sz="quarter" idx="7"/>
          </p:nvPr>
        </p:nvSpPr>
        <p:spPr>
          <a:xfrm>
            <a:off x="3712464" y="8986096"/>
            <a:ext cx="370586" cy="249979"/>
          </a:xfrm>
        </p:spPr>
        <p:txBody>
          <a:bodyPr/>
          <a:lstStyle/>
          <a:p>
            <a:pPr marL="38100">
              <a:lnSpc>
                <a:spcPts val="1410"/>
              </a:lnSpc>
            </a:pPr>
            <a:fld id="{81D60167-4931-47E6-BA6A-407CBD079E47}" type="slidenum">
              <a:rPr lang="en-IN" spc="-50" smtClean="0"/>
              <a:t>19</a:t>
            </a:fld>
            <a:endParaRPr lang="en-IN" spc="-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1316481"/>
            <a:ext cx="6815455" cy="493141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WORKING</a:t>
            </a:r>
            <a:r>
              <a:rPr sz="1200" b="1" spc="5" dirty="0">
                <a:latin typeface="Times New Roman"/>
                <a:cs typeface="Times New Roman"/>
              </a:rPr>
              <a:t> </a:t>
            </a:r>
            <a:r>
              <a:rPr sz="1200" b="1" spc="-10" dirty="0">
                <a:latin typeface="Times New Roman"/>
                <a:cs typeface="Times New Roman"/>
              </a:rPr>
              <a:t>PRINCIPLE</a:t>
            </a:r>
            <a:endParaRPr sz="1200">
              <a:latin typeface="Times New Roman"/>
              <a:cs typeface="Times New Roman"/>
            </a:endParaRPr>
          </a:p>
          <a:p>
            <a:pPr>
              <a:lnSpc>
                <a:spcPct val="100000"/>
              </a:lnSpc>
              <a:spcBef>
                <a:spcPts val="605"/>
              </a:spcBef>
            </a:pPr>
            <a:endParaRPr sz="1200">
              <a:latin typeface="Times New Roman"/>
              <a:cs typeface="Times New Roman"/>
            </a:endParaRPr>
          </a:p>
          <a:p>
            <a:pPr marL="542925" marR="5080" algn="just">
              <a:lnSpc>
                <a:spcPct val="143800"/>
              </a:lnSpc>
            </a:pP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main</a:t>
            </a:r>
            <a:r>
              <a:rPr sz="1200" spc="40" dirty="0">
                <a:latin typeface="Times New Roman"/>
                <a:cs typeface="Times New Roman"/>
              </a:rPr>
              <a:t> </a:t>
            </a:r>
            <a:r>
              <a:rPr sz="1200" dirty="0">
                <a:latin typeface="Times New Roman"/>
                <a:cs typeface="Times New Roman"/>
              </a:rPr>
              <a:t>working</a:t>
            </a:r>
            <a:r>
              <a:rPr sz="1200" spc="65" dirty="0">
                <a:latin typeface="Times New Roman"/>
                <a:cs typeface="Times New Roman"/>
              </a:rPr>
              <a:t> </a:t>
            </a:r>
            <a:r>
              <a:rPr sz="1200" dirty="0">
                <a:latin typeface="Times New Roman"/>
                <a:cs typeface="Times New Roman"/>
              </a:rPr>
              <a:t>principle</a:t>
            </a:r>
            <a:r>
              <a:rPr sz="1200" spc="75" dirty="0">
                <a:latin typeface="Times New Roman"/>
                <a:cs typeface="Times New Roman"/>
              </a:rPr>
              <a:t> </a:t>
            </a:r>
            <a:r>
              <a:rPr sz="1200" dirty="0">
                <a:latin typeface="Times New Roman"/>
                <a:cs typeface="Times New Roman"/>
              </a:rPr>
              <a:t>behind</a:t>
            </a:r>
            <a:r>
              <a:rPr sz="1200" spc="65" dirty="0">
                <a:latin typeface="Times New Roman"/>
                <a:cs typeface="Times New Roman"/>
              </a:rPr>
              <a:t> </a:t>
            </a: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is</a:t>
            </a:r>
            <a:r>
              <a:rPr sz="1200" spc="7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connecting</a:t>
            </a:r>
            <a:r>
              <a:rPr sz="1200" spc="60"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soil</a:t>
            </a:r>
            <a:r>
              <a:rPr sz="1200" spc="40" dirty="0">
                <a:latin typeface="Times New Roman"/>
                <a:cs typeface="Times New Roman"/>
              </a:rPr>
              <a:t> </a:t>
            </a:r>
            <a:r>
              <a:rPr sz="1200" dirty="0">
                <a:latin typeface="Times New Roman"/>
                <a:cs typeface="Times New Roman"/>
              </a:rPr>
              <a:t>moisture</a:t>
            </a:r>
            <a:r>
              <a:rPr sz="1200" spc="60" dirty="0">
                <a:latin typeface="Times New Roman"/>
                <a:cs typeface="Times New Roman"/>
              </a:rPr>
              <a:t> </a:t>
            </a:r>
            <a:r>
              <a:rPr sz="1200" dirty="0">
                <a:latin typeface="Times New Roman"/>
                <a:cs typeface="Times New Roman"/>
              </a:rPr>
              <a:t>sensor,</a:t>
            </a:r>
            <a:r>
              <a:rPr sz="1200" spc="45" dirty="0">
                <a:latin typeface="Times New Roman"/>
                <a:cs typeface="Times New Roman"/>
              </a:rPr>
              <a:t> </a:t>
            </a:r>
            <a:r>
              <a:rPr sz="1200" dirty="0">
                <a:latin typeface="Times New Roman"/>
                <a:cs typeface="Times New Roman"/>
              </a:rPr>
              <a:t>which</a:t>
            </a:r>
            <a:r>
              <a:rPr sz="1200" spc="40" dirty="0">
                <a:latin typeface="Times New Roman"/>
                <a:cs typeface="Times New Roman"/>
              </a:rPr>
              <a:t> </a:t>
            </a:r>
            <a:r>
              <a:rPr sz="1200" spc="-25" dirty="0">
                <a:latin typeface="Times New Roman"/>
                <a:cs typeface="Times New Roman"/>
              </a:rPr>
              <a:t>was </a:t>
            </a:r>
            <a:r>
              <a:rPr sz="1200" dirty="0">
                <a:latin typeface="Times New Roman"/>
                <a:cs typeface="Times New Roman"/>
              </a:rPr>
              <a:t>previously</a:t>
            </a:r>
            <a:r>
              <a:rPr sz="1200" spc="-5" dirty="0">
                <a:latin typeface="Times New Roman"/>
                <a:cs typeface="Times New Roman"/>
              </a:rPr>
              <a:t> </a:t>
            </a:r>
            <a:r>
              <a:rPr sz="1200" dirty="0">
                <a:latin typeface="Times New Roman"/>
                <a:cs typeface="Times New Roman"/>
              </a:rPr>
              <a:t>embedded</a:t>
            </a:r>
            <a:r>
              <a:rPr sz="1200" spc="60" dirty="0">
                <a:latin typeface="Times New Roman"/>
                <a:cs typeface="Times New Roman"/>
              </a:rPr>
              <a:t> </a:t>
            </a:r>
            <a:r>
              <a:rPr sz="1200" dirty="0">
                <a:latin typeface="Times New Roman"/>
                <a:cs typeface="Times New Roman"/>
              </a:rPr>
              <a:t>into</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plant,</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Arduino</a:t>
            </a:r>
            <a:r>
              <a:rPr sz="1200" spc="40" dirty="0">
                <a:latin typeface="Times New Roman"/>
                <a:cs typeface="Times New Roman"/>
              </a:rPr>
              <a:t> </a:t>
            </a:r>
            <a:r>
              <a:rPr sz="1200" dirty="0">
                <a:latin typeface="Times New Roman"/>
                <a:cs typeface="Times New Roman"/>
              </a:rPr>
              <a:t>microcontroller,</a:t>
            </a:r>
            <a:r>
              <a:rPr sz="1200" spc="45" dirty="0">
                <a:latin typeface="Times New Roman"/>
                <a:cs typeface="Times New Roman"/>
              </a:rPr>
              <a:t> </a:t>
            </a:r>
            <a:r>
              <a:rPr sz="1200" dirty="0">
                <a:latin typeface="Times New Roman"/>
                <a:cs typeface="Times New Roman"/>
              </a:rPr>
              <a:t>which</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also</a:t>
            </a:r>
            <a:r>
              <a:rPr sz="1200" spc="60" dirty="0">
                <a:latin typeface="Times New Roman"/>
                <a:cs typeface="Times New Roman"/>
              </a:rPr>
              <a:t> </a:t>
            </a:r>
            <a:r>
              <a:rPr sz="1200" dirty="0">
                <a:latin typeface="Times New Roman"/>
                <a:cs typeface="Times New Roman"/>
              </a:rPr>
              <a:t>connected</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other electronic</a:t>
            </a:r>
            <a:r>
              <a:rPr sz="1200" spc="-65" dirty="0">
                <a:latin typeface="Times New Roman"/>
                <a:cs typeface="Times New Roman"/>
              </a:rPr>
              <a:t> </a:t>
            </a:r>
            <a:r>
              <a:rPr sz="1200" dirty="0">
                <a:latin typeface="Times New Roman"/>
                <a:cs typeface="Times New Roman"/>
              </a:rPr>
              <a:t>components</a:t>
            </a:r>
            <a:r>
              <a:rPr sz="1200" spc="-30" dirty="0">
                <a:latin typeface="Times New Roman"/>
                <a:cs typeface="Times New Roman"/>
              </a:rPr>
              <a:t> </a:t>
            </a:r>
            <a:r>
              <a:rPr sz="1200" spc="-10" dirty="0">
                <a:latin typeface="Times New Roman"/>
                <a:cs typeface="Times New Roman"/>
              </a:rPr>
              <a:t>listed</a:t>
            </a:r>
            <a:r>
              <a:rPr sz="1200" spc="-40" dirty="0">
                <a:latin typeface="Times New Roman"/>
                <a:cs typeface="Times New Roman"/>
              </a:rPr>
              <a:t> </a:t>
            </a:r>
            <a:r>
              <a:rPr sz="1200" spc="-10" dirty="0">
                <a:latin typeface="Times New Roman"/>
                <a:cs typeface="Times New Roman"/>
              </a:rPr>
              <a:t>above.</a:t>
            </a:r>
            <a:r>
              <a:rPr sz="1200" spc="-30" dirty="0">
                <a:latin typeface="Times New Roman"/>
                <a:cs typeface="Times New Roman"/>
              </a:rPr>
              <a:t> </a:t>
            </a:r>
            <a:r>
              <a:rPr sz="1200" spc="-10" dirty="0">
                <a:latin typeface="Times New Roman"/>
                <a:cs typeface="Times New Roman"/>
              </a:rPr>
              <a:t>Measurement </a:t>
            </a:r>
            <a:r>
              <a:rPr sz="1200" dirty="0">
                <a:latin typeface="Times New Roman"/>
                <a:cs typeface="Times New Roman"/>
              </a:rPr>
              <a:t>of</a:t>
            </a:r>
            <a:r>
              <a:rPr sz="1200" spc="-75" dirty="0">
                <a:latin typeface="Times New Roman"/>
                <a:cs typeface="Times New Roman"/>
              </a:rPr>
              <a:t> </a:t>
            </a:r>
            <a:r>
              <a:rPr sz="1200" spc="-10" dirty="0">
                <a:latin typeface="Times New Roman"/>
                <a:cs typeface="Times New Roman"/>
              </a:rPr>
              <a:t>soil</a:t>
            </a:r>
            <a:r>
              <a:rPr sz="1200" spc="-60" dirty="0">
                <a:latin typeface="Times New Roman"/>
                <a:cs typeface="Times New Roman"/>
              </a:rPr>
              <a:t> </a:t>
            </a:r>
            <a:r>
              <a:rPr sz="1200" spc="-10" dirty="0">
                <a:latin typeface="Times New Roman"/>
                <a:cs typeface="Times New Roman"/>
              </a:rPr>
              <a:t>moisture</a:t>
            </a:r>
            <a:r>
              <a:rPr sz="1200" spc="-35" dirty="0">
                <a:latin typeface="Times New Roman"/>
                <a:cs typeface="Times New Roman"/>
              </a:rPr>
              <a:t> </a:t>
            </a:r>
            <a:r>
              <a:rPr sz="1200" dirty="0">
                <a:latin typeface="Times New Roman"/>
                <a:cs typeface="Times New Roman"/>
              </a:rPr>
              <a:t>is</a:t>
            </a:r>
            <a:r>
              <a:rPr sz="1200" spc="-55" dirty="0">
                <a:latin typeface="Times New Roman"/>
                <a:cs typeface="Times New Roman"/>
              </a:rPr>
              <a:t> </a:t>
            </a:r>
            <a:r>
              <a:rPr sz="1200" dirty="0">
                <a:latin typeface="Times New Roman"/>
                <a:cs typeface="Times New Roman"/>
              </a:rPr>
              <a:t>done</a:t>
            </a:r>
            <a:r>
              <a:rPr sz="1200" spc="-45" dirty="0">
                <a:latin typeface="Times New Roman"/>
                <a:cs typeface="Times New Roman"/>
              </a:rPr>
              <a:t> </a:t>
            </a:r>
            <a:r>
              <a:rPr sz="1200" spc="-10" dirty="0">
                <a:latin typeface="Times New Roman"/>
                <a:cs typeface="Times New Roman"/>
              </a:rPr>
              <a:t>by</a:t>
            </a:r>
            <a:r>
              <a:rPr sz="1200" spc="-6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sensor</a:t>
            </a:r>
            <a:r>
              <a:rPr sz="1200" spc="-30" dirty="0">
                <a:latin typeface="Times New Roman"/>
                <a:cs typeface="Times New Roman"/>
              </a:rPr>
              <a:t> </a:t>
            </a:r>
            <a:r>
              <a:rPr sz="1200" dirty="0">
                <a:latin typeface="Times New Roman"/>
                <a:cs typeface="Times New Roman"/>
              </a:rPr>
              <a:t>which</a:t>
            </a:r>
            <a:r>
              <a:rPr sz="1200" spc="-40" dirty="0">
                <a:latin typeface="Times New Roman"/>
                <a:cs typeface="Times New Roman"/>
              </a:rPr>
              <a:t> </a:t>
            </a:r>
            <a:r>
              <a:rPr sz="1200" spc="-10" dirty="0">
                <a:latin typeface="Times New Roman"/>
                <a:cs typeface="Times New Roman"/>
              </a:rPr>
              <a:t>forwards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information</a:t>
            </a:r>
            <a:r>
              <a:rPr sz="1200" spc="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parameters</a:t>
            </a:r>
            <a:r>
              <a:rPr sz="1200" spc="20" dirty="0">
                <a:latin typeface="Times New Roman"/>
                <a:cs typeface="Times New Roman"/>
              </a:rPr>
              <a:t> </a:t>
            </a:r>
            <a:r>
              <a:rPr sz="1200" dirty="0">
                <a:latin typeface="Times New Roman"/>
                <a:cs typeface="Times New Roman"/>
              </a:rPr>
              <a:t>regarding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soil</a:t>
            </a:r>
            <a:r>
              <a:rPr sz="1200" spc="15" dirty="0">
                <a:latin typeface="Times New Roman"/>
                <a:cs typeface="Times New Roman"/>
              </a:rPr>
              <a:t> </a:t>
            </a:r>
            <a:r>
              <a:rPr sz="1200" dirty="0">
                <a:latin typeface="Times New Roman"/>
                <a:cs typeface="Times New Roman"/>
              </a:rPr>
              <a:t>moisture</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microcontroller,</a:t>
            </a:r>
            <a:r>
              <a:rPr sz="1200" spc="40" dirty="0">
                <a:latin typeface="Times New Roman"/>
                <a:cs typeface="Times New Roman"/>
              </a:rPr>
              <a:t> </a:t>
            </a:r>
            <a:r>
              <a:rPr sz="1200" dirty="0">
                <a:latin typeface="Times New Roman"/>
                <a:cs typeface="Times New Roman"/>
              </a:rPr>
              <a:t>which</a:t>
            </a:r>
            <a:r>
              <a:rPr sz="1200" spc="10" dirty="0">
                <a:latin typeface="Times New Roman"/>
                <a:cs typeface="Times New Roman"/>
              </a:rPr>
              <a:t> </a:t>
            </a:r>
            <a:r>
              <a:rPr sz="1200" dirty="0">
                <a:latin typeface="Times New Roman"/>
                <a:cs typeface="Times New Roman"/>
              </a:rPr>
              <a:t>controls</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pump.</a:t>
            </a:r>
            <a:r>
              <a:rPr sz="1200" spc="25" dirty="0">
                <a:latin typeface="Times New Roman"/>
                <a:cs typeface="Times New Roman"/>
              </a:rPr>
              <a:t> </a:t>
            </a:r>
            <a:r>
              <a:rPr sz="1200" dirty="0">
                <a:latin typeface="Times New Roman"/>
                <a:cs typeface="Times New Roman"/>
              </a:rPr>
              <a:t>If</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level</a:t>
            </a:r>
            <a:r>
              <a:rPr sz="1200" spc="-20" dirty="0">
                <a:latin typeface="Times New Roman"/>
                <a:cs typeface="Times New Roman"/>
              </a:rPr>
              <a:t> </a:t>
            </a:r>
            <a:r>
              <a:rPr sz="1200" dirty="0">
                <a:latin typeface="Times New Roman"/>
                <a:cs typeface="Times New Roman"/>
              </a:rPr>
              <a:t>of</a:t>
            </a:r>
            <a:r>
              <a:rPr sz="1200" spc="-65" dirty="0">
                <a:latin typeface="Times New Roman"/>
                <a:cs typeface="Times New Roman"/>
              </a:rPr>
              <a:t> </a:t>
            </a:r>
            <a:r>
              <a:rPr sz="1200" dirty="0">
                <a:latin typeface="Times New Roman"/>
                <a:cs typeface="Times New Roman"/>
              </a:rPr>
              <a:t>soil</a:t>
            </a:r>
            <a:r>
              <a:rPr sz="1200" spc="-10" dirty="0">
                <a:latin typeface="Times New Roman"/>
                <a:cs typeface="Times New Roman"/>
              </a:rPr>
              <a:t> </a:t>
            </a:r>
            <a:r>
              <a:rPr sz="1200" dirty="0">
                <a:latin typeface="Times New Roman"/>
                <a:cs typeface="Times New Roman"/>
              </a:rPr>
              <a:t>moisture</a:t>
            </a:r>
            <a:r>
              <a:rPr sz="1200" spc="15" dirty="0">
                <a:latin typeface="Times New Roman"/>
                <a:cs typeface="Times New Roman"/>
              </a:rPr>
              <a:t> </a:t>
            </a:r>
            <a:r>
              <a:rPr sz="1200" dirty="0">
                <a:latin typeface="Times New Roman"/>
                <a:cs typeface="Times New Roman"/>
              </a:rPr>
              <a:t>drops</a:t>
            </a:r>
            <a:r>
              <a:rPr sz="1200" spc="5" dirty="0">
                <a:latin typeface="Times New Roman"/>
                <a:cs typeface="Times New Roman"/>
              </a:rPr>
              <a:t> </a:t>
            </a:r>
            <a:r>
              <a:rPr sz="1200" dirty="0">
                <a:latin typeface="Times New Roman"/>
                <a:cs typeface="Times New Roman"/>
              </a:rPr>
              <a:t>below</a:t>
            </a:r>
            <a:r>
              <a:rPr sz="1200" spc="1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certain</a:t>
            </a:r>
            <a:r>
              <a:rPr sz="1200" spc="10" dirty="0">
                <a:latin typeface="Times New Roman"/>
                <a:cs typeface="Times New Roman"/>
              </a:rPr>
              <a:t> </a:t>
            </a:r>
            <a:r>
              <a:rPr sz="1200" dirty="0">
                <a:latin typeface="Times New Roman"/>
                <a:cs typeface="Times New Roman"/>
              </a:rPr>
              <a:t>value,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microcontroller</a:t>
            </a:r>
            <a:r>
              <a:rPr sz="1200" spc="25" dirty="0">
                <a:latin typeface="Times New Roman"/>
                <a:cs typeface="Times New Roman"/>
              </a:rPr>
              <a:t> </a:t>
            </a:r>
            <a:r>
              <a:rPr sz="1200" dirty="0">
                <a:latin typeface="Times New Roman"/>
                <a:cs typeface="Times New Roman"/>
              </a:rPr>
              <a:t>sends the</a:t>
            </a:r>
            <a:r>
              <a:rPr sz="1200" spc="15" dirty="0">
                <a:latin typeface="Times New Roman"/>
                <a:cs typeface="Times New Roman"/>
              </a:rPr>
              <a:t> </a:t>
            </a:r>
            <a:r>
              <a:rPr sz="1200" dirty="0">
                <a:latin typeface="Times New Roman"/>
                <a:cs typeface="Times New Roman"/>
              </a:rPr>
              <a:t>signal</a:t>
            </a:r>
            <a:r>
              <a:rPr sz="1200" spc="-5" dirty="0">
                <a:latin typeface="Times New Roman"/>
                <a:cs typeface="Times New Roman"/>
              </a:rPr>
              <a:t> </a:t>
            </a:r>
            <a:r>
              <a:rPr sz="1200" spc="-25" dirty="0">
                <a:latin typeface="Times New Roman"/>
                <a:cs typeface="Times New Roman"/>
              </a:rPr>
              <a:t>to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relay</a:t>
            </a:r>
            <a:r>
              <a:rPr sz="1200" spc="5" dirty="0">
                <a:latin typeface="Times New Roman"/>
                <a:cs typeface="Times New Roman"/>
              </a:rPr>
              <a:t> </a:t>
            </a:r>
            <a:r>
              <a:rPr sz="1200" dirty="0">
                <a:latin typeface="Times New Roman"/>
                <a:cs typeface="Times New Roman"/>
              </a:rPr>
              <a:t>module</a:t>
            </a:r>
            <a:r>
              <a:rPr sz="1200" spc="30" dirty="0">
                <a:latin typeface="Times New Roman"/>
                <a:cs typeface="Times New Roman"/>
              </a:rPr>
              <a:t> </a:t>
            </a:r>
            <a:r>
              <a:rPr sz="1200" dirty="0">
                <a:latin typeface="Times New Roman"/>
                <a:cs typeface="Times New Roman"/>
              </a:rPr>
              <a:t>which</a:t>
            </a:r>
            <a:r>
              <a:rPr sz="1200" spc="5" dirty="0">
                <a:latin typeface="Times New Roman"/>
                <a:cs typeface="Times New Roman"/>
              </a:rPr>
              <a:t> </a:t>
            </a:r>
            <a:r>
              <a:rPr sz="1200" dirty="0">
                <a:latin typeface="Times New Roman"/>
                <a:cs typeface="Times New Roman"/>
              </a:rPr>
              <a:t>then</a:t>
            </a:r>
            <a:r>
              <a:rPr sz="1200" spc="10" dirty="0">
                <a:latin typeface="Times New Roman"/>
                <a:cs typeface="Times New Roman"/>
              </a:rPr>
              <a:t> </a:t>
            </a:r>
            <a:r>
              <a:rPr sz="1200" dirty="0">
                <a:latin typeface="Times New Roman"/>
                <a:cs typeface="Times New Roman"/>
              </a:rPr>
              <a:t>runs</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pump</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certain</a:t>
            </a:r>
            <a:r>
              <a:rPr sz="1200" spc="5" dirty="0">
                <a:latin typeface="Times New Roman"/>
                <a:cs typeface="Times New Roman"/>
              </a:rPr>
              <a:t> </a:t>
            </a:r>
            <a:r>
              <a:rPr sz="1200" dirty="0">
                <a:latin typeface="Times New Roman"/>
                <a:cs typeface="Times New Roman"/>
              </a:rPr>
              <a:t>amount</a:t>
            </a:r>
            <a:r>
              <a:rPr sz="1200" spc="3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water</a:t>
            </a:r>
            <a:r>
              <a:rPr sz="1200" spc="4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delivered</a:t>
            </a:r>
            <a:r>
              <a:rPr sz="1200" spc="3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plant.</a:t>
            </a:r>
            <a:r>
              <a:rPr sz="1200" spc="40" dirty="0">
                <a:latin typeface="Times New Roman"/>
                <a:cs typeface="Times New Roman"/>
              </a:rPr>
              <a:t> </a:t>
            </a:r>
            <a:r>
              <a:rPr sz="1200" spc="-20" dirty="0">
                <a:latin typeface="Times New Roman"/>
                <a:cs typeface="Times New Roman"/>
              </a:rPr>
              <a:t>Once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enough</a:t>
            </a:r>
            <a:r>
              <a:rPr sz="1200" spc="50" dirty="0">
                <a:latin typeface="Times New Roman"/>
                <a:cs typeface="Times New Roman"/>
              </a:rPr>
              <a:t> </a:t>
            </a:r>
            <a:r>
              <a:rPr sz="1200" dirty="0">
                <a:latin typeface="Times New Roman"/>
                <a:cs typeface="Times New Roman"/>
              </a:rPr>
              <a:t>water</a:t>
            </a:r>
            <a:r>
              <a:rPr sz="1200" spc="65" dirty="0">
                <a:latin typeface="Times New Roman"/>
                <a:cs typeface="Times New Roman"/>
              </a:rPr>
              <a:t> </a:t>
            </a:r>
            <a:r>
              <a:rPr sz="1200" dirty="0">
                <a:latin typeface="Times New Roman"/>
                <a:cs typeface="Times New Roman"/>
              </a:rPr>
              <a:t>is</a:t>
            </a:r>
            <a:r>
              <a:rPr sz="1200" spc="65" dirty="0">
                <a:latin typeface="Times New Roman"/>
                <a:cs typeface="Times New Roman"/>
              </a:rPr>
              <a:t> </a:t>
            </a:r>
            <a:r>
              <a:rPr sz="1200" dirty="0">
                <a:latin typeface="Times New Roman"/>
                <a:cs typeface="Times New Roman"/>
              </a:rPr>
              <a:t>delivered,</a:t>
            </a:r>
            <a:r>
              <a:rPr sz="1200" spc="8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pump</a:t>
            </a:r>
            <a:r>
              <a:rPr sz="1200" spc="75" dirty="0">
                <a:latin typeface="Times New Roman"/>
                <a:cs typeface="Times New Roman"/>
              </a:rPr>
              <a:t> </a:t>
            </a:r>
            <a:r>
              <a:rPr sz="1200" dirty="0">
                <a:latin typeface="Times New Roman"/>
                <a:cs typeface="Times New Roman"/>
              </a:rPr>
              <a:t>stops</a:t>
            </a:r>
            <a:r>
              <a:rPr sz="1200" spc="45" dirty="0">
                <a:latin typeface="Times New Roman"/>
                <a:cs typeface="Times New Roman"/>
              </a:rPr>
              <a:t> </a:t>
            </a:r>
            <a:r>
              <a:rPr sz="1200" dirty="0">
                <a:latin typeface="Times New Roman"/>
                <a:cs typeface="Times New Roman"/>
              </a:rPr>
              <a:t>doing</a:t>
            </a:r>
            <a:r>
              <a:rPr sz="1200" spc="100" dirty="0">
                <a:latin typeface="Times New Roman"/>
                <a:cs typeface="Times New Roman"/>
              </a:rPr>
              <a:t> </a:t>
            </a:r>
            <a:r>
              <a:rPr sz="1200" dirty="0">
                <a:latin typeface="Times New Roman"/>
                <a:cs typeface="Times New Roman"/>
              </a:rPr>
              <a:t>its</a:t>
            </a:r>
            <a:r>
              <a:rPr sz="1200" spc="65" dirty="0">
                <a:latin typeface="Times New Roman"/>
                <a:cs typeface="Times New Roman"/>
              </a:rPr>
              <a:t> </a:t>
            </a:r>
            <a:r>
              <a:rPr sz="1200" dirty="0">
                <a:latin typeface="Times New Roman"/>
                <a:cs typeface="Times New Roman"/>
              </a:rPr>
              <a:t>work.</a:t>
            </a:r>
            <a:r>
              <a:rPr sz="1200" spc="60" dirty="0">
                <a:latin typeface="Times New Roman"/>
                <a:cs typeface="Times New Roman"/>
              </a:rPr>
              <a:t> </a:t>
            </a:r>
            <a:r>
              <a:rPr sz="1200" dirty="0">
                <a:latin typeface="Times New Roman"/>
                <a:cs typeface="Times New Roman"/>
              </a:rPr>
              <a:t>Power</a:t>
            </a:r>
            <a:r>
              <a:rPr sz="1200" spc="65" dirty="0">
                <a:latin typeface="Times New Roman"/>
                <a:cs typeface="Times New Roman"/>
              </a:rPr>
              <a:t> </a:t>
            </a:r>
            <a:r>
              <a:rPr sz="1200" dirty="0">
                <a:latin typeface="Times New Roman"/>
                <a:cs typeface="Times New Roman"/>
              </a:rPr>
              <a:t>supply</a:t>
            </a:r>
            <a:r>
              <a:rPr sz="1200" spc="50" dirty="0">
                <a:latin typeface="Times New Roman"/>
                <a:cs typeface="Times New Roman"/>
              </a:rPr>
              <a:t> </a:t>
            </a:r>
            <a:r>
              <a:rPr sz="1200" dirty="0">
                <a:latin typeface="Times New Roman"/>
                <a:cs typeface="Times New Roman"/>
              </a:rPr>
              <a:t>has</a:t>
            </a:r>
            <a:r>
              <a:rPr sz="1200" spc="6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task</a:t>
            </a:r>
            <a:r>
              <a:rPr sz="1200" spc="50" dirty="0">
                <a:latin typeface="Times New Roman"/>
                <a:cs typeface="Times New Roman"/>
              </a:rPr>
              <a:t> </a:t>
            </a:r>
            <a:r>
              <a:rPr sz="1200" dirty="0">
                <a:latin typeface="Times New Roman"/>
                <a:cs typeface="Times New Roman"/>
              </a:rPr>
              <a:t>to</a:t>
            </a:r>
            <a:r>
              <a:rPr sz="1200" spc="80" dirty="0">
                <a:latin typeface="Times New Roman"/>
                <a:cs typeface="Times New Roman"/>
              </a:rPr>
              <a:t> </a:t>
            </a:r>
            <a:r>
              <a:rPr sz="1200" dirty="0">
                <a:latin typeface="Times New Roman"/>
                <a:cs typeface="Times New Roman"/>
              </a:rPr>
              <a:t>power</a:t>
            </a:r>
            <a:r>
              <a:rPr sz="1200" spc="35" dirty="0">
                <a:latin typeface="Times New Roman"/>
                <a:cs typeface="Times New Roman"/>
              </a:rPr>
              <a:t> </a:t>
            </a:r>
            <a:r>
              <a:rPr sz="1200" spc="-25" dirty="0">
                <a:latin typeface="Times New Roman"/>
                <a:cs typeface="Times New Roman"/>
              </a:rPr>
              <a:t>the </a:t>
            </a:r>
            <a:r>
              <a:rPr sz="1200" dirty="0">
                <a:latin typeface="Times New Roman"/>
                <a:cs typeface="Times New Roman"/>
              </a:rPr>
              <a:t>complete</a:t>
            </a:r>
            <a:r>
              <a:rPr sz="1200" spc="330" dirty="0">
                <a:latin typeface="Times New Roman"/>
                <a:cs typeface="Times New Roman"/>
              </a:rPr>
              <a:t> </a:t>
            </a:r>
            <a:r>
              <a:rPr sz="1200" dirty="0">
                <a:latin typeface="Times New Roman"/>
                <a:cs typeface="Times New Roman"/>
              </a:rPr>
              <a:t>system</a:t>
            </a:r>
            <a:r>
              <a:rPr sz="1200" spc="295" dirty="0">
                <a:latin typeface="Times New Roman"/>
                <a:cs typeface="Times New Roman"/>
              </a:rPr>
              <a:t> </a:t>
            </a:r>
            <a:r>
              <a:rPr sz="1200" dirty="0">
                <a:latin typeface="Times New Roman"/>
                <a:cs typeface="Times New Roman"/>
              </a:rPr>
              <a:t>and</a:t>
            </a:r>
            <a:r>
              <a:rPr sz="1200" spc="335" dirty="0">
                <a:latin typeface="Times New Roman"/>
                <a:cs typeface="Times New Roman"/>
              </a:rPr>
              <a:t> </a:t>
            </a:r>
            <a:r>
              <a:rPr sz="1200" dirty="0">
                <a:latin typeface="Times New Roman"/>
                <a:cs typeface="Times New Roman"/>
              </a:rPr>
              <a:t>the</a:t>
            </a:r>
            <a:r>
              <a:rPr sz="1200" spc="330" dirty="0">
                <a:latin typeface="Times New Roman"/>
                <a:cs typeface="Times New Roman"/>
              </a:rPr>
              <a:t> </a:t>
            </a:r>
            <a:r>
              <a:rPr sz="1200" dirty="0">
                <a:latin typeface="Times New Roman"/>
                <a:cs typeface="Times New Roman"/>
              </a:rPr>
              <a:t>recommended</a:t>
            </a:r>
            <a:r>
              <a:rPr sz="1200" spc="355" dirty="0">
                <a:latin typeface="Times New Roman"/>
                <a:cs typeface="Times New Roman"/>
              </a:rPr>
              <a:t> </a:t>
            </a:r>
            <a:r>
              <a:rPr sz="1200" dirty="0">
                <a:latin typeface="Times New Roman"/>
                <a:cs typeface="Times New Roman"/>
              </a:rPr>
              <a:t>voltage</a:t>
            </a:r>
            <a:r>
              <a:rPr sz="1200" spc="330" dirty="0">
                <a:latin typeface="Times New Roman"/>
                <a:cs typeface="Times New Roman"/>
              </a:rPr>
              <a:t> </a:t>
            </a:r>
            <a:r>
              <a:rPr sz="1200" dirty="0">
                <a:latin typeface="Times New Roman"/>
                <a:cs typeface="Times New Roman"/>
              </a:rPr>
              <a:t>should</a:t>
            </a:r>
            <a:r>
              <a:rPr sz="1200" spc="340" dirty="0">
                <a:latin typeface="Times New Roman"/>
                <a:cs typeface="Times New Roman"/>
              </a:rPr>
              <a:t> </a:t>
            </a:r>
            <a:r>
              <a:rPr sz="1200" dirty="0">
                <a:latin typeface="Times New Roman"/>
                <a:cs typeface="Times New Roman"/>
              </a:rPr>
              <a:t>respect</a:t>
            </a:r>
            <a:r>
              <a:rPr sz="1200" spc="360" dirty="0">
                <a:latin typeface="Times New Roman"/>
                <a:cs typeface="Times New Roman"/>
              </a:rPr>
              <a:t> </a:t>
            </a:r>
            <a:r>
              <a:rPr sz="1200" dirty="0">
                <a:latin typeface="Times New Roman"/>
                <a:cs typeface="Times New Roman"/>
              </a:rPr>
              <a:t>the</a:t>
            </a:r>
            <a:r>
              <a:rPr sz="1200" spc="355" dirty="0">
                <a:latin typeface="Times New Roman"/>
                <a:cs typeface="Times New Roman"/>
              </a:rPr>
              <a:t> </a:t>
            </a:r>
            <a:r>
              <a:rPr sz="1200" dirty="0">
                <a:latin typeface="Times New Roman"/>
                <a:cs typeface="Times New Roman"/>
              </a:rPr>
              <a:t>input</a:t>
            </a:r>
            <a:r>
              <a:rPr sz="1200" spc="360" dirty="0">
                <a:latin typeface="Times New Roman"/>
                <a:cs typeface="Times New Roman"/>
              </a:rPr>
              <a:t> </a:t>
            </a:r>
            <a:r>
              <a:rPr sz="1200" dirty="0">
                <a:latin typeface="Times New Roman"/>
                <a:cs typeface="Times New Roman"/>
              </a:rPr>
              <a:t>supply</a:t>
            </a:r>
            <a:r>
              <a:rPr sz="1200" spc="310" dirty="0">
                <a:latin typeface="Times New Roman"/>
                <a:cs typeface="Times New Roman"/>
              </a:rPr>
              <a:t> </a:t>
            </a:r>
            <a:r>
              <a:rPr sz="1200" dirty="0">
                <a:latin typeface="Times New Roman"/>
                <a:cs typeface="Times New Roman"/>
              </a:rPr>
              <a:t>range</a:t>
            </a:r>
            <a:r>
              <a:rPr sz="1200" spc="355" dirty="0">
                <a:latin typeface="Times New Roman"/>
                <a:cs typeface="Times New Roman"/>
              </a:rPr>
              <a:t> </a:t>
            </a:r>
            <a:r>
              <a:rPr sz="1200" dirty="0">
                <a:latin typeface="Times New Roman"/>
                <a:cs typeface="Times New Roman"/>
              </a:rPr>
              <a:t>for</a:t>
            </a:r>
            <a:r>
              <a:rPr sz="1200" spc="340" dirty="0">
                <a:latin typeface="Times New Roman"/>
                <a:cs typeface="Times New Roman"/>
              </a:rPr>
              <a:t> </a:t>
            </a:r>
            <a:r>
              <a:rPr sz="1200" spc="-25" dirty="0">
                <a:latin typeface="Times New Roman"/>
                <a:cs typeface="Times New Roman"/>
              </a:rPr>
              <a:t>the </a:t>
            </a:r>
            <a:r>
              <a:rPr sz="1200" dirty="0">
                <a:latin typeface="Times New Roman"/>
                <a:cs typeface="Times New Roman"/>
              </a:rPr>
              <a:t>microcontroller,</a:t>
            </a:r>
            <a:r>
              <a:rPr sz="1200" spc="195" dirty="0">
                <a:latin typeface="Times New Roman"/>
                <a:cs typeface="Times New Roman"/>
              </a:rPr>
              <a:t> </a:t>
            </a:r>
            <a:r>
              <a:rPr sz="1200" dirty="0">
                <a:latin typeface="Times New Roman"/>
                <a:cs typeface="Times New Roman"/>
              </a:rPr>
              <a:t>that</a:t>
            </a:r>
            <a:r>
              <a:rPr sz="1200" spc="185" dirty="0">
                <a:latin typeface="Times New Roman"/>
                <a:cs typeface="Times New Roman"/>
              </a:rPr>
              <a:t> </a:t>
            </a:r>
            <a:r>
              <a:rPr sz="1200" dirty="0">
                <a:latin typeface="Times New Roman"/>
                <a:cs typeface="Times New Roman"/>
              </a:rPr>
              <a:t>is,</a:t>
            </a:r>
            <a:r>
              <a:rPr sz="1200" spc="195" dirty="0">
                <a:latin typeface="Times New Roman"/>
                <a:cs typeface="Times New Roman"/>
              </a:rPr>
              <a:t> </a:t>
            </a:r>
            <a:r>
              <a:rPr sz="1200" dirty="0">
                <a:latin typeface="Times New Roman"/>
                <a:cs typeface="Times New Roman"/>
              </a:rPr>
              <a:t>from</a:t>
            </a:r>
            <a:r>
              <a:rPr sz="1200" spc="145" dirty="0">
                <a:latin typeface="Times New Roman"/>
                <a:cs typeface="Times New Roman"/>
              </a:rPr>
              <a:t> </a:t>
            </a:r>
            <a:r>
              <a:rPr sz="1200" dirty="0">
                <a:latin typeface="Times New Roman"/>
                <a:cs typeface="Times New Roman"/>
              </a:rPr>
              <a:t>7V</a:t>
            </a:r>
            <a:r>
              <a:rPr sz="1200" spc="160" dirty="0">
                <a:latin typeface="Times New Roman"/>
                <a:cs typeface="Times New Roman"/>
              </a:rPr>
              <a:t> </a:t>
            </a:r>
            <a:r>
              <a:rPr sz="1200" dirty="0">
                <a:latin typeface="Times New Roman"/>
                <a:cs typeface="Times New Roman"/>
              </a:rPr>
              <a:t>to</a:t>
            </a:r>
            <a:r>
              <a:rPr sz="1200" spc="210" dirty="0">
                <a:latin typeface="Times New Roman"/>
                <a:cs typeface="Times New Roman"/>
              </a:rPr>
              <a:t> </a:t>
            </a:r>
            <a:r>
              <a:rPr sz="1200" dirty="0">
                <a:latin typeface="Times New Roman"/>
                <a:cs typeface="Times New Roman"/>
              </a:rPr>
              <a:t>12V.</a:t>
            </a:r>
            <a:r>
              <a:rPr sz="1200" spc="195" dirty="0">
                <a:latin typeface="Times New Roman"/>
                <a:cs typeface="Times New Roman"/>
              </a:rPr>
              <a:t> </a:t>
            </a:r>
            <a:r>
              <a:rPr sz="1200" dirty="0">
                <a:latin typeface="Times New Roman"/>
                <a:cs typeface="Times New Roman"/>
              </a:rPr>
              <a:t>Relay</a:t>
            </a:r>
            <a:r>
              <a:rPr sz="1200" spc="185" dirty="0">
                <a:latin typeface="Times New Roman"/>
                <a:cs typeface="Times New Roman"/>
              </a:rPr>
              <a:t> </a:t>
            </a:r>
            <a:r>
              <a:rPr sz="1200" dirty="0">
                <a:latin typeface="Times New Roman"/>
                <a:cs typeface="Times New Roman"/>
              </a:rPr>
              <a:t>module</a:t>
            </a:r>
            <a:r>
              <a:rPr sz="1200" spc="204" dirty="0">
                <a:latin typeface="Times New Roman"/>
                <a:cs typeface="Times New Roman"/>
              </a:rPr>
              <a:t> </a:t>
            </a:r>
            <a:r>
              <a:rPr sz="1200" dirty="0">
                <a:latin typeface="Times New Roman"/>
                <a:cs typeface="Times New Roman"/>
              </a:rPr>
              <a:t>is</a:t>
            </a:r>
            <a:r>
              <a:rPr sz="1200" spc="175" dirty="0">
                <a:latin typeface="Times New Roman"/>
                <a:cs typeface="Times New Roman"/>
              </a:rPr>
              <a:t> </a:t>
            </a:r>
            <a:r>
              <a:rPr sz="1200" dirty="0">
                <a:latin typeface="Times New Roman"/>
                <a:cs typeface="Times New Roman"/>
              </a:rPr>
              <a:t>a</a:t>
            </a:r>
            <a:r>
              <a:rPr sz="1200" spc="180" dirty="0">
                <a:latin typeface="Times New Roman"/>
                <a:cs typeface="Times New Roman"/>
              </a:rPr>
              <a:t> </a:t>
            </a:r>
            <a:r>
              <a:rPr sz="1200" dirty="0">
                <a:latin typeface="Times New Roman"/>
                <a:cs typeface="Times New Roman"/>
              </a:rPr>
              <a:t>simple</a:t>
            </a:r>
            <a:r>
              <a:rPr sz="1200" spc="185" dirty="0">
                <a:latin typeface="Times New Roman"/>
                <a:cs typeface="Times New Roman"/>
              </a:rPr>
              <a:t> </a:t>
            </a:r>
            <a:r>
              <a:rPr sz="1200" dirty="0">
                <a:latin typeface="Times New Roman"/>
                <a:cs typeface="Times New Roman"/>
              </a:rPr>
              <a:t>circuit</a:t>
            </a:r>
            <a:r>
              <a:rPr sz="1200" spc="204" dirty="0">
                <a:latin typeface="Times New Roman"/>
                <a:cs typeface="Times New Roman"/>
              </a:rPr>
              <a:t> </a:t>
            </a:r>
            <a:r>
              <a:rPr sz="1200" dirty="0">
                <a:latin typeface="Times New Roman"/>
                <a:cs typeface="Times New Roman"/>
              </a:rPr>
              <a:t>consisting</a:t>
            </a:r>
            <a:r>
              <a:rPr sz="1200" spc="190" dirty="0">
                <a:latin typeface="Times New Roman"/>
                <a:cs typeface="Times New Roman"/>
              </a:rPr>
              <a:t> </a:t>
            </a:r>
            <a:r>
              <a:rPr sz="1200" dirty="0">
                <a:latin typeface="Times New Roman"/>
                <a:cs typeface="Times New Roman"/>
              </a:rPr>
              <a:t>of</a:t>
            </a:r>
            <a:r>
              <a:rPr sz="1200" spc="145" dirty="0">
                <a:latin typeface="Times New Roman"/>
                <a:cs typeface="Times New Roman"/>
              </a:rPr>
              <a:t> </a:t>
            </a:r>
            <a:r>
              <a:rPr sz="1200" dirty="0">
                <a:latin typeface="Times New Roman"/>
                <a:cs typeface="Times New Roman"/>
              </a:rPr>
              <a:t>a</a:t>
            </a:r>
            <a:r>
              <a:rPr sz="1200" spc="185" dirty="0">
                <a:latin typeface="Times New Roman"/>
                <a:cs typeface="Times New Roman"/>
              </a:rPr>
              <a:t> </a:t>
            </a:r>
            <a:r>
              <a:rPr sz="1200" spc="-10" dirty="0">
                <a:latin typeface="Times New Roman"/>
                <a:cs typeface="Times New Roman"/>
              </a:rPr>
              <a:t>single </a:t>
            </a:r>
            <a:r>
              <a:rPr sz="1200" dirty="0">
                <a:latin typeface="Times New Roman"/>
                <a:cs typeface="Times New Roman"/>
              </a:rPr>
              <a:t>transistor,</a:t>
            </a:r>
            <a:r>
              <a:rPr sz="1200" spc="30" dirty="0">
                <a:latin typeface="Times New Roman"/>
                <a:cs typeface="Times New Roman"/>
              </a:rPr>
              <a:t> </a:t>
            </a:r>
            <a:r>
              <a:rPr sz="1200" dirty="0">
                <a:latin typeface="Times New Roman"/>
                <a:cs typeface="Times New Roman"/>
              </a:rPr>
              <a:t>several</a:t>
            </a:r>
            <a:r>
              <a:rPr sz="1200" spc="25" dirty="0">
                <a:latin typeface="Times New Roman"/>
                <a:cs typeface="Times New Roman"/>
              </a:rPr>
              <a:t> </a:t>
            </a:r>
            <a:r>
              <a:rPr sz="1200" dirty="0">
                <a:latin typeface="Times New Roman"/>
                <a:cs typeface="Times New Roman"/>
              </a:rPr>
              <a:t>resistors,</a:t>
            </a:r>
            <a:r>
              <a:rPr sz="1200" spc="30" dirty="0">
                <a:latin typeface="Times New Roman"/>
                <a:cs typeface="Times New Roman"/>
              </a:rPr>
              <a:t> </a:t>
            </a:r>
            <a:r>
              <a:rPr sz="1200" dirty="0">
                <a:latin typeface="Times New Roman"/>
                <a:cs typeface="Times New Roman"/>
              </a:rPr>
              <a:t>diodes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relay</a:t>
            </a:r>
            <a:r>
              <a:rPr sz="1200" spc="-5"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it</a:t>
            </a:r>
            <a:r>
              <a:rPr sz="1200" spc="6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controlled</a:t>
            </a:r>
            <a:r>
              <a:rPr sz="1200" spc="40" dirty="0">
                <a:latin typeface="Times New Roman"/>
                <a:cs typeface="Times New Roman"/>
              </a:rPr>
              <a:t> </a:t>
            </a:r>
            <a:r>
              <a:rPr sz="1200" dirty="0">
                <a:latin typeface="Times New Roman"/>
                <a:cs typeface="Times New Roman"/>
              </a:rPr>
              <a:t>digitally</a:t>
            </a:r>
            <a:r>
              <a:rPr sz="1200" spc="50" dirty="0">
                <a:latin typeface="Times New Roman"/>
                <a:cs typeface="Times New Roman"/>
              </a:rPr>
              <a:t> </a:t>
            </a:r>
            <a:r>
              <a:rPr sz="1200" dirty="0">
                <a:latin typeface="Times New Roman"/>
                <a:cs typeface="Times New Roman"/>
              </a:rPr>
              <a:t>by</a:t>
            </a:r>
            <a:r>
              <a:rPr sz="1200" spc="40" dirty="0">
                <a:latin typeface="Times New Roman"/>
                <a:cs typeface="Times New Roman"/>
              </a:rPr>
              <a:t> </a:t>
            </a:r>
            <a:r>
              <a:rPr sz="1200" dirty="0">
                <a:latin typeface="Times New Roman"/>
                <a:cs typeface="Times New Roman"/>
              </a:rPr>
              <a:t>microcontroller.</a:t>
            </a:r>
            <a:r>
              <a:rPr sz="1200" spc="50" dirty="0">
                <a:latin typeface="Times New Roman"/>
                <a:cs typeface="Times New Roman"/>
              </a:rPr>
              <a:t> </a:t>
            </a:r>
            <a:r>
              <a:rPr sz="1200" spc="-10" dirty="0">
                <a:latin typeface="Times New Roman"/>
                <a:cs typeface="Times New Roman"/>
              </a:rPr>
              <a:t>Since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complete</a:t>
            </a:r>
            <a:r>
              <a:rPr sz="1200" spc="-75" dirty="0">
                <a:latin typeface="Times New Roman"/>
                <a:cs typeface="Times New Roman"/>
              </a:rPr>
              <a:t> </a:t>
            </a:r>
            <a:r>
              <a:rPr sz="1200" spc="-10" dirty="0">
                <a:latin typeface="Times New Roman"/>
                <a:cs typeface="Times New Roman"/>
              </a:rPr>
              <a:t>system</a:t>
            </a:r>
            <a:r>
              <a:rPr sz="1200" spc="-65" dirty="0">
                <a:latin typeface="Times New Roman"/>
                <a:cs typeface="Times New Roman"/>
              </a:rPr>
              <a:t> </a:t>
            </a:r>
            <a:r>
              <a:rPr sz="1200" dirty="0">
                <a:latin typeface="Times New Roman"/>
                <a:cs typeface="Times New Roman"/>
              </a:rPr>
              <a:t>should</a:t>
            </a:r>
            <a:r>
              <a:rPr sz="1200" spc="-35" dirty="0">
                <a:latin typeface="Times New Roman"/>
                <a:cs typeface="Times New Roman"/>
              </a:rPr>
              <a:t> </a:t>
            </a:r>
            <a:r>
              <a:rPr sz="1200" dirty="0">
                <a:latin typeface="Times New Roman"/>
                <a:cs typeface="Times New Roman"/>
              </a:rPr>
              <a:t>be</a:t>
            </a:r>
            <a:r>
              <a:rPr sz="1200" spc="-45" dirty="0">
                <a:latin typeface="Times New Roman"/>
                <a:cs typeface="Times New Roman"/>
              </a:rPr>
              <a:t> </a:t>
            </a:r>
            <a:r>
              <a:rPr sz="1200" dirty="0">
                <a:latin typeface="Times New Roman"/>
                <a:cs typeface="Times New Roman"/>
              </a:rPr>
              <a:t>embedded</a:t>
            </a:r>
            <a:r>
              <a:rPr sz="1200" spc="-5" dirty="0">
                <a:latin typeface="Times New Roman"/>
                <a:cs typeface="Times New Roman"/>
              </a:rPr>
              <a:t> </a:t>
            </a:r>
            <a:r>
              <a:rPr sz="1200" dirty="0">
                <a:latin typeface="Times New Roman"/>
                <a:cs typeface="Times New Roman"/>
              </a:rPr>
              <a:t>in</a:t>
            </a:r>
            <a:r>
              <a:rPr sz="1200" spc="-65" dirty="0">
                <a:latin typeface="Times New Roman"/>
                <a:cs typeface="Times New Roman"/>
              </a:rPr>
              <a:t> </a:t>
            </a:r>
            <a:r>
              <a:rPr sz="1200" dirty="0">
                <a:latin typeface="Times New Roman"/>
                <a:cs typeface="Times New Roman"/>
              </a:rPr>
              <a:t>a</a:t>
            </a:r>
            <a:r>
              <a:rPr sz="1200" spc="-55" dirty="0">
                <a:latin typeface="Times New Roman"/>
                <a:cs typeface="Times New Roman"/>
              </a:rPr>
              <a:t> </a:t>
            </a:r>
            <a:r>
              <a:rPr sz="1200" dirty="0">
                <a:latin typeface="Times New Roman"/>
                <a:cs typeface="Times New Roman"/>
              </a:rPr>
              <a:t>small</a:t>
            </a:r>
            <a:r>
              <a:rPr sz="1200" spc="-60" dirty="0">
                <a:latin typeface="Times New Roman"/>
                <a:cs typeface="Times New Roman"/>
              </a:rPr>
              <a:t> </a:t>
            </a:r>
            <a:r>
              <a:rPr sz="1200" dirty="0">
                <a:latin typeface="Times New Roman"/>
                <a:cs typeface="Times New Roman"/>
              </a:rPr>
              <a:t>box,</a:t>
            </a:r>
            <a:r>
              <a:rPr sz="1200" spc="-10" dirty="0">
                <a:latin typeface="Times New Roman"/>
                <a:cs typeface="Times New Roman"/>
              </a:rPr>
              <a:t> </a:t>
            </a:r>
            <a:r>
              <a:rPr sz="1200" dirty="0">
                <a:latin typeface="Times New Roman"/>
                <a:cs typeface="Times New Roman"/>
              </a:rPr>
              <a:t>Arduino Nano</a:t>
            </a:r>
            <a:r>
              <a:rPr sz="1200" spc="15" dirty="0">
                <a:latin typeface="Times New Roman"/>
                <a:cs typeface="Times New Roman"/>
              </a:rPr>
              <a:t> </a:t>
            </a:r>
            <a:r>
              <a:rPr sz="1200" spc="-10" dirty="0">
                <a:latin typeface="Times New Roman"/>
                <a:cs typeface="Times New Roman"/>
              </a:rPr>
              <a:t>is</a:t>
            </a:r>
            <a:r>
              <a:rPr sz="1200" spc="-5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perfect</a:t>
            </a:r>
            <a:r>
              <a:rPr sz="1200" spc="20" dirty="0">
                <a:latin typeface="Times New Roman"/>
                <a:cs typeface="Times New Roman"/>
              </a:rPr>
              <a:t> </a:t>
            </a:r>
            <a:r>
              <a:rPr sz="1200" spc="-10" dirty="0">
                <a:latin typeface="Times New Roman"/>
                <a:cs typeface="Times New Roman"/>
              </a:rPr>
              <a:t>microcontroller</a:t>
            </a:r>
            <a:r>
              <a:rPr sz="1200" dirty="0">
                <a:latin typeface="Times New Roman"/>
                <a:cs typeface="Times New Roman"/>
              </a:rPr>
              <a:t> </a:t>
            </a:r>
            <a:r>
              <a:rPr sz="1200" spc="-25" dirty="0">
                <a:latin typeface="Times New Roman"/>
                <a:cs typeface="Times New Roman"/>
              </a:rPr>
              <a:t>for </a:t>
            </a:r>
            <a:r>
              <a:rPr sz="1200" dirty="0">
                <a:latin typeface="Times New Roman"/>
                <a:cs typeface="Times New Roman"/>
              </a:rPr>
              <a:t>this</a:t>
            </a:r>
            <a:r>
              <a:rPr sz="1200" spc="-75" dirty="0">
                <a:latin typeface="Times New Roman"/>
                <a:cs typeface="Times New Roman"/>
              </a:rPr>
              <a:t> </a:t>
            </a:r>
            <a:r>
              <a:rPr sz="1200" dirty="0">
                <a:latin typeface="Times New Roman"/>
                <a:cs typeface="Times New Roman"/>
              </a:rPr>
              <a:t>purpose</a:t>
            </a:r>
            <a:r>
              <a:rPr sz="1200" spc="-50" dirty="0">
                <a:latin typeface="Times New Roman"/>
                <a:cs typeface="Times New Roman"/>
              </a:rPr>
              <a:t> </a:t>
            </a:r>
            <a:r>
              <a:rPr sz="1200" dirty="0">
                <a:latin typeface="Times New Roman"/>
                <a:cs typeface="Times New Roman"/>
              </a:rPr>
              <a:t>because</a:t>
            </a:r>
            <a:r>
              <a:rPr sz="1200" spc="-35"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dirty="0">
                <a:latin typeface="Times New Roman"/>
                <a:cs typeface="Times New Roman"/>
              </a:rPr>
              <a:t>its</a:t>
            </a:r>
            <a:r>
              <a:rPr sz="1200" spc="-60" dirty="0">
                <a:latin typeface="Times New Roman"/>
                <a:cs typeface="Times New Roman"/>
              </a:rPr>
              <a:t> </a:t>
            </a:r>
            <a:r>
              <a:rPr sz="1200" dirty="0">
                <a:latin typeface="Times New Roman"/>
                <a:cs typeface="Times New Roman"/>
              </a:rPr>
              <a:t>dimensions</a:t>
            </a:r>
            <a:r>
              <a:rPr sz="1200" spc="-3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its</a:t>
            </a:r>
            <a:r>
              <a:rPr sz="1200" spc="-55" dirty="0">
                <a:latin typeface="Times New Roman"/>
                <a:cs typeface="Times New Roman"/>
              </a:rPr>
              <a:t> </a:t>
            </a:r>
            <a:r>
              <a:rPr sz="1200" dirty="0">
                <a:latin typeface="Times New Roman"/>
                <a:cs typeface="Times New Roman"/>
              </a:rPr>
              <a:t>work</a:t>
            </a:r>
            <a:r>
              <a:rPr sz="1200" spc="-75" dirty="0">
                <a:latin typeface="Times New Roman"/>
                <a:cs typeface="Times New Roman"/>
              </a:rPr>
              <a:t> </a:t>
            </a:r>
            <a:r>
              <a:rPr sz="1200" spc="-10" dirty="0">
                <a:latin typeface="Times New Roman"/>
                <a:cs typeface="Times New Roman"/>
              </a:rPr>
              <a:t>performance.</a:t>
            </a:r>
            <a:r>
              <a:rPr sz="1200" spc="-15" dirty="0">
                <a:latin typeface="Times New Roman"/>
                <a:cs typeface="Times New Roman"/>
              </a:rPr>
              <a:t> </a:t>
            </a:r>
            <a:r>
              <a:rPr sz="1200" dirty="0">
                <a:latin typeface="Times New Roman"/>
                <a:cs typeface="Times New Roman"/>
              </a:rPr>
              <a:t>Soil</a:t>
            </a:r>
            <a:r>
              <a:rPr sz="1200" spc="-65" dirty="0">
                <a:latin typeface="Times New Roman"/>
                <a:cs typeface="Times New Roman"/>
              </a:rPr>
              <a:t> </a:t>
            </a:r>
            <a:r>
              <a:rPr sz="1200" dirty="0">
                <a:latin typeface="Times New Roman"/>
                <a:cs typeface="Times New Roman"/>
              </a:rPr>
              <a:t>moisture</a:t>
            </a:r>
            <a:r>
              <a:rPr sz="1200" spc="-30" dirty="0">
                <a:latin typeface="Times New Roman"/>
                <a:cs typeface="Times New Roman"/>
              </a:rPr>
              <a:t> </a:t>
            </a:r>
            <a:r>
              <a:rPr sz="1200" dirty="0">
                <a:latin typeface="Times New Roman"/>
                <a:cs typeface="Times New Roman"/>
              </a:rPr>
              <a:t>module</a:t>
            </a:r>
            <a:r>
              <a:rPr sz="1200" spc="10" dirty="0">
                <a:latin typeface="Times New Roman"/>
                <a:cs typeface="Times New Roman"/>
              </a:rPr>
              <a:t> </a:t>
            </a:r>
            <a:r>
              <a:rPr sz="1200" dirty="0">
                <a:latin typeface="Times New Roman"/>
                <a:cs typeface="Times New Roman"/>
              </a:rPr>
              <a:t>is</a:t>
            </a:r>
            <a:r>
              <a:rPr sz="1200" spc="-65" dirty="0">
                <a:latin typeface="Times New Roman"/>
                <a:cs typeface="Times New Roman"/>
              </a:rPr>
              <a:t> </a:t>
            </a:r>
            <a:r>
              <a:rPr sz="1200" dirty="0">
                <a:latin typeface="Times New Roman"/>
                <a:cs typeface="Times New Roman"/>
              </a:rPr>
              <a:t>consisting</a:t>
            </a:r>
            <a:r>
              <a:rPr sz="1200" spc="-5" dirty="0">
                <a:latin typeface="Times New Roman"/>
                <a:cs typeface="Times New Roman"/>
              </a:rPr>
              <a:t> </a:t>
            </a:r>
            <a:r>
              <a:rPr sz="1200" spc="-25" dirty="0">
                <a:latin typeface="Times New Roman"/>
                <a:cs typeface="Times New Roman"/>
              </a:rPr>
              <a:t>of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two</a:t>
            </a:r>
            <a:r>
              <a:rPr sz="1200" spc="30" dirty="0">
                <a:latin typeface="Times New Roman"/>
                <a:cs typeface="Times New Roman"/>
              </a:rPr>
              <a:t> </a:t>
            </a:r>
            <a:r>
              <a:rPr sz="1200" dirty="0">
                <a:latin typeface="Times New Roman"/>
                <a:cs typeface="Times New Roman"/>
              </a:rPr>
              <a:t>parts:</a:t>
            </a:r>
            <a:r>
              <a:rPr sz="1200" spc="40" dirty="0">
                <a:latin typeface="Times New Roman"/>
                <a:cs typeface="Times New Roman"/>
              </a:rPr>
              <a:t> </a:t>
            </a:r>
            <a:r>
              <a:rPr sz="1200" dirty="0">
                <a:latin typeface="Times New Roman"/>
                <a:cs typeface="Times New Roman"/>
              </a:rPr>
              <a:t>amplifier</a:t>
            </a:r>
            <a:r>
              <a:rPr sz="1200" spc="40" dirty="0">
                <a:latin typeface="Times New Roman"/>
                <a:cs typeface="Times New Roman"/>
              </a:rPr>
              <a:t> </a:t>
            </a:r>
            <a:r>
              <a:rPr sz="1200" dirty="0">
                <a:latin typeface="Times New Roman"/>
                <a:cs typeface="Times New Roman"/>
              </a:rPr>
              <a:t>circuit</a:t>
            </a:r>
            <a:r>
              <a:rPr sz="1200" spc="5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probes.</a:t>
            </a:r>
            <a:r>
              <a:rPr sz="1200" spc="40" dirty="0">
                <a:latin typeface="Times New Roman"/>
                <a:cs typeface="Times New Roman"/>
              </a:rPr>
              <a:t> </a:t>
            </a:r>
            <a:r>
              <a:rPr sz="1200" dirty="0">
                <a:latin typeface="Times New Roman"/>
                <a:cs typeface="Times New Roman"/>
              </a:rPr>
              <a:t>This</a:t>
            </a:r>
            <a:r>
              <a:rPr sz="1200" spc="60" dirty="0">
                <a:latin typeface="Times New Roman"/>
                <a:cs typeface="Times New Roman"/>
              </a:rPr>
              <a:t> </a:t>
            </a:r>
            <a:r>
              <a:rPr sz="1200" dirty="0">
                <a:latin typeface="Times New Roman"/>
                <a:cs typeface="Times New Roman"/>
              </a:rPr>
              <a:t>module</a:t>
            </a:r>
            <a:r>
              <a:rPr sz="1200" spc="30"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digital</a:t>
            </a:r>
            <a:r>
              <a:rPr sz="1200" spc="-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analog</a:t>
            </a:r>
            <a:r>
              <a:rPr sz="1200" spc="35" dirty="0">
                <a:latin typeface="Times New Roman"/>
                <a:cs typeface="Times New Roman"/>
              </a:rPr>
              <a:t> </a:t>
            </a:r>
            <a:r>
              <a:rPr sz="1200" dirty="0">
                <a:latin typeface="Times New Roman"/>
                <a:cs typeface="Times New Roman"/>
              </a:rPr>
              <a:t>outputs,</a:t>
            </a:r>
            <a:r>
              <a:rPr sz="1200" spc="25" dirty="0">
                <a:latin typeface="Times New Roman"/>
                <a:cs typeface="Times New Roman"/>
              </a:rPr>
              <a:t> </a:t>
            </a:r>
            <a:r>
              <a:rPr sz="1200" dirty="0">
                <a:latin typeface="Times New Roman"/>
                <a:cs typeface="Times New Roman"/>
              </a:rPr>
              <a:t>where</a:t>
            </a:r>
            <a:r>
              <a:rPr sz="1200" spc="25" dirty="0">
                <a:latin typeface="Times New Roman"/>
                <a:cs typeface="Times New Roman"/>
              </a:rPr>
              <a:t> </a:t>
            </a:r>
            <a:r>
              <a:rPr sz="1200" spc="-10" dirty="0">
                <a:latin typeface="Times New Roman"/>
                <a:cs typeface="Times New Roman"/>
              </a:rPr>
              <a:t>digital </a:t>
            </a:r>
            <a:r>
              <a:rPr sz="1200" dirty="0">
                <a:latin typeface="Times New Roman"/>
                <a:cs typeface="Times New Roman"/>
              </a:rPr>
              <a:t>output</a:t>
            </a:r>
            <a:r>
              <a:rPr sz="1200" spc="-1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set</a:t>
            </a:r>
            <a:r>
              <a:rPr sz="1200" spc="5" dirty="0">
                <a:latin typeface="Times New Roman"/>
                <a:cs typeface="Times New Roman"/>
              </a:rPr>
              <a:t> </a:t>
            </a:r>
            <a:r>
              <a:rPr sz="1200" dirty="0">
                <a:latin typeface="Times New Roman"/>
                <a:cs typeface="Times New Roman"/>
              </a:rPr>
              <a:t>to </a:t>
            </a:r>
            <a:r>
              <a:rPr sz="1200" spc="-10" dirty="0">
                <a:latin typeface="Times New Roman"/>
                <a:cs typeface="Times New Roman"/>
              </a:rPr>
              <a:t>logical</a:t>
            </a:r>
            <a:r>
              <a:rPr sz="1200" spc="-60" dirty="0">
                <a:latin typeface="Times New Roman"/>
                <a:cs typeface="Times New Roman"/>
              </a:rPr>
              <a:t> </a:t>
            </a:r>
            <a:r>
              <a:rPr sz="1200" dirty="0">
                <a:latin typeface="Times New Roman"/>
                <a:cs typeface="Times New Roman"/>
              </a:rPr>
              <a:t>1</a:t>
            </a:r>
            <a:r>
              <a:rPr sz="1200" spc="-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threshold</a:t>
            </a:r>
            <a:r>
              <a:rPr sz="1200" spc="2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activated.</a:t>
            </a:r>
            <a:r>
              <a:rPr sz="1200" spc="-1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threshold</a:t>
            </a:r>
            <a:r>
              <a:rPr sz="1200" spc="2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set</a:t>
            </a:r>
            <a:r>
              <a:rPr sz="1200" spc="25"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potentiometer.</a:t>
            </a:r>
            <a:r>
              <a:rPr sz="1200" spc="-5" dirty="0">
                <a:latin typeface="Times New Roman"/>
                <a:cs typeface="Times New Roman"/>
              </a:rPr>
              <a:t> </a:t>
            </a:r>
            <a:r>
              <a:rPr sz="1200" spc="-10" dirty="0">
                <a:latin typeface="Times New Roman"/>
                <a:cs typeface="Times New Roman"/>
              </a:rPr>
              <a:t>Analog </a:t>
            </a:r>
            <a:r>
              <a:rPr sz="1200" dirty="0">
                <a:latin typeface="Times New Roman"/>
                <a:cs typeface="Times New Roman"/>
              </a:rPr>
              <a:t>output</a:t>
            </a:r>
            <a:r>
              <a:rPr sz="1200" spc="-25" dirty="0">
                <a:latin typeface="Times New Roman"/>
                <a:cs typeface="Times New Roman"/>
              </a:rPr>
              <a:t> </a:t>
            </a:r>
            <a:r>
              <a:rPr sz="1200" dirty="0">
                <a:latin typeface="Times New Roman"/>
                <a:cs typeface="Times New Roman"/>
              </a:rPr>
              <a:t>gives</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real</a:t>
            </a:r>
            <a:r>
              <a:rPr sz="1200" spc="-65"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spc="-1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regarding the</a:t>
            </a:r>
            <a:r>
              <a:rPr sz="1200" spc="20" dirty="0">
                <a:latin typeface="Times New Roman"/>
                <a:cs typeface="Times New Roman"/>
              </a:rPr>
              <a:t> </a:t>
            </a:r>
            <a:r>
              <a:rPr sz="1200" dirty="0">
                <a:latin typeface="Times New Roman"/>
                <a:cs typeface="Times New Roman"/>
              </a:rPr>
              <a:t>moisture</a:t>
            </a:r>
            <a:r>
              <a:rPr sz="1200" spc="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 plant</a:t>
            </a:r>
            <a:r>
              <a:rPr sz="1200" spc="3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output</a:t>
            </a:r>
            <a:r>
              <a:rPr sz="1200" spc="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spc="-25" dirty="0">
                <a:latin typeface="Times New Roman"/>
                <a:cs typeface="Times New Roman"/>
              </a:rPr>
              <a:t>the </a:t>
            </a:r>
            <a:r>
              <a:rPr sz="1200" dirty="0">
                <a:latin typeface="Times New Roman"/>
                <a:cs typeface="Times New Roman"/>
              </a:rPr>
              <a:t>system.</a:t>
            </a:r>
            <a:r>
              <a:rPr sz="1200" spc="10" dirty="0">
                <a:latin typeface="Times New Roman"/>
                <a:cs typeface="Times New Roman"/>
              </a:rPr>
              <a:t> </a:t>
            </a:r>
            <a:r>
              <a:rPr sz="1200" dirty="0">
                <a:latin typeface="Times New Roman"/>
                <a:cs typeface="Times New Roman"/>
              </a:rPr>
              <a:t>Water</a:t>
            </a:r>
            <a:r>
              <a:rPr sz="1200" spc="10" dirty="0">
                <a:latin typeface="Times New Roman"/>
                <a:cs typeface="Times New Roman"/>
              </a:rPr>
              <a:t> </a:t>
            </a:r>
            <a:r>
              <a:rPr sz="1200" dirty="0">
                <a:latin typeface="Times New Roman"/>
                <a:cs typeface="Times New Roman"/>
              </a:rPr>
              <a:t>pump</a:t>
            </a:r>
            <a:r>
              <a:rPr sz="1200" spc="2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connected to</a:t>
            </a:r>
            <a:r>
              <a:rPr sz="1200" spc="10" dirty="0">
                <a:latin typeface="Times New Roman"/>
                <a:cs typeface="Times New Roman"/>
              </a:rPr>
              <a:t> </a:t>
            </a:r>
            <a:r>
              <a:rPr sz="1200" dirty="0">
                <a:latin typeface="Times New Roman"/>
                <a:cs typeface="Times New Roman"/>
              </a:rPr>
              <a:t>the relay</a:t>
            </a:r>
            <a:r>
              <a:rPr sz="1200" spc="-15" dirty="0">
                <a:latin typeface="Times New Roman"/>
                <a:cs typeface="Times New Roman"/>
              </a:rPr>
              <a:t> </a:t>
            </a:r>
            <a:r>
              <a:rPr sz="1200" dirty="0">
                <a:latin typeface="Times New Roman"/>
                <a:cs typeface="Times New Roman"/>
              </a:rPr>
              <a:t>module and</a:t>
            </a:r>
            <a:r>
              <a:rPr sz="1200" spc="25"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works</a:t>
            </a:r>
            <a:r>
              <a:rPr sz="1200" spc="-5" dirty="0">
                <a:latin typeface="Times New Roman"/>
                <a:cs typeface="Times New Roman"/>
              </a:rPr>
              <a:t> </a:t>
            </a:r>
            <a:r>
              <a:rPr sz="1200" dirty="0">
                <a:latin typeface="Times New Roman"/>
                <a:cs typeface="Times New Roman"/>
              </a:rPr>
              <a:t>when</a:t>
            </a:r>
            <a:r>
              <a:rPr sz="1200" spc="-20" dirty="0">
                <a:latin typeface="Times New Roman"/>
                <a:cs typeface="Times New Roman"/>
              </a:rPr>
              <a:t> </a:t>
            </a:r>
            <a:r>
              <a:rPr sz="1200" dirty="0">
                <a:latin typeface="Times New Roman"/>
                <a:cs typeface="Times New Roman"/>
              </a:rPr>
              <a:t>the relay</a:t>
            </a:r>
            <a:r>
              <a:rPr sz="1200" spc="30" dirty="0">
                <a:latin typeface="Times New Roman"/>
                <a:cs typeface="Times New Roman"/>
              </a:rPr>
              <a:t> </a:t>
            </a:r>
            <a:r>
              <a:rPr sz="1200" dirty="0">
                <a:latin typeface="Times New Roman"/>
                <a:cs typeface="Times New Roman"/>
              </a:rPr>
              <a:t>module gets</a:t>
            </a:r>
            <a:r>
              <a:rPr sz="1200" spc="-5" dirty="0">
                <a:latin typeface="Times New Roman"/>
                <a:cs typeface="Times New Roman"/>
              </a:rPr>
              <a:t> </a:t>
            </a:r>
            <a:r>
              <a:rPr sz="1200" spc="-50" dirty="0">
                <a:latin typeface="Times New Roman"/>
                <a:cs typeface="Times New Roman"/>
              </a:rPr>
              <a:t>a </a:t>
            </a:r>
            <a:r>
              <a:rPr sz="1200" dirty="0">
                <a:latin typeface="Times New Roman"/>
                <a:cs typeface="Times New Roman"/>
              </a:rPr>
              <a:t>command</a:t>
            </a:r>
            <a:r>
              <a:rPr sz="1200" spc="-5" dirty="0">
                <a:latin typeface="Times New Roman"/>
                <a:cs typeface="Times New Roman"/>
              </a:rPr>
              <a:t> </a:t>
            </a:r>
            <a:r>
              <a:rPr sz="1200" dirty="0">
                <a:latin typeface="Times New Roman"/>
                <a:cs typeface="Times New Roman"/>
              </a:rPr>
              <a:t>from</a:t>
            </a:r>
            <a:r>
              <a:rPr sz="1200" spc="-65" dirty="0">
                <a:latin typeface="Times New Roman"/>
                <a:cs typeface="Times New Roman"/>
              </a:rPr>
              <a:t> </a:t>
            </a:r>
            <a:r>
              <a:rPr sz="1200" dirty="0">
                <a:latin typeface="Times New Roman"/>
                <a:cs typeface="Times New Roman"/>
              </a:rPr>
              <a:t>the </a:t>
            </a:r>
            <a:r>
              <a:rPr sz="1200" spc="-10" dirty="0">
                <a:latin typeface="Times New Roman"/>
                <a:cs typeface="Times New Roman"/>
              </a:rPr>
              <a:t>microcontroller.</a:t>
            </a:r>
            <a:endParaRPr sz="1200">
              <a:latin typeface="Times New Roman"/>
              <a:cs typeface="Times New Roman"/>
            </a:endParaRPr>
          </a:p>
        </p:txBody>
      </p:sp>
      <p:sp>
        <p:nvSpPr>
          <p:cNvPr id="3" name="object 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5" name="Slide Number Placeholder 4">
            <a:extLst>
              <a:ext uri="{FF2B5EF4-FFF2-40B4-BE49-F238E27FC236}">
                <a16:creationId xmlns:a16="http://schemas.microsoft.com/office/drawing/2014/main" id="{4D26116B-39A3-0967-48C6-DD3ED1D4A860}"/>
              </a:ext>
            </a:extLst>
          </p:cNvPr>
          <p:cNvSpPr>
            <a:spLocks noGrp="1"/>
          </p:cNvSpPr>
          <p:nvPr>
            <p:ph type="sldNum" sz="quarter" idx="7"/>
          </p:nvPr>
        </p:nvSpPr>
        <p:spPr>
          <a:xfrm>
            <a:off x="3712464" y="8986096"/>
            <a:ext cx="294386" cy="167641"/>
          </a:xfrm>
        </p:spPr>
        <p:txBody>
          <a:bodyPr/>
          <a:lstStyle/>
          <a:p>
            <a:pPr marL="38100">
              <a:lnSpc>
                <a:spcPts val="1410"/>
              </a:lnSpc>
            </a:pPr>
            <a:fld id="{81D60167-4931-47E6-BA6A-407CBD079E47}" type="slidenum">
              <a:rPr lang="en-IN" spc="-50" smtClean="0"/>
              <a:t>20</a:t>
            </a:fld>
            <a:endParaRPr lang="en-IN" spc="-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944626"/>
            <a:ext cx="4980305" cy="8331200"/>
          </a:xfrm>
          <a:prstGeom prst="rect">
            <a:avLst/>
          </a:prstGeom>
        </p:spPr>
        <p:txBody>
          <a:bodyPr vert="horz" wrap="square" lIns="0" tIns="12700" rIns="0" bIns="0" rtlCol="0">
            <a:spAutoFit/>
          </a:bodyPr>
          <a:lstStyle/>
          <a:p>
            <a:pPr marL="515620">
              <a:lnSpc>
                <a:spcPct val="100000"/>
              </a:lnSpc>
              <a:spcBef>
                <a:spcPts val="100"/>
              </a:spcBef>
            </a:pPr>
            <a:r>
              <a:rPr sz="1200" b="1" dirty="0">
                <a:latin typeface="Times New Roman"/>
                <a:cs typeface="Times New Roman"/>
              </a:rPr>
              <a:t>CODE</a:t>
            </a:r>
            <a:r>
              <a:rPr sz="1200" b="1" spc="-75" dirty="0">
                <a:latin typeface="Times New Roman"/>
                <a:cs typeface="Times New Roman"/>
              </a:rPr>
              <a:t> </a:t>
            </a:r>
            <a:r>
              <a:rPr sz="1200" b="1" spc="-10" dirty="0">
                <a:latin typeface="Times New Roman"/>
                <a:cs typeface="Times New Roman"/>
              </a:rPr>
              <a:t>FOR</a:t>
            </a:r>
            <a:r>
              <a:rPr sz="1200" b="1" spc="-65" dirty="0">
                <a:latin typeface="Times New Roman"/>
                <a:cs typeface="Times New Roman"/>
              </a:rPr>
              <a:t> </a:t>
            </a:r>
            <a:r>
              <a:rPr sz="1200" b="1" dirty="0">
                <a:latin typeface="Times New Roman"/>
                <a:cs typeface="Times New Roman"/>
              </a:rPr>
              <a:t>FLOOD</a:t>
            </a:r>
            <a:r>
              <a:rPr sz="1200" b="1" spc="-30" dirty="0">
                <a:latin typeface="Times New Roman"/>
                <a:cs typeface="Times New Roman"/>
              </a:rPr>
              <a:t> </a:t>
            </a:r>
            <a:r>
              <a:rPr sz="1200" b="1" dirty="0">
                <a:latin typeface="Times New Roman"/>
                <a:cs typeface="Times New Roman"/>
              </a:rPr>
              <a:t>DETECTOR</a:t>
            </a:r>
            <a:r>
              <a:rPr sz="1200" b="1" spc="-10" dirty="0">
                <a:latin typeface="Times New Roman"/>
                <a:cs typeface="Times New Roman"/>
              </a:rPr>
              <a:t> </a:t>
            </a:r>
            <a:r>
              <a:rPr sz="1200" b="1" dirty="0">
                <a:latin typeface="Times New Roman"/>
                <a:cs typeface="Times New Roman"/>
              </a:rPr>
              <a:t>USING</a:t>
            </a:r>
            <a:r>
              <a:rPr sz="1200" b="1" spc="-40" dirty="0">
                <a:latin typeface="Times New Roman"/>
                <a:cs typeface="Times New Roman"/>
              </a:rPr>
              <a:t> </a:t>
            </a:r>
            <a:r>
              <a:rPr sz="1200" b="1" dirty="0">
                <a:latin typeface="Times New Roman"/>
                <a:cs typeface="Times New Roman"/>
              </a:rPr>
              <a:t>GSM</a:t>
            </a:r>
            <a:r>
              <a:rPr sz="1200" b="1" spc="280" dirty="0">
                <a:latin typeface="Times New Roman"/>
                <a:cs typeface="Times New Roman"/>
              </a:rPr>
              <a:t> </a:t>
            </a:r>
            <a:r>
              <a:rPr sz="1200" b="1" dirty="0">
                <a:latin typeface="Times New Roman"/>
                <a:cs typeface="Times New Roman"/>
              </a:rPr>
              <a:t>WITH</a:t>
            </a:r>
            <a:r>
              <a:rPr sz="1200" b="1" spc="180" dirty="0">
                <a:latin typeface="Times New Roman"/>
                <a:cs typeface="Times New Roman"/>
              </a:rPr>
              <a:t> </a:t>
            </a:r>
            <a:r>
              <a:rPr sz="1200" b="1" spc="-10" dirty="0">
                <a:latin typeface="Times New Roman"/>
                <a:cs typeface="Times New Roman"/>
              </a:rPr>
              <a:t>ARDUINO</a:t>
            </a:r>
            <a:endParaRPr sz="1200" dirty="0">
              <a:latin typeface="Times New Roman"/>
              <a:cs typeface="Times New Roman"/>
            </a:endParaRPr>
          </a:p>
          <a:p>
            <a:pPr>
              <a:lnSpc>
                <a:spcPct val="100000"/>
              </a:lnSpc>
              <a:spcBef>
                <a:spcPts val="180"/>
              </a:spcBef>
            </a:pPr>
            <a:endParaRPr sz="1200" dirty="0">
              <a:latin typeface="Times New Roman"/>
              <a:cs typeface="Times New Roman"/>
            </a:endParaRPr>
          </a:p>
          <a:p>
            <a:pPr marL="12700">
              <a:lnSpc>
                <a:spcPct val="100000"/>
              </a:lnSpc>
            </a:pPr>
            <a:r>
              <a:rPr sz="1200" dirty="0">
                <a:latin typeface="Times New Roman"/>
                <a:cs typeface="Times New Roman"/>
              </a:rPr>
              <a:t>#include</a:t>
            </a:r>
            <a:r>
              <a:rPr sz="1200" spc="-75" dirty="0">
                <a:latin typeface="Times New Roman"/>
                <a:cs typeface="Times New Roman"/>
              </a:rPr>
              <a:t> </a:t>
            </a:r>
            <a:r>
              <a:rPr sz="1200" spc="-10" dirty="0">
                <a:latin typeface="Times New Roman"/>
                <a:cs typeface="Times New Roman"/>
              </a:rPr>
              <a:t>&lt;SoftwareSerial.h&gt;</a:t>
            </a:r>
            <a:endParaRPr sz="1200" dirty="0">
              <a:latin typeface="Times New Roman"/>
              <a:cs typeface="Times New Roman"/>
            </a:endParaRPr>
          </a:p>
          <a:p>
            <a:pPr marL="12700">
              <a:lnSpc>
                <a:spcPts val="1415"/>
              </a:lnSpc>
              <a:spcBef>
                <a:spcPts val="1320"/>
              </a:spcBef>
            </a:pPr>
            <a:r>
              <a:rPr sz="1200" dirty="0">
                <a:latin typeface="Times New Roman"/>
                <a:cs typeface="Times New Roman"/>
              </a:rPr>
              <a:t>//</a:t>
            </a:r>
            <a:r>
              <a:rPr sz="1200" spc="-5" dirty="0">
                <a:latin typeface="Times New Roman"/>
                <a:cs typeface="Times New Roman"/>
              </a:rPr>
              <a:t> </a:t>
            </a:r>
            <a:r>
              <a:rPr sz="1200" spc="-20" dirty="0">
                <a:latin typeface="Times New Roman"/>
                <a:cs typeface="Times New Roman"/>
              </a:rPr>
              <a:t>Pins</a:t>
            </a:r>
            <a:endParaRPr sz="1200" dirty="0">
              <a:latin typeface="Times New Roman"/>
              <a:cs typeface="Times New Roman"/>
            </a:endParaRPr>
          </a:p>
          <a:p>
            <a:pPr marL="12700" marR="3287395">
              <a:lnSpc>
                <a:spcPts val="1370"/>
              </a:lnSpc>
              <a:spcBef>
                <a:spcPts val="80"/>
              </a:spcBef>
            </a:pPr>
            <a:r>
              <a:rPr sz="1200" dirty="0">
                <a:latin typeface="Times New Roman"/>
                <a:cs typeface="Times New Roman"/>
              </a:rPr>
              <a:t>#define</a:t>
            </a:r>
            <a:r>
              <a:rPr sz="1200" spc="-70" dirty="0">
                <a:latin typeface="Times New Roman"/>
                <a:cs typeface="Times New Roman"/>
              </a:rPr>
              <a:t> </a:t>
            </a:r>
            <a:r>
              <a:rPr sz="1200" dirty="0">
                <a:latin typeface="Times New Roman"/>
                <a:cs typeface="Times New Roman"/>
              </a:rPr>
              <a:t>waterSensorPin</a:t>
            </a:r>
            <a:r>
              <a:rPr sz="1200" spc="-65" dirty="0">
                <a:latin typeface="Times New Roman"/>
                <a:cs typeface="Times New Roman"/>
              </a:rPr>
              <a:t> </a:t>
            </a:r>
            <a:r>
              <a:rPr sz="1200" spc="-25" dirty="0">
                <a:latin typeface="Times New Roman"/>
                <a:cs typeface="Times New Roman"/>
              </a:rPr>
              <a:t>A0 </a:t>
            </a:r>
            <a:r>
              <a:rPr sz="1200" dirty="0">
                <a:latin typeface="Times New Roman"/>
                <a:cs typeface="Times New Roman"/>
              </a:rPr>
              <a:t>#define</a:t>
            </a:r>
            <a:r>
              <a:rPr sz="1200" spc="-55" dirty="0">
                <a:latin typeface="Times New Roman"/>
                <a:cs typeface="Times New Roman"/>
              </a:rPr>
              <a:t> </a:t>
            </a:r>
            <a:r>
              <a:rPr sz="1200" dirty="0">
                <a:latin typeface="Times New Roman"/>
                <a:cs typeface="Times New Roman"/>
              </a:rPr>
              <a:t>buzzerPin</a:t>
            </a:r>
            <a:r>
              <a:rPr sz="1200" spc="-70" dirty="0">
                <a:latin typeface="Times New Roman"/>
                <a:cs typeface="Times New Roman"/>
              </a:rPr>
              <a:t> </a:t>
            </a:r>
            <a:r>
              <a:rPr sz="1200" spc="-50" dirty="0">
                <a:latin typeface="Times New Roman"/>
                <a:cs typeface="Times New Roman"/>
              </a:rPr>
              <a:t>8</a:t>
            </a:r>
            <a:endParaRPr sz="1200" dirty="0">
              <a:latin typeface="Times New Roman"/>
              <a:cs typeface="Times New Roman"/>
            </a:endParaRPr>
          </a:p>
          <a:p>
            <a:pPr marL="12700">
              <a:lnSpc>
                <a:spcPts val="1415"/>
              </a:lnSpc>
              <a:spcBef>
                <a:spcPts val="1285"/>
              </a:spcBef>
            </a:pPr>
            <a:r>
              <a:rPr sz="1200" dirty="0">
                <a:latin typeface="Times New Roman"/>
                <a:cs typeface="Times New Roman"/>
              </a:rPr>
              <a:t>//</a:t>
            </a:r>
            <a:r>
              <a:rPr sz="1200" spc="-5" dirty="0">
                <a:latin typeface="Times New Roman"/>
                <a:cs typeface="Times New Roman"/>
              </a:rPr>
              <a:t> </a:t>
            </a:r>
            <a:r>
              <a:rPr sz="1200" spc="-10" dirty="0">
                <a:latin typeface="Times New Roman"/>
                <a:cs typeface="Times New Roman"/>
              </a:rPr>
              <a:t>Threshold</a:t>
            </a:r>
            <a:endParaRPr sz="1200" dirty="0">
              <a:latin typeface="Times New Roman"/>
              <a:cs typeface="Times New Roman"/>
            </a:endParaRPr>
          </a:p>
          <a:p>
            <a:pPr marL="12700">
              <a:lnSpc>
                <a:spcPts val="1415"/>
              </a:lnSpc>
            </a:pPr>
            <a:r>
              <a:rPr sz="1200" dirty="0">
                <a:latin typeface="Times New Roman"/>
                <a:cs typeface="Times New Roman"/>
              </a:rPr>
              <a:t>#define</a:t>
            </a:r>
            <a:r>
              <a:rPr sz="1200" spc="5" dirty="0">
                <a:latin typeface="Times New Roman"/>
                <a:cs typeface="Times New Roman"/>
              </a:rPr>
              <a:t> </a:t>
            </a:r>
            <a:r>
              <a:rPr sz="1200" spc="-10" dirty="0">
                <a:latin typeface="Times New Roman"/>
                <a:cs typeface="Times New Roman"/>
              </a:rPr>
              <a:t>floodThreshold </a:t>
            </a:r>
            <a:r>
              <a:rPr sz="1200" dirty="0">
                <a:latin typeface="Times New Roman"/>
                <a:cs typeface="Times New Roman"/>
              </a:rPr>
              <a:t>700</a:t>
            </a:r>
            <a:r>
              <a:rPr sz="1200" spc="275" dirty="0">
                <a:latin typeface="Times New Roman"/>
                <a:cs typeface="Times New Roman"/>
              </a:rPr>
              <a:t> </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Adjust</a:t>
            </a:r>
            <a:r>
              <a:rPr sz="1200" spc="15" dirty="0">
                <a:latin typeface="Times New Roman"/>
                <a:cs typeface="Times New Roman"/>
              </a:rPr>
              <a:t> </a:t>
            </a:r>
            <a:r>
              <a:rPr sz="1200" dirty="0">
                <a:latin typeface="Times New Roman"/>
                <a:cs typeface="Times New Roman"/>
              </a:rPr>
              <a:t>based</a:t>
            </a:r>
            <a:r>
              <a:rPr sz="1200" spc="-15"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sensor</a:t>
            </a:r>
            <a:r>
              <a:rPr sz="1200" spc="-5" dirty="0">
                <a:latin typeface="Times New Roman"/>
                <a:cs typeface="Times New Roman"/>
              </a:rPr>
              <a:t> </a:t>
            </a:r>
            <a:r>
              <a:rPr sz="1200" spc="-10" dirty="0">
                <a:latin typeface="Times New Roman"/>
                <a:cs typeface="Times New Roman"/>
              </a:rPr>
              <a:t>calibration</a:t>
            </a:r>
            <a:endParaRPr sz="1200" dirty="0">
              <a:latin typeface="Times New Roman"/>
              <a:cs typeface="Times New Roman"/>
            </a:endParaRPr>
          </a:p>
          <a:p>
            <a:pPr marL="12700">
              <a:lnSpc>
                <a:spcPts val="1405"/>
              </a:lnSpc>
              <a:spcBef>
                <a:spcPts val="1320"/>
              </a:spcBef>
            </a:pPr>
            <a:r>
              <a:rPr sz="1200" dirty="0">
                <a:latin typeface="Times New Roman"/>
                <a:cs typeface="Times New Roman"/>
              </a:rPr>
              <a:t>// GSM</a:t>
            </a:r>
            <a:r>
              <a:rPr sz="1200" spc="-5" dirty="0">
                <a:latin typeface="Times New Roman"/>
                <a:cs typeface="Times New Roman"/>
              </a:rPr>
              <a:t> </a:t>
            </a:r>
            <a:r>
              <a:rPr sz="1200" spc="-10" dirty="0">
                <a:latin typeface="Times New Roman"/>
                <a:cs typeface="Times New Roman"/>
              </a:rPr>
              <a:t>setup</a:t>
            </a:r>
            <a:endParaRPr sz="1200" dirty="0">
              <a:latin typeface="Times New Roman"/>
              <a:cs typeface="Times New Roman"/>
            </a:endParaRPr>
          </a:p>
          <a:p>
            <a:pPr marL="12700" marR="1800860">
              <a:lnSpc>
                <a:spcPts val="1390"/>
              </a:lnSpc>
              <a:spcBef>
                <a:spcPts val="55"/>
              </a:spcBef>
            </a:pPr>
            <a:r>
              <a:rPr sz="1200" spc="-10" dirty="0">
                <a:latin typeface="Times New Roman"/>
                <a:cs typeface="Times New Roman"/>
              </a:rPr>
              <a:t>SoftwareSerial</a:t>
            </a:r>
            <a:r>
              <a:rPr sz="1200" spc="-35" dirty="0">
                <a:latin typeface="Times New Roman"/>
                <a:cs typeface="Times New Roman"/>
              </a:rPr>
              <a:t> </a:t>
            </a:r>
            <a:r>
              <a:rPr sz="1200" dirty="0">
                <a:latin typeface="Times New Roman"/>
                <a:cs typeface="Times New Roman"/>
              </a:rPr>
              <a:t>gsmSerial(7,</a:t>
            </a:r>
            <a:r>
              <a:rPr sz="1200" spc="5" dirty="0">
                <a:latin typeface="Times New Roman"/>
                <a:cs typeface="Times New Roman"/>
              </a:rPr>
              <a:t> </a:t>
            </a:r>
            <a:r>
              <a:rPr sz="1200" dirty="0">
                <a:latin typeface="Times New Roman"/>
                <a:cs typeface="Times New Roman"/>
              </a:rPr>
              <a:t>8);</a:t>
            </a:r>
            <a:r>
              <a:rPr sz="1200" spc="-3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RX,</a:t>
            </a:r>
            <a:r>
              <a:rPr sz="1200" spc="-25" dirty="0">
                <a:latin typeface="Times New Roman"/>
                <a:cs typeface="Times New Roman"/>
              </a:rPr>
              <a:t> </a:t>
            </a:r>
            <a:r>
              <a:rPr sz="1200" dirty="0">
                <a:latin typeface="Times New Roman"/>
                <a:cs typeface="Times New Roman"/>
              </a:rPr>
              <a:t>TX</a:t>
            </a:r>
            <a:r>
              <a:rPr sz="1200" spc="-10" dirty="0">
                <a:latin typeface="Times New Roman"/>
                <a:cs typeface="Times New Roman"/>
              </a:rPr>
              <a:t> </a:t>
            </a:r>
            <a:r>
              <a:rPr sz="1200" dirty="0">
                <a:latin typeface="Times New Roman"/>
                <a:cs typeface="Times New Roman"/>
              </a:rPr>
              <a:t>for </a:t>
            </a:r>
            <a:r>
              <a:rPr sz="1200" spc="-25" dirty="0">
                <a:latin typeface="Times New Roman"/>
                <a:cs typeface="Times New Roman"/>
              </a:rPr>
              <a:t>GSM </a:t>
            </a:r>
            <a:r>
              <a:rPr sz="1200" dirty="0">
                <a:latin typeface="Times New Roman"/>
                <a:cs typeface="Times New Roman"/>
              </a:rPr>
              <a:t>bool</a:t>
            </a:r>
            <a:r>
              <a:rPr sz="1200" spc="-50" dirty="0">
                <a:latin typeface="Times New Roman"/>
                <a:cs typeface="Times New Roman"/>
              </a:rPr>
              <a:t> </a:t>
            </a:r>
            <a:r>
              <a:rPr sz="1200" dirty="0">
                <a:latin typeface="Times New Roman"/>
                <a:cs typeface="Times New Roman"/>
              </a:rPr>
              <a:t>alertSent</a:t>
            </a:r>
            <a:r>
              <a:rPr sz="1200" spc="15"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spc="-10" dirty="0">
                <a:latin typeface="Times New Roman"/>
                <a:cs typeface="Times New Roman"/>
              </a:rPr>
              <a:t>false;</a:t>
            </a:r>
            <a:endParaRPr sz="1200" dirty="0">
              <a:latin typeface="Times New Roman"/>
              <a:cs typeface="Times New Roman"/>
            </a:endParaRPr>
          </a:p>
          <a:p>
            <a:pPr marL="91440" marR="3449320" indent="-79375">
              <a:lnSpc>
                <a:spcPct val="95800"/>
              </a:lnSpc>
              <a:spcBef>
                <a:spcPts val="1345"/>
              </a:spcBef>
            </a:pPr>
            <a:r>
              <a:rPr sz="1200" dirty="0">
                <a:latin typeface="Times New Roman"/>
                <a:cs typeface="Times New Roman"/>
              </a:rPr>
              <a:t>void</a:t>
            </a:r>
            <a:r>
              <a:rPr sz="1200" spc="-20" dirty="0">
                <a:latin typeface="Times New Roman"/>
                <a:cs typeface="Times New Roman"/>
              </a:rPr>
              <a:t> </a:t>
            </a:r>
            <a:r>
              <a:rPr sz="1200" dirty="0">
                <a:latin typeface="Times New Roman"/>
                <a:cs typeface="Times New Roman"/>
              </a:rPr>
              <a:t>setup()</a:t>
            </a:r>
            <a:r>
              <a:rPr sz="1200" spc="-15" dirty="0">
                <a:latin typeface="Times New Roman"/>
                <a:cs typeface="Times New Roman"/>
              </a:rPr>
              <a:t> </a:t>
            </a:r>
            <a:r>
              <a:rPr sz="1200" spc="-50" dirty="0">
                <a:latin typeface="Times New Roman"/>
                <a:cs typeface="Times New Roman"/>
              </a:rPr>
              <a:t>{ </a:t>
            </a:r>
            <a:r>
              <a:rPr sz="1200" spc="-10" dirty="0">
                <a:latin typeface="Times New Roman"/>
                <a:cs typeface="Times New Roman"/>
              </a:rPr>
              <a:t>Serial.begin(9600); gsmSerial.begin(9600);</a:t>
            </a:r>
            <a:endParaRPr sz="1200" dirty="0">
              <a:latin typeface="Times New Roman"/>
              <a:cs typeface="Times New Roman"/>
            </a:endParaRPr>
          </a:p>
          <a:p>
            <a:pPr>
              <a:lnSpc>
                <a:spcPct val="100000"/>
              </a:lnSpc>
              <a:spcBef>
                <a:spcPts val="45"/>
              </a:spcBef>
            </a:pPr>
            <a:endParaRPr sz="1200" dirty="0">
              <a:latin typeface="Times New Roman"/>
              <a:cs typeface="Times New Roman"/>
            </a:endParaRPr>
          </a:p>
          <a:p>
            <a:pPr marL="91440" marR="2900680">
              <a:lnSpc>
                <a:spcPts val="1370"/>
              </a:lnSpc>
            </a:pPr>
            <a:r>
              <a:rPr sz="1200" spc="-10" dirty="0">
                <a:latin typeface="Times New Roman"/>
                <a:cs typeface="Times New Roman"/>
              </a:rPr>
              <a:t>pinMode(buzzerPin,</a:t>
            </a:r>
            <a:r>
              <a:rPr sz="1200" spc="55" dirty="0">
                <a:latin typeface="Times New Roman"/>
                <a:cs typeface="Times New Roman"/>
              </a:rPr>
              <a:t> </a:t>
            </a:r>
            <a:r>
              <a:rPr sz="1200" spc="-10" dirty="0">
                <a:latin typeface="Times New Roman"/>
                <a:cs typeface="Times New Roman"/>
              </a:rPr>
              <a:t>OUTPUT); digitalWrite(buzzerPin,</a:t>
            </a:r>
            <a:r>
              <a:rPr sz="1200" spc="35" dirty="0">
                <a:latin typeface="Times New Roman"/>
                <a:cs typeface="Times New Roman"/>
              </a:rPr>
              <a:t> </a:t>
            </a:r>
            <a:r>
              <a:rPr sz="1200" spc="-20" dirty="0">
                <a:latin typeface="Times New Roman"/>
                <a:cs typeface="Times New Roman"/>
              </a:rPr>
              <a:t>LOW);</a:t>
            </a:r>
            <a:endParaRPr sz="1200" dirty="0">
              <a:latin typeface="Times New Roman"/>
              <a:cs typeface="Times New Roman"/>
            </a:endParaRPr>
          </a:p>
          <a:p>
            <a:pPr marL="91440" marR="1720850">
              <a:lnSpc>
                <a:spcPts val="1390"/>
              </a:lnSpc>
              <a:spcBef>
                <a:spcPts val="1375"/>
              </a:spcBef>
            </a:pPr>
            <a:r>
              <a:rPr sz="1200" spc="-10" dirty="0">
                <a:latin typeface="Times New Roman"/>
                <a:cs typeface="Times New Roman"/>
              </a:rPr>
              <a:t>Serial.println("Flood</a:t>
            </a:r>
            <a:r>
              <a:rPr sz="1200" spc="15" dirty="0">
                <a:latin typeface="Times New Roman"/>
                <a:cs typeface="Times New Roman"/>
              </a:rPr>
              <a:t> </a:t>
            </a:r>
            <a:r>
              <a:rPr sz="1200" dirty="0">
                <a:latin typeface="Times New Roman"/>
                <a:cs typeface="Times New Roman"/>
              </a:rPr>
              <a:t>Detector </a:t>
            </a:r>
            <a:r>
              <a:rPr sz="1200" spc="-1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Initialized."); delay(3000);</a:t>
            </a:r>
            <a:endParaRPr sz="1200" dirty="0">
              <a:latin typeface="Times New Roman"/>
              <a:cs typeface="Times New Roman"/>
            </a:endParaRPr>
          </a:p>
          <a:p>
            <a:pPr marL="91440">
              <a:lnSpc>
                <a:spcPts val="1310"/>
              </a:lnSpc>
            </a:pPr>
            <a:r>
              <a:rPr sz="1200" dirty="0">
                <a:latin typeface="Times New Roman"/>
                <a:cs typeface="Times New Roman"/>
              </a:rPr>
              <a:t>sendSMS("Flood</a:t>
            </a:r>
            <a:r>
              <a:rPr sz="1200" spc="-55" dirty="0">
                <a:latin typeface="Times New Roman"/>
                <a:cs typeface="Times New Roman"/>
              </a:rPr>
              <a:t> </a:t>
            </a:r>
            <a:r>
              <a:rPr sz="1200" dirty="0">
                <a:latin typeface="Times New Roman"/>
                <a:cs typeface="Times New Roman"/>
              </a:rPr>
              <a:t>Detector</a:t>
            </a:r>
            <a:r>
              <a:rPr sz="1200" spc="-60" dirty="0">
                <a:latin typeface="Times New Roman"/>
                <a:cs typeface="Times New Roman"/>
              </a:rPr>
              <a:t> </a:t>
            </a:r>
            <a:r>
              <a:rPr sz="1200" dirty="0">
                <a:latin typeface="Times New Roman"/>
                <a:cs typeface="Times New Roman"/>
              </a:rPr>
              <a:t>System</a:t>
            </a:r>
            <a:r>
              <a:rPr sz="1200" spc="-75" dirty="0">
                <a:latin typeface="Times New Roman"/>
                <a:cs typeface="Times New Roman"/>
              </a:rPr>
              <a:t> </a:t>
            </a:r>
            <a:r>
              <a:rPr sz="1200" spc="-10" dirty="0">
                <a:latin typeface="Times New Roman"/>
                <a:cs typeface="Times New Roman"/>
              </a:rPr>
              <a:t>Started.");</a:t>
            </a:r>
            <a:endParaRPr sz="1200" dirty="0">
              <a:latin typeface="Times New Roman"/>
              <a:cs typeface="Times New Roman"/>
            </a:endParaRPr>
          </a:p>
          <a:p>
            <a:pPr marL="12700">
              <a:lnSpc>
                <a:spcPts val="1415"/>
              </a:lnSpc>
            </a:pPr>
            <a:r>
              <a:rPr sz="1200" spc="-50" dirty="0">
                <a:latin typeface="Times New Roman"/>
                <a:cs typeface="Times New Roman"/>
              </a:rPr>
              <a:t>}</a:t>
            </a:r>
            <a:endParaRPr sz="1200" dirty="0">
              <a:latin typeface="Times New Roman"/>
              <a:cs typeface="Times New Roman"/>
            </a:endParaRPr>
          </a:p>
          <a:p>
            <a:pPr marL="12700">
              <a:lnSpc>
                <a:spcPts val="1405"/>
              </a:lnSpc>
              <a:spcBef>
                <a:spcPts val="1320"/>
              </a:spcBef>
            </a:pPr>
            <a:r>
              <a:rPr sz="1200" dirty="0">
                <a:latin typeface="Times New Roman"/>
                <a:cs typeface="Times New Roman"/>
              </a:rPr>
              <a:t>void</a:t>
            </a:r>
            <a:r>
              <a:rPr sz="1200" spc="-5" dirty="0">
                <a:latin typeface="Times New Roman"/>
                <a:cs typeface="Times New Roman"/>
              </a:rPr>
              <a:t> </a:t>
            </a:r>
            <a:r>
              <a:rPr sz="1200" dirty="0">
                <a:latin typeface="Times New Roman"/>
                <a:cs typeface="Times New Roman"/>
              </a:rPr>
              <a:t>loop()</a:t>
            </a:r>
            <a:r>
              <a:rPr sz="1200" spc="-30" dirty="0">
                <a:latin typeface="Times New Roman"/>
                <a:cs typeface="Times New Roman"/>
              </a:rPr>
              <a:t> </a:t>
            </a:r>
            <a:r>
              <a:rPr sz="1200" spc="-50" dirty="0">
                <a:latin typeface="Times New Roman"/>
                <a:cs typeface="Times New Roman"/>
              </a:rPr>
              <a:t>{</a:t>
            </a:r>
            <a:endParaRPr sz="1200" dirty="0">
              <a:latin typeface="Times New Roman"/>
              <a:cs typeface="Times New Roman"/>
            </a:endParaRPr>
          </a:p>
          <a:p>
            <a:pPr marL="91440" marR="2021205">
              <a:lnSpc>
                <a:spcPct val="95800"/>
              </a:lnSpc>
              <a:spcBef>
                <a:spcPts val="25"/>
              </a:spcBef>
            </a:pPr>
            <a:r>
              <a:rPr sz="1200" dirty="0">
                <a:latin typeface="Times New Roman"/>
                <a:cs typeface="Times New Roman"/>
              </a:rPr>
              <a:t>int</a:t>
            </a:r>
            <a:r>
              <a:rPr sz="1200" spc="10" dirty="0">
                <a:latin typeface="Times New Roman"/>
                <a:cs typeface="Times New Roman"/>
              </a:rPr>
              <a:t> </a:t>
            </a:r>
            <a:r>
              <a:rPr sz="1200" spc="-10" dirty="0">
                <a:latin typeface="Times New Roman"/>
                <a:cs typeface="Times New Roman"/>
              </a:rPr>
              <a:t>waterLevel</a:t>
            </a:r>
            <a:r>
              <a:rPr sz="1200" spc="-3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spc="-10" dirty="0">
                <a:latin typeface="Times New Roman"/>
                <a:cs typeface="Times New Roman"/>
              </a:rPr>
              <a:t>analogRead(waterSensorPin); Serial.print("Water</a:t>
            </a:r>
            <a:r>
              <a:rPr sz="1200" spc="15" dirty="0">
                <a:latin typeface="Times New Roman"/>
                <a:cs typeface="Times New Roman"/>
              </a:rPr>
              <a:t> </a:t>
            </a:r>
            <a:r>
              <a:rPr sz="1200" spc="-10" dirty="0">
                <a:latin typeface="Times New Roman"/>
                <a:cs typeface="Times New Roman"/>
              </a:rPr>
              <a:t>Level:</a:t>
            </a:r>
            <a:r>
              <a:rPr sz="1200" spc="10" dirty="0">
                <a:latin typeface="Times New Roman"/>
                <a:cs typeface="Times New Roman"/>
              </a:rPr>
              <a:t> </a:t>
            </a:r>
            <a:r>
              <a:rPr sz="1200" spc="-25" dirty="0">
                <a:latin typeface="Times New Roman"/>
                <a:cs typeface="Times New Roman"/>
              </a:rPr>
              <a:t>"); </a:t>
            </a:r>
            <a:r>
              <a:rPr sz="1200" spc="-10" dirty="0">
                <a:latin typeface="Times New Roman"/>
                <a:cs typeface="Times New Roman"/>
              </a:rPr>
              <a:t>Serial.println(waterLevel);</a:t>
            </a:r>
            <a:endParaRPr sz="1200" dirty="0">
              <a:latin typeface="Times New Roman"/>
              <a:cs typeface="Times New Roman"/>
            </a:endParaRPr>
          </a:p>
          <a:p>
            <a:pPr>
              <a:lnSpc>
                <a:spcPct val="100000"/>
              </a:lnSpc>
            </a:pPr>
            <a:endParaRPr sz="1200" dirty="0">
              <a:latin typeface="Times New Roman"/>
              <a:cs typeface="Times New Roman"/>
            </a:endParaRPr>
          </a:p>
          <a:p>
            <a:pPr marL="167640" marR="2755265" indent="-76200">
              <a:lnSpc>
                <a:spcPct val="95900"/>
              </a:lnSpc>
            </a:pPr>
            <a:r>
              <a:rPr sz="1200" dirty="0">
                <a:latin typeface="Times New Roman"/>
                <a:cs typeface="Times New Roman"/>
              </a:rPr>
              <a:t>if</a:t>
            </a:r>
            <a:r>
              <a:rPr sz="1200" spc="-20" dirty="0">
                <a:latin typeface="Times New Roman"/>
                <a:cs typeface="Times New Roman"/>
              </a:rPr>
              <a:t> </a:t>
            </a:r>
            <a:r>
              <a:rPr sz="1200" spc="-10" dirty="0">
                <a:latin typeface="Times New Roman"/>
                <a:cs typeface="Times New Roman"/>
              </a:rPr>
              <a:t>(waterLevel</a:t>
            </a:r>
            <a:r>
              <a:rPr sz="1200" spc="-25" dirty="0">
                <a:latin typeface="Times New Roman"/>
                <a:cs typeface="Times New Roman"/>
              </a:rPr>
              <a:t> </a:t>
            </a:r>
            <a:r>
              <a:rPr sz="1200" dirty="0">
                <a:latin typeface="Times New Roman"/>
                <a:cs typeface="Times New Roman"/>
              </a:rPr>
              <a:t>&gt;</a:t>
            </a:r>
            <a:r>
              <a:rPr sz="1200" spc="45" dirty="0">
                <a:latin typeface="Times New Roman"/>
                <a:cs typeface="Times New Roman"/>
              </a:rPr>
              <a:t> </a:t>
            </a:r>
            <a:r>
              <a:rPr sz="1200" spc="-10" dirty="0">
                <a:latin typeface="Times New Roman"/>
                <a:cs typeface="Times New Roman"/>
              </a:rPr>
              <a:t>floodThreshold)</a:t>
            </a:r>
            <a:r>
              <a:rPr sz="1200" spc="30" dirty="0">
                <a:latin typeface="Times New Roman"/>
                <a:cs typeface="Times New Roman"/>
              </a:rPr>
              <a:t> </a:t>
            </a:r>
            <a:r>
              <a:rPr sz="1200" spc="-50" dirty="0">
                <a:latin typeface="Times New Roman"/>
                <a:cs typeface="Times New Roman"/>
              </a:rPr>
              <a:t>{ </a:t>
            </a:r>
            <a:r>
              <a:rPr sz="1200" spc="-10" dirty="0">
                <a:latin typeface="Times New Roman"/>
                <a:cs typeface="Times New Roman"/>
              </a:rPr>
              <a:t>digitalWrite(buzzerPin,</a:t>
            </a:r>
            <a:r>
              <a:rPr sz="1200" spc="35" dirty="0">
                <a:latin typeface="Times New Roman"/>
                <a:cs typeface="Times New Roman"/>
              </a:rPr>
              <a:t> </a:t>
            </a:r>
            <a:r>
              <a:rPr sz="1200" spc="-10" dirty="0">
                <a:latin typeface="Times New Roman"/>
                <a:cs typeface="Times New Roman"/>
              </a:rPr>
              <a:t>HIGH);</a:t>
            </a:r>
            <a:r>
              <a:rPr sz="1200" spc="500" dirty="0">
                <a:latin typeface="Times New Roman"/>
                <a:cs typeface="Times New Roman"/>
              </a:rPr>
              <a:t> </a:t>
            </a:r>
            <a:r>
              <a:rPr sz="1200" dirty="0">
                <a:latin typeface="Times New Roman"/>
                <a:cs typeface="Times New Roman"/>
              </a:rPr>
              <a:t>if</a:t>
            </a:r>
            <a:r>
              <a:rPr sz="1200" spc="-65" dirty="0">
                <a:latin typeface="Times New Roman"/>
                <a:cs typeface="Times New Roman"/>
              </a:rPr>
              <a:t> </a:t>
            </a:r>
            <a:r>
              <a:rPr sz="1200" dirty="0">
                <a:latin typeface="Times New Roman"/>
                <a:cs typeface="Times New Roman"/>
              </a:rPr>
              <a:t>(!alertSent)</a:t>
            </a:r>
            <a:r>
              <a:rPr sz="1200" spc="-40" dirty="0">
                <a:latin typeface="Times New Roman"/>
                <a:cs typeface="Times New Roman"/>
              </a:rPr>
              <a:t> </a:t>
            </a:r>
            <a:r>
              <a:rPr sz="1200" spc="-50" dirty="0">
                <a:latin typeface="Times New Roman"/>
                <a:cs typeface="Times New Roman"/>
              </a:rPr>
              <a:t>{</a:t>
            </a:r>
            <a:endParaRPr sz="1200" dirty="0">
              <a:latin typeface="Times New Roman"/>
              <a:cs typeface="Times New Roman"/>
            </a:endParaRPr>
          </a:p>
          <a:p>
            <a:pPr marL="243840" marR="139065">
              <a:lnSpc>
                <a:spcPts val="1390"/>
              </a:lnSpc>
              <a:spcBef>
                <a:spcPts val="229"/>
              </a:spcBef>
            </a:pPr>
            <a:r>
              <a:rPr sz="1200" spc="-160" dirty="0">
                <a:latin typeface="Times New Roman"/>
                <a:cs typeface="Times New Roman"/>
              </a:rPr>
              <a:t>sendSMS("</a:t>
            </a:r>
            <a:r>
              <a:rPr sz="1200" spc="-160" dirty="0">
                <a:latin typeface="Segoe UI Emoji"/>
                <a:cs typeface="Segoe UI Emoji"/>
              </a:rPr>
              <a:t>⚠️</a:t>
            </a:r>
            <a:r>
              <a:rPr sz="1200" spc="-10" dirty="0">
                <a:latin typeface="Segoe UI Emoji"/>
                <a:cs typeface="Segoe UI Emoji"/>
              </a:rPr>
              <a:t> </a:t>
            </a:r>
            <a:r>
              <a:rPr sz="1200" dirty="0">
                <a:latin typeface="Times New Roman"/>
                <a:cs typeface="Times New Roman"/>
              </a:rPr>
              <a:t>Flood</a:t>
            </a:r>
            <a:r>
              <a:rPr sz="1200" spc="-60" dirty="0">
                <a:latin typeface="Times New Roman"/>
                <a:cs typeface="Times New Roman"/>
              </a:rPr>
              <a:t> </a:t>
            </a:r>
            <a:r>
              <a:rPr sz="1200" dirty="0">
                <a:latin typeface="Times New Roman"/>
                <a:cs typeface="Times New Roman"/>
              </a:rPr>
              <a:t>Alert!</a:t>
            </a:r>
            <a:r>
              <a:rPr sz="1200" spc="-35" dirty="0">
                <a:latin typeface="Times New Roman"/>
                <a:cs typeface="Times New Roman"/>
              </a:rPr>
              <a:t> </a:t>
            </a:r>
            <a:r>
              <a:rPr sz="1200" dirty="0">
                <a:latin typeface="Times New Roman"/>
                <a:cs typeface="Times New Roman"/>
              </a:rPr>
              <a:t>Water</a:t>
            </a:r>
            <a:r>
              <a:rPr sz="1200" spc="-20" dirty="0">
                <a:latin typeface="Times New Roman"/>
                <a:cs typeface="Times New Roman"/>
              </a:rPr>
              <a:t> </a:t>
            </a:r>
            <a:r>
              <a:rPr sz="1200" dirty="0">
                <a:latin typeface="Times New Roman"/>
                <a:cs typeface="Times New Roman"/>
              </a:rPr>
              <a:t>level</a:t>
            </a:r>
            <a:r>
              <a:rPr sz="1200" spc="-45"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exceeded</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safe</a:t>
            </a:r>
            <a:r>
              <a:rPr sz="1200" spc="-30" dirty="0">
                <a:latin typeface="Times New Roman"/>
                <a:cs typeface="Times New Roman"/>
              </a:rPr>
              <a:t> </a:t>
            </a:r>
            <a:r>
              <a:rPr sz="1200" spc="-10" dirty="0">
                <a:latin typeface="Times New Roman"/>
                <a:cs typeface="Times New Roman"/>
              </a:rPr>
              <a:t>threshold."); </a:t>
            </a:r>
            <a:r>
              <a:rPr sz="1200" dirty="0">
                <a:latin typeface="Times New Roman"/>
                <a:cs typeface="Times New Roman"/>
              </a:rPr>
              <a:t>alertSent</a:t>
            </a:r>
            <a:r>
              <a:rPr sz="1200" spc="-20" dirty="0">
                <a:latin typeface="Times New Roman"/>
                <a:cs typeface="Times New Roman"/>
              </a:rPr>
              <a:t> </a:t>
            </a:r>
            <a:r>
              <a:rPr sz="1200" dirty="0">
                <a:latin typeface="Times New Roman"/>
                <a:cs typeface="Times New Roman"/>
              </a:rPr>
              <a:t>=</a:t>
            </a:r>
            <a:r>
              <a:rPr sz="1200" spc="-70" dirty="0">
                <a:latin typeface="Times New Roman"/>
                <a:cs typeface="Times New Roman"/>
              </a:rPr>
              <a:t> </a:t>
            </a:r>
            <a:r>
              <a:rPr sz="1200" spc="-20" dirty="0">
                <a:latin typeface="Times New Roman"/>
                <a:cs typeface="Times New Roman"/>
              </a:rPr>
              <a:t>true;</a:t>
            </a:r>
            <a:endParaRPr sz="1200" dirty="0">
              <a:latin typeface="Times New Roman"/>
              <a:cs typeface="Times New Roman"/>
            </a:endParaRPr>
          </a:p>
          <a:p>
            <a:pPr marL="167640">
              <a:lnSpc>
                <a:spcPts val="1320"/>
              </a:lnSpc>
            </a:pPr>
            <a:r>
              <a:rPr sz="1200" spc="-50" dirty="0">
                <a:latin typeface="Times New Roman"/>
                <a:cs typeface="Times New Roman"/>
              </a:rPr>
              <a:t>}</a:t>
            </a:r>
            <a:endParaRPr sz="1200" dirty="0">
              <a:latin typeface="Times New Roman"/>
              <a:cs typeface="Times New Roman"/>
            </a:endParaRPr>
          </a:p>
          <a:p>
            <a:pPr marL="91440">
              <a:lnSpc>
                <a:spcPts val="1380"/>
              </a:lnSpc>
            </a:pP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else</a:t>
            </a:r>
            <a:r>
              <a:rPr sz="1200" spc="-30" dirty="0">
                <a:latin typeface="Times New Roman"/>
                <a:cs typeface="Times New Roman"/>
              </a:rPr>
              <a:t> </a:t>
            </a:r>
            <a:r>
              <a:rPr sz="1200" spc="-50" dirty="0">
                <a:latin typeface="Times New Roman"/>
                <a:cs typeface="Times New Roman"/>
              </a:rPr>
              <a:t>{</a:t>
            </a:r>
            <a:endParaRPr sz="1200" dirty="0">
              <a:latin typeface="Times New Roman"/>
              <a:cs typeface="Times New Roman"/>
            </a:endParaRPr>
          </a:p>
          <a:p>
            <a:pPr marL="167640">
              <a:lnSpc>
                <a:spcPts val="1380"/>
              </a:lnSpc>
            </a:pPr>
            <a:r>
              <a:rPr sz="1200" spc="-10" dirty="0">
                <a:latin typeface="Times New Roman"/>
                <a:cs typeface="Times New Roman"/>
              </a:rPr>
              <a:t>digitalWrite(buzzerPin,</a:t>
            </a:r>
            <a:r>
              <a:rPr sz="1200" spc="35" dirty="0">
                <a:latin typeface="Times New Roman"/>
                <a:cs typeface="Times New Roman"/>
              </a:rPr>
              <a:t> </a:t>
            </a:r>
            <a:r>
              <a:rPr sz="1200" spc="-20" dirty="0">
                <a:latin typeface="Times New Roman"/>
                <a:cs typeface="Times New Roman"/>
              </a:rPr>
              <a:t>LOW);</a:t>
            </a:r>
            <a:endParaRPr sz="1200" dirty="0">
              <a:latin typeface="Times New Roman"/>
              <a:cs typeface="Times New Roman"/>
            </a:endParaRPr>
          </a:p>
          <a:p>
            <a:pPr marL="167640">
              <a:lnSpc>
                <a:spcPts val="1380"/>
              </a:lnSpc>
            </a:pPr>
            <a:r>
              <a:rPr sz="1200" dirty="0">
                <a:latin typeface="Times New Roman"/>
                <a:cs typeface="Times New Roman"/>
              </a:rPr>
              <a:t>alertSent</a:t>
            </a:r>
            <a:r>
              <a:rPr sz="1200" spc="-15"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false;</a:t>
            </a:r>
            <a:r>
              <a:rPr sz="1200" spc="215" dirty="0">
                <a:latin typeface="Times New Roman"/>
                <a:cs typeface="Times New Roman"/>
              </a:rPr>
              <a:t> </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Reset</a:t>
            </a:r>
            <a:r>
              <a:rPr sz="1200" spc="-15" dirty="0">
                <a:latin typeface="Times New Roman"/>
                <a:cs typeface="Times New Roman"/>
              </a:rPr>
              <a:t> </a:t>
            </a:r>
            <a:r>
              <a:rPr sz="1200" dirty="0">
                <a:latin typeface="Times New Roman"/>
                <a:cs typeface="Times New Roman"/>
              </a:rPr>
              <a:t>alert</a:t>
            </a:r>
            <a:r>
              <a:rPr sz="1200" spc="-10" dirty="0">
                <a:latin typeface="Times New Roman"/>
                <a:cs typeface="Times New Roman"/>
              </a:rPr>
              <a:t> </a:t>
            </a:r>
            <a:r>
              <a:rPr sz="1200" dirty="0">
                <a:latin typeface="Times New Roman"/>
                <a:cs typeface="Times New Roman"/>
              </a:rPr>
              <a:t>flag</a:t>
            </a:r>
            <a:r>
              <a:rPr sz="1200" spc="-30" dirty="0">
                <a:latin typeface="Times New Roman"/>
                <a:cs typeface="Times New Roman"/>
              </a:rPr>
              <a:t> </a:t>
            </a:r>
            <a:r>
              <a:rPr sz="1200" dirty="0">
                <a:latin typeface="Times New Roman"/>
                <a:cs typeface="Times New Roman"/>
              </a:rPr>
              <a:t>when</a:t>
            </a:r>
            <a:r>
              <a:rPr sz="1200" spc="-55" dirty="0">
                <a:latin typeface="Times New Roman"/>
                <a:cs typeface="Times New Roman"/>
              </a:rPr>
              <a:t> </a:t>
            </a:r>
            <a:r>
              <a:rPr sz="1200" spc="-20" dirty="0">
                <a:latin typeface="Times New Roman"/>
                <a:cs typeface="Times New Roman"/>
              </a:rPr>
              <a:t>safe</a:t>
            </a:r>
            <a:endParaRPr sz="1200" dirty="0">
              <a:latin typeface="Times New Roman"/>
              <a:cs typeface="Times New Roman"/>
            </a:endParaRPr>
          </a:p>
          <a:p>
            <a:pPr marL="91440">
              <a:lnSpc>
                <a:spcPts val="1415"/>
              </a:lnSpc>
            </a:pPr>
            <a:r>
              <a:rPr sz="1200" spc="-50" dirty="0">
                <a:latin typeface="Times New Roman"/>
                <a:cs typeface="Times New Roman"/>
              </a:rPr>
              <a:t>}</a:t>
            </a:r>
            <a:endParaRPr sz="1200" dirty="0">
              <a:latin typeface="Times New Roman"/>
              <a:cs typeface="Times New Roman"/>
            </a:endParaRPr>
          </a:p>
          <a:p>
            <a:pPr marL="91440">
              <a:lnSpc>
                <a:spcPts val="1405"/>
              </a:lnSpc>
              <a:spcBef>
                <a:spcPts val="1320"/>
              </a:spcBef>
            </a:pPr>
            <a:r>
              <a:rPr sz="1200" dirty="0">
                <a:latin typeface="Times New Roman"/>
                <a:cs typeface="Times New Roman"/>
              </a:rPr>
              <a:t>delay(2000);</a:t>
            </a:r>
            <a:r>
              <a:rPr sz="1200" spc="235"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Read</a:t>
            </a:r>
            <a:r>
              <a:rPr sz="1200" spc="-20" dirty="0">
                <a:latin typeface="Times New Roman"/>
                <a:cs typeface="Times New Roman"/>
              </a:rPr>
              <a:t> </a:t>
            </a:r>
            <a:r>
              <a:rPr sz="1200" dirty="0">
                <a:latin typeface="Times New Roman"/>
                <a:cs typeface="Times New Roman"/>
              </a:rPr>
              <a:t>every</a:t>
            </a:r>
            <a:r>
              <a:rPr sz="1200" spc="-65" dirty="0">
                <a:latin typeface="Times New Roman"/>
                <a:cs typeface="Times New Roman"/>
              </a:rPr>
              <a:t> </a:t>
            </a:r>
            <a:r>
              <a:rPr sz="1200" dirty="0">
                <a:latin typeface="Times New Roman"/>
                <a:cs typeface="Times New Roman"/>
              </a:rPr>
              <a:t>2</a:t>
            </a:r>
            <a:r>
              <a:rPr sz="1200" spc="-25" dirty="0">
                <a:latin typeface="Times New Roman"/>
                <a:cs typeface="Times New Roman"/>
              </a:rPr>
              <a:t> </a:t>
            </a:r>
            <a:r>
              <a:rPr sz="1200" spc="-10" dirty="0">
                <a:latin typeface="Times New Roman"/>
                <a:cs typeface="Times New Roman"/>
              </a:rPr>
              <a:t>seconds</a:t>
            </a:r>
            <a:endParaRPr sz="1200" dirty="0">
              <a:latin typeface="Times New Roman"/>
              <a:cs typeface="Times New Roman"/>
            </a:endParaRPr>
          </a:p>
          <a:p>
            <a:pPr marL="12700">
              <a:lnSpc>
                <a:spcPts val="1405"/>
              </a:lnSpc>
            </a:pPr>
            <a:r>
              <a:rPr sz="1200" spc="-50" dirty="0">
                <a:latin typeface="Times New Roman"/>
                <a:cs typeface="Times New Roman"/>
              </a:rPr>
              <a:t>}</a:t>
            </a:r>
            <a:endParaRPr sz="1200" dirty="0">
              <a:latin typeface="Times New Roman"/>
              <a:cs typeface="Times New Roman"/>
            </a:endParaRPr>
          </a:p>
          <a:p>
            <a:pPr marL="12700">
              <a:lnSpc>
                <a:spcPct val="100000"/>
              </a:lnSpc>
              <a:spcBef>
                <a:spcPts val="1325"/>
              </a:spcBef>
            </a:pPr>
            <a:r>
              <a:rPr sz="1200" dirty="0">
                <a:latin typeface="Times New Roman"/>
                <a:cs typeface="Times New Roman"/>
              </a:rPr>
              <a:t>void</a:t>
            </a:r>
            <a:r>
              <a:rPr sz="1200" spc="-50" dirty="0">
                <a:latin typeface="Times New Roman"/>
                <a:cs typeface="Times New Roman"/>
              </a:rPr>
              <a:t> </a:t>
            </a:r>
            <a:r>
              <a:rPr sz="1200" dirty="0">
                <a:latin typeface="Times New Roman"/>
                <a:cs typeface="Times New Roman"/>
              </a:rPr>
              <a:t>sendSMS(String</a:t>
            </a:r>
            <a:r>
              <a:rPr sz="1200" spc="-35" dirty="0">
                <a:latin typeface="Times New Roman"/>
                <a:cs typeface="Times New Roman"/>
              </a:rPr>
              <a:t> </a:t>
            </a:r>
            <a:r>
              <a:rPr sz="1200" dirty="0">
                <a:latin typeface="Times New Roman"/>
                <a:cs typeface="Times New Roman"/>
              </a:rPr>
              <a:t>message)</a:t>
            </a:r>
            <a:r>
              <a:rPr sz="1200" spc="-45" dirty="0">
                <a:latin typeface="Times New Roman"/>
                <a:cs typeface="Times New Roman"/>
              </a:rPr>
              <a:t> </a:t>
            </a:r>
            <a:r>
              <a:rPr sz="1200" spc="-50" dirty="0">
                <a:latin typeface="Times New Roman"/>
                <a:cs typeface="Times New Roman"/>
              </a:rPr>
              <a:t>{</a:t>
            </a:r>
            <a:endParaRPr sz="1200" dirty="0">
              <a:latin typeface="Times New Roman"/>
              <a:cs typeface="Times New Roman"/>
            </a:endParaRPr>
          </a:p>
        </p:txBody>
      </p:sp>
      <p:sp>
        <p:nvSpPr>
          <p:cNvPr id="3" name="object 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5" name="Slide Number Placeholder 4">
            <a:extLst>
              <a:ext uri="{FF2B5EF4-FFF2-40B4-BE49-F238E27FC236}">
                <a16:creationId xmlns:a16="http://schemas.microsoft.com/office/drawing/2014/main" id="{F7335897-29AF-77C7-A1B5-04A67710C972}"/>
              </a:ext>
            </a:extLst>
          </p:cNvPr>
          <p:cNvSpPr>
            <a:spLocks noGrp="1"/>
          </p:cNvSpPr>
          <p:nvPr>
            <p:ph type="sldNum" sz="quarter" idx="7"/>
          </p:nvPr>
        </p:nvSpPr>
        <p:spPr>
          <a:xfrm>
            <a:off x="3778250" y="9736328"/>
            <a:ext cx="381000" cy="261747"/>
          </a:xfrm>
        </p:spPr>
        <p:txBody>
          <a:bodyPr/>
          <a:lstStyle/>
          <a:p>
            <a:pPr marL="38100">
              <a:lnSpc>
                <a:spcPts val="1410"/>
              </a:lnSpc>
            </a:pPr>
            <a:fld id="{81D60167-4931-47E6-BA6A-407CBD079E47}" type="slidenum">
              <a:rPr lang="en-IN" spc="-50" smtClean="0"/>
              <a:t>21</a:t>
            </a:fld>
            <a:endParaRPr lang="en-IN" spc="-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898905"/>
            <a:ext cx="6006465" cy="1788160"/>
          </a:xfrm>
          <a:prstGeom prst="rect">
            <a:avLst/>
          </a:prstGeom>
        </p:spPr>
        <p:txBody>
          <a:bodyPr vert="horz" wrap="square" lIns="0" tIns="23495" rIns="0" bIns="0" rtlCol="0">
            <a:spAutoFit/>
          </a:bodyPr>
          <a:lstStyle/>
          <a:p>
            <a:pPr marL="91440" marR="2170430">
              <a:lnSpc>
                <a:spcPts val="1390"/>
              </a:lnSpc>
              <a:spcBef>
                <a:spcPts val="185"/>
              </a:spcBef>
            </a:pPr>
            <a:r>
              <a:rPr sz="1200" dirty="0">
                <a:latin typeface="Times New Roman"/>
                <a:cs typeface="Times New Roman"/>
              </a:rPr>
              <a:t>gsmSerial.println("AT+CMGF=1");</a:t>
            </a:r>
            <a:r>
              <a:rPr sz="1200" spc="210"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Set</a:t>
            </a:r>
            <a:r>
              <a:rPr sz="1200" spc="-35" dirty="0">
                <a:latin typeface="Times New Roman"/>
                <a:cs typeface="Times New Roman"/>
              </a:rPr>
              <a:t> </a:t>
            </a:r>
            <a:r>
              <a:rPr sz="1200" dirty="0">
                <a:latin typeface="Times New Roman"/>
                <a:cs typeface="Times New Roman"/>
              </a:rPr>
              <a:t>SMS</a:t>
            </a:r>
            <a:r>
              <a:rPr sz="1200" spc="-55" dirty="0">
                <a:latin typeface="Times New Roman"/>
                <a:cs typeface="Times New Roman"/>
              </a:rPr>
              <a:t> </a:t>
            </a:r>
            <a:r>
              <a:rPr sz="1200" dirty="0">
                <a:latin typeface="Times New Roman"/>
                <a:cs typeface="Times New Roman"/>
              </a:rPr>
              <a:t>mode</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spc="-20" dirty="0">
                <a:latin typeface="Times New Roman"/>
                <a:cs typeface="Times New Roman"/>
              </a:rPr>
              <a:t>text </a:t>
            </a:r>
            <a:r>
              <a:rPr sz="1200" spc="-10" dirty="0">
                <a:latin typeface="Times New Roman"/>
                <a:cs typeface="Times New Roman"/>
              </a:rPr>
              <a:t>delay(1000);</a:t>
            </a:r>
            <a:endParaRPr sz="1200">
              <a:latin typeface="Times New Roman"/>
              <a:cs typeface="Times New Roman"/>
            </a:endParaRPr>
          </a:p>
          <a:p>
            <a:pPr marL="91440">
              <a:lnSpc>
                <a:spcPts val="1310"/>
              </a:lnSpc>
            </a:pPr>
            <a:r>
              <a:rPr sz="1200" dirty="0">
                <a:latin typeface="Times New Roman"/>
                <a:cs typeface="Times New Roman"/>
              </a:rPr>
              <a:t>gsmSerial.println("AT+CMGS=\"+91XXXXXXXXXX\"");</a:t>
            </a:r>
            <a:r>
              <a:rPr sz="1200" spc="215"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spc="-10" dirty="0">
                <a:latin typeface="Times New Roman"/>
                <a:cs typeface="Times New Roman"/>
              </a:rPr>
              <a:t>Replace</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your</a:t>
            </a:r>
            <a:r>
              <a:rPr sz="1200" spc="-30" dirty="0">
                <a:latin typeface="Times New Roman"/>
                <a:cs typeface="Times New Roman"/>
              </a:rPr>
              <a:t> </a:t>
            </a:r>
            <a:r>
              <a:rPr sz="1200" dirty="0">
                <a:latin typeface="Times New Roman"/>
                <a:cs typeface="Times New Roman"/>
              </a:rPr>
              <a:t>phone</a:t>
            </a:r>
            <a:r>
              <a:rPr sz="1200" spc="-15" dirty="0">
                <a:latin typeface="Times New Roman"/>
                <a:cs typeface="Times New Roman"/>
              </a:rPr>
              <a:t> </a:t>
            </a:r>
            <a:r>
              <a:rPr sz="1200" spc="-10" dirty="0">
                <a:latin typeface="Times New Roman"/>
                <a:cs typeface="Times New Roman"/>
              </a:rPr>
              <a:t>number</a:t>
            </a:r>
            <a:endParaRPr sz="1200">
              <a:latin typeface="Times New Roman"/>
              <a:cs typeface="Times New Roman"/>
            </a:endParaRPr>
          </a:p>
          <a:p>
            <a:pPr marL="91440" marR="4198620">
              <a:lnSpc>
                <a:spcPct val="95800"/>
              </a:lnSpc>
              <a:spcBef>
                <a:spcPts val="40"/>
              </a:spcBef>
            </a:pPr>
            <a:r>
              <a:rPr sz="1200" spc="-10" dirty="0">
                <a:latin typeface="Times New Roman"/>
                <a:cs typeface="Times New Roman"/>
              </a:rPr>
              <a:t>delay(1000); gsmSerial.println(message); delay(100);</a:t>
            </a:r>
            <a:endParaRPr sz="1200">
              <a:latin typeface="Times New Roman"/>
              <a:cs typeface="Times New Roman"/>
            </a:endParaRPr>
          </a:p>
          <a:p>
            <a:pPr marL="91440" marR="3566160">
              <a:lnSpc>
                <a:spcPts val="1390"/>
              </a:lnSpc>
              <a:spcBef>
                <a:spcPts val="15"/>
              </a:spcBef>
            </a:pPr>
            <a:r>
              <a:rPr sz="1200" dirty="0">
                <a:latin typeface="Times New Roman"/>
                <a:cs typeface="Times New Roman"/>
              </a:rPr>
              <a:t>gsmSerial.write(26);</a:t>
            </a:r>
            <a:r>
              <a:rPr sz="1200" spc="235"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Ctrl+Z</a:t>
            </a:r>
            <a:r>
              <a:rPr sz="1200" spc="-4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20" dirty="0">
                <a:latin typeface="Times New Roman"/>
                <a:cs typeface="Times New Roman"/>
              </a:rPr>
              <a:t>send </a:t>
            </a:r>
            <a:r>
              <a:rPr sz="1200" spc="-10" dirty="0">
                <a:latin typeface="Times New Roman"/>
                <a:cs typeface="Times New Roman"/>
              </a:rPr>
              <a:t>delay(3000);</a:t>
            </a:r>
            <a:endParaRPr sz="1200">
              <a:latin typeface="Times New Roman"/>
              <a:cs typeface="Times New Roman"/>
            </a:endParaRPr>
          </a:p>
          <a:p>
            <a:pPr marL="91440">
              <a:lnSpc>
                <a:spcPts val="1310"/>
              </a:lnSpc>
            </a:pPr>
            <a:r>
              <a:rPr sz="1200" spc="-10" dirty="0">
                <a:latin typeface="Times New Roman"/>
                <a:cs typeface="Times New Roman"/>
              </a:rPr>
              <a:t>Serial.println("SMS</a:t>
            </a:r>
            <a:r>
              <a:rPr sz="1200" spc="40" dirty="0">
                <a:latin typeface="Times New Roman"/>
                <a:cs typeface="Times New Roman"/>
              </a:rPr>
              <a:t> </a:t>
            </a:r>
            <a:r>
              <a:rPr sz="1200" spc="-10" dirty="0">
                <a:latin typeface="Times New Roman"/>
                <a:cs typeface="Times New Roman"/>
              </a:rPr>
              <a:t>Sent!");</a:t>
            </a:r>
            <a:endParaRPr sz="1200">
              <a:latin typeface="Times New Roman"/>
              <a:cs typeface="Times New Roman"/>
            </a:endParaRPr>
          </a:p>
          <a:p>
            <a:pPr marL="12700">
              <a:lnSpc>
                <a:spcPts val="1415"/>
              </a:lnSpc>
            </a:pPr>
            <a:r>
              <a:rPr sz="1200" spc="-50" dirty="0">
                <a:latin typeface="Times New Roman"/>
                <a:cs typeface="Times New Roman"/>
              </a:rPr>
              <a:t>}</a:t>
            </a:r>
            <a:endParaRPr sz="1200">
              <a:latin typeface="Times New Roman"/>
              <a:cs typeface="Times New Roman"/>
            </a:endParaRPr>
          </a:p>
        </p:txBody>
      </p:sp>
      <p:sp>
        <p:nvSpPr>
          <p:cNvPr id="3" name="object 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5" name="Slide Number Placeholder 4">
            <a:extLst>
              <a:ext uri="{FF2B5EF4-FFF2-40B4-BE49-F238E27FC236}">
                <a16:creationId xmlns:a16="http://schemas.microsoft.com/office/drawing/2014/main" id="{814539DD-69E1-08A7-F570-ABA77C9431E9}"/>
              </a:ext>
            </a:extLst>
          </p:cNvPr>
          <p:cNvSpPr>
            <a:spLocks noGrp="1"/>
          </p:cNvSpPr>
          <p:nvPr>
            <p:ph type="sldNum" sz="quarter" idx="7"/>
          </p:nvPr>
        </p:nvSpPr>
        <p:spPr>
          <a:xfrm>
            <a:off x="3712464" y="8986096"/>
            <a:ext cx="294386" cy="326179"/>
          </a:xfrm>
        </p:spPr>
        <p:txBody>
          <a:bodyPr/>
          <a:lstStyle/>
          <a:p>
            <a:pPr marL="38100">
              <a:lnSpc>
                <a:spcPts val="1410"/>
              </a:lnSpc>
            </a:pPr>
            <a:fld id="{81D60167-4931-47E6-BA6A-407CBD079E47}" type="slidenum">
              <a:rPr lang="en-IN" spc="-50" smtClean="0"/>
              <a:t>22</a:t>
            </a:fld>
            <a:endParaRPr lang="en-IN" spc="-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1014729"/>
            <a:ext cx="6837680" cy="301371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DEMONSTRATION</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“FLOOD</a:t>
            </a:r>
            <a:r>
              <a:rPr sz="1200" spc="-15" dirty="0">
                <a:latin typeface="Times New Roman"/>
                <a:cs typeface="Times New Roman"/>
              </a:rPr>
              <a:t> </a:t>
            </a:r>
            <a:r>
              <a:rPr sz="1200" dirty="0">
                <a:latin typeface="Times New Roman"/>
                <a:cs typeface="Times New Roman"/>
              </a:rPr>
              <a:t>DETECTOR</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a:lnSpc>
                <a:spcPts val="1420"/>
              </a:lnSpc>
              <a:spcBef>
                <a:spcPts val="1320"/>
              </a:spcBef>
            </a:pPr>
            <a:r>
              <a:rPr sz="1200" spc="-10" dirty="0">
                <a:latin typeface="Times New Roman"/>
                <a:cs typeface="Times New Roman"/>
              </a:rPr>
              <a:t>Demonstration</a:t>
            </a:r>
            <a:r>
              <a:rPr sz="1200" spc="25" dirty="0">
                <a:latin typeface="Times New Roman"/>
                <a:cs typeface="Times New Roman"/>
              </a:rPr>
              <a:t> </a:t>
            </a:r>
            <a:r>
              <a:rPr sz="1200" spc="-10" dirty="0">
                <a:latin typeface="Times New Roman"/>
                <a:cs typeface="Times New Roman"/>
              </a:rPr>
              <a:t>Scenario:</a:t>
            </a:r>
            <a:endParaRPr sz="1200">
              <a:latin typeface="Times New Roman"/>
              <a:cs typeface="Times New Roman"/>
            </a:endParaRPr>
          </a:p>
          <a:p>
            <a:pPr marL="396240" indent="-154940">
              <a:lnSpc>
                <a:spcPts val="1380"/>
              </a:lnSpc>
              <a:buAutoNum type="arabicPeriod"/>
              <a:tabLst>
                <a:tab pos="396240" algn="l"/>
              </a:tabLst>
            </a:pPr>
            <a:r>
              <a:rPr sz="1200" b="1" spc="-10" dirty="0">
                <a:latin typeface="Times New Roman"/>
                <a:cs typeface="Times New Roman"/>
              </a:rPr>
              <a:t>Setup:</a:t>
            </a:r>
            <a:endParaRPr sz="1200">
              <a:latin typeface="Times New Roman"/>
              <a:cs typeface="Times New Roman"/>
            </a:endParaRPr>
          </a:p>
          <a:p>
            <a:pPr marL="12700" marR="5080">
              <a:lnSpc>
                <a:spcPts val="1370"/>
              </a:lnSpc>
              <a:spcBef>
                <a:spcPts val="6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project</a:t>
            </a:r>
            <a:r>
              <a:rPr sz="1200" spc="1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set</a:t>
            </a:r>
            <a:r>
              <a:rPr sz="1200" spc="10" dirty="0">
                <a:latin typeface="Times New Roman"/>
                <a:cs typeface="Times New Roman"/>
              </a:rPr>
              <a:t> </a:t>
            </a:r>
            <a:r>
              <a:rPr sz="1200" dirty="0">
                <a:latin typeface="Times New Roman"/>
                <a:cs typeface="Times New Roman"/>
              </a:rPr>
              <a:t>up</a:t>
            </a:r>
            <a:r>
              <a:rPr sz="1200" spc="-1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10" dirty="0">
                <a:latin typeface="Times New Roman"/>
                <a:cs typeface="Times New Roman"/>
              </a:rPr>
              <a:t>model</a:t>
            </a:r>
            <a:r>
              <a:rPr sz="1200" spc="-55" dirty="0">
                <a:latin typeface="Times New Roman"/>
                <a:cs typeface="Times New Roman"/>
              </a:rPr>
              <a:t> </a:t>
            </a:r>
            <a:r>
              <a:rPr sz="1200" dirty="0">
                <a:latin typeface="Times New Roman"/>
                <a:cs typeface="Times New Roman"/>
              </a:rPr>
              <a:t>house</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container</a:t>
            </a:r>
            <a:r>
              <a:rPr sz="1200" spc="-10" dirty="0">
                <a:latin typeface="Times New Roman"/>
                <a:cs typeface="Times New Roman"/>
              </a:rPr>
              <a:t> representing </a:t>
            </a:r>
            <a:r>
              <a:rPr sz="1200" dirty="0">
                <a:latin typeface="Times New Roman"/>
                <a:cs typeface="Times New Roman"/>
              </a:rPr>
              <a:t>a</a:t>
            </a:r>
            <a:r>
              <a:rPr sz="1200" spc="5" dirty="0">
                <a:latin typeface="Times New Roman"/>
                <a:cs typeface="Times New Roman"/>
              </a:rPr>
              <a:t> </a:t>
            </a:r>
            <a:r>
              <a:rPr sz="1200" spc="-10" dirty="0">
                <a:latin typeface="Times New Roman"/>
                <a:cs typeface="Times New Roman"/>
              </a:rPr>
              <a:t>flood-</a:t>
            </a:r>
            <a:r>
              <a:rPr sz="1200" dirty="0">
                <a:latin typeface="Times New Roman"/>
                <a:cs typeface="Times New Roman"/>
              </a:rPr>
              <a:t>prone</a:t>
            </a:r>
            <a:r>
              <a:rPr sz="1200" spc="-20" dirty="0">
                <a:latin typeface="Times New Roman"/>
                <a:cs typeface="Times New Roman"/>
              </a:rPr>
              <a:t> </a:t>
            </a:r>
            <a:r>
              <a:rPr sz="1200" dirty="0">
                <a:latin typeface="Times New Roman"/>
                <a:cs typeface="Times New Roman"/>
              </a:rPr>
              <a:t>area</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water</a:t>
            </a:r>
            <a:r>
              <a:rPr sz="1200" spc="-5" dirty="0">
                <a:latin typeface="Times New Roman"/>
                <a:cs typeface="Times New Roman"/>
              </a:rPr>
              <a:t> </a:t>
            </a:r>
            <a:r>
              <a:rPr sz="1200" dirty="0">
                <a:latin typeface="Times New Roman"/>
                <a:cs typeface="Times New Roman"/>
              </a:rPr>
              <a:t>source</a:t>
            </a:r>
            <a:r>
              <a:rPr sz="1200" spc="-20" dirty="0">
                <a:latin typeface="Times New Roman"/>
                <a:cs typeface="Times New Roman"/>
              </a:rPr>
              <a:t> </a:t>
            </a:r>
            <a:r>
              <a:rPr sz="1200" dirty="0">
                <a:latin typeface="Times New Roman"/>
                <a:cs typeface="Times New Roman"/>
              </a:rPr>
              <a:t>(e.g., </a:t>
            </a:r>
            <a:r>
              <a:rPr sz="1200" spc="-50" dirty="0">
                <a:latin typeface="Times New Roman"/>
                <a:cs typeface="Times New Roman"/>
              </a:rPr>
              <a:t>a </a:t>
            </a:r>
            <a:r>
              <a:rPr sz="1200" dirty="0">
                <a:latin typeface="Times New Roman"/>
                <a:cs typeface="Times New Roman"/>
              </a:rPr>
              <a:t>container</a:t>
            </a:r>
            <a:r>
              <a:rPr sz="1200" spc="-5"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spc="-10" dirty="0">
                <a:latin typeface="Times New Roman"/>
                <a:cs typeface="Times New Roman"/>
              </a:rPr>
              <a:t>water</a:t>
            </a:r>
            <a:r>
              <a:rPr sz="1200" spc="-45" dirty="0">
                <a:latin typeface="Times New Roman"/>
                <a:cs typeface="Times New Roman"/>
              </a:rPr>
              <a:t> </a:t>
            </a:r>
            <a:r>
              <a:rPr sz="1200" dirty="0">
                <a:latin typeface="Times New Roman"/>
                <a:cs typeface="Times New Roman"/>
              </a:rPr>
              <a:t>tank)</a:t>
            </a:r>
            <a:r>
              <a:rPr sz="1200" spc="-5" dirty="0">
                <a:latin typeface="Times New Roman"/>
                <a:cs typeface="Times New Roman"/>
              </a:rPr>
              <a:t> </a:t>
            </a:r>
            <a:r>
              <a:rPr sz="1200" spc="-10" dirty="0">
                <a:latin typeface="Times New Roman"/>
                <a:cs typeface="Times New Roman"/>
              </a:rPr>
              <a:t>simulating</a:t>
            </a:r>
            <a:r>
              <a:rPr sz="1200" spc="-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river.</a:t>
            </a:r>
            <a:endParaRPr sz="1200">
              <a:latin typeface="Times New Roman"/>
              <a:cs typeface="Times New Roman"/>
            </a:endParaRPr>
          </a:p>
          <a:p>
            <a:pPr marL="167640" indent="-154940">
              <a:lnSpc>
                <a:spcPts val="1405"/>
              </a:lnSpc>
              <a:spcBef>
                <a:spcPts val="1310"/>
              </a:spcBef>
              <a:buAutoNum type="arabicPeriod" startAt="2"/>
              <a:tabLst>
                <a:tab pos="167640" algn="l"/>
              </a:tabLst>
            </a:pPr>
            <a:r>
              <a:rPr sz="1200" b="1" spc="-10" dirty="0">
                <a:latin typeface="Times New Roman"/>
                <a:cs typeface="Times New Roman"/>
              </a:rPr>
              <a:t>Simulation:</a:t>
            </a:r>
            <a:endParaRPr sz="1200">
              <a:latin typeface="Times New Roman"/>
              <a:cs typeface="Times New Roman"/>
            </a:endParaRPr>
          </a:p>
          <a:p>
            <a:pPr marL="12700">
              <a:lnSpc>
                <a:spcPts val="1405"/>
              </a:lnSpc>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water</a:t>
            </a:r>
            <a:r>
              <a:rPr sz="1200" spc="-20" dirty="0">
                <a:latin typeface="Times New Roman"/>
                <a:cs typeface="Times New Roman"/>
              </a:rPr>
              <a:t> </a:t>
            </a:r>
            <a:r>
              <a:rPr sz="1200" spc="-10" dirty="0">
                <a:latin typeface="Times New Roman"/>
                <a:cs typeface="Times New Roman"/>
              </a:rPr>
              <a:t>level</a:t>
            </a:r>
            <a:r>
              <a:rPr sz="1200" spc="-4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gradually</a:t>
            </a:r>
            <a:r>
              <a:rPr sz="1200" spc="-20" dirty="0">
                <a:latin typeface="Times New Roman"/>
                <a:cs typeface="Times New Roman"/>
              </a:rPr>
              <a:t> </a:t>
            </a:r>
            <a:r>
              <a:rPr sz="1200" dirty="0">
                <a:latin typeface="Times New Roman"/>
                <a:cs typeface="Times New Roman"/>
              </a:rPr>
              <a:t>increased,</a:t>
            </a:r>
            <a:r>
              <a:rPr sz="1200" spc="-15" dirty="0">
                <a:latin typeface="Times New Roman"/>
                <a:cs typeface="Times New Roman"/>
              </a:rPr>
              <a:t> </a:t>
            </a:r>
            <a:r>
              <a:rPr sz="1200" dirty="0">
                <a:latin typeface="Times New Roman"/>
                <a:cs typeface="Times New Roman"/>
              </a:rPr>
              <a:t>simulating</a:t>
            </a:r>
            <a:r>
              <a:rPr sz="1200" spc="-1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rising</a:t>
            </a:r>
            <a:r>
              <a:rPr sz="1200" spc="-25" dirty="0">
                <a:latin typeface="Times New Roman"/>
                <a:cs typeface="Times New Roman"/>
              </a:rPr>
              <a:t> </a:t>
            </a:r>
            <a:r>
              <a:rPr sz="1200" dirty="0">
                <a:latin typeface="Times New Roman"/>
                <a:cs typeface="Times New Roman"/>
              </a:rPr>
              <a:t>river.</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sensors</a:t>
            </a:r>
            <a:r>
              <a:rPr sz="1200" spc="-30" dirty="0">
                <a:latin typeface="Times New Roman"/>
                <a:cs typeface="Times New Roman"/>
              </a:rPr>
              <a:t> </a:t>
            </a:r>
            <a:r>
              <a:rPr sz="1200" dirty="0">
                <a:latin typeface="Times New Roman"/>
                <a:cs typeface="Times New Roman"/>
              </a:rPr>
              <a:t>detect</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increasing</a:t>
            </a:r>
            <a:r>
              <a:rPr sz="1200" spc="-20" dirty="0">
                <a:latin typeface="Times New Roman"/>
                <a:cs typeface="Times New Roman"/>
              </a:rPr>
              <a:t> </a:t>
            </a:r>
            <a:r>
              <a:rPr sz="1200" dirty="0">
                <a:latin typeface="Times New Roman"/>
                <a:cs typeface="Times New Roman"/>
              </a:rPr>
              <a:t>water</a:t>
            </a:r>
            <a:r>
              <a:rPr sz="1200" spc="-40" dirty="0">
                <a:latin typeface="Times New Roman"/>
                <a:cs typeface="Times New Roman"/>
              </a:rPr>
              <a:t> </a:t>
            </a:r>
            <a:r>
              <a:rPr sz="1200" spc="-10" dirty="0">
                <a:latin typeface="Times New Roman"/>
                <a:cs typeface="Times New Roman"/>
              </a:rPr>
              <a:t>level.</a:t>
            </a:r>
            <a:endParaRPr sz="1200">
              <a:latin typeface="Times New Roman"/>
              <a:cs typeface="Times New Roman"/>
            </a:endParaRPr>
          </a:p>
          <a:p>
            <a:pPr marL="396240" indent="-154940">
              <a:lnSpc>
                <a:spcPts val="1390"/>
              </a:lnSpc>
              <a:spcBef>
                <a:spcPts val="1345"/>
              </a:spcBef>
              <a:buAutoNum type="arabicPeriod" startAt="3"/>
              <a:tabLst>
                <a:tab pos="396240" algn="l"/>
              </a:tabLst>
            </a:pPr>
            <a:r>
              <a:rPr sz="1200" b="1" dirty="0">
                <a:latin typeface="Times New Roman"/>
                <a:cs typeface="Times New Roman"/>
              </a:rPr>
              <a:t>Triggering</a:t>
            </a:r>
            <a:r>
              <a:rPr sz="1200" b="1" spc="-35" dirty="0">
                <a:latin typeface="Times New Roman"/>
                <a:cs typeface="Times New Roman"/>
              </a:rPr>
              <a:t> </a:t>
            </a:r>
            <a:r>
              <a:rPr sz="1200" b="1" dirty="0">
                <a:latin typeface="Times New Roman"/>
                <a:cs typeface="Times New Roman"/>
              </a:rPr>
              <a:t>the</a:t>
            </a:r>
            <a:r>
              <a:rPr sz="1200" b="1" spc="-40" dirty="0">
                <a:latin typeface="Times New Roman"/>
                <a:cs typeface="Times New Roman"/>
              </a:rPr>
              <a:t> </a:t>
            </a:r>
            <a:r>
              <a:rPr sz="1200" b="1" spc="-10" dirty="0">
                <a:latin typeface="Times New Roman"/>
                <a:cs typeface="Times New Roman"/>
              </a:rPr>
              <a:t>Alert:</a:t>
            </a:r>
            <a:endParaRPr sz="1200">
              <a:latin typeface="Times New Roman"/>
              <a:cs typeface="Times New Roman"/>
            </a:endParaRPr>
          </a:p>
          <a:p>
            <a:pPr marL="12700" marR="831215">
              <a:lnSpc>
                <a:spcPts val="1390"/>
              </a:lnSpc>
              <a:spcBef>
                <a:spcPts val="40"/>
              </a:spcBef>
            </a:pPr>
            <a:r>
              <a:rPr sz="1200" dirty="0">
                <a:latin typeface="Times New Roman"/>
                <a:cs typeface="Times New Roman"/>
              </a:rPr>
              <a:t>Once</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water </a:t>
            </a:r>
            <a:r>
              <a:rPr sz="1200" spc="-10" dirty="0">
                <a:latin typeface="Times New Roman"/>
                <a:cs typeface="Times New Roman"/>
              </a:rPr>
              <a:t>level</a:t>
            </a:r>
            <a:r>
              <a:rPr sz="1200" spc="-30" dirty="0">
                <a:latin typeface="Times New Roman"/>
                <a:cs typeface="Times New Roman"/>
              </a:rPr>
              <a:t> </a:t>
            </a:r>
            <a:r>
              <a:rPr sz="1200" dirty="0">
                <a:latin typeface="Times New Roman"/>
                <a:cs typeface="Times New Roman"/>
              </a:rPr>
              <a:t>reaches</a:t>
            </a:r>
            <a:r>
              <a:rPr sz="1200" spc="-20" dirty="0">
                <a:latin typeface="Times New Roman"/>
                <a:cs typeface="Times New Roman"/>
              </a:rPr>
              <a:t> </a:t>
            </a:r>
            <a:r>
              <a:rPr sz="1200" dirty="0">
                <a:latin typeface="Times New Roman"/>
                <a:cs typeface="Times New Roman"/>
              </a:rPr>
              <a:t>a</a:t>
            </a:r>
            <a:r>
              <a:rPr sz="1200" spc="-10" dirty="0">
                <a:latin typeface="Times New Roman"/>
                <a:cs typeface="Times New Roman"/>
              </a:rPr>
              <a:t> predefined</a:t>
            </a:r>
            <a:r>
              <a:rPr sz="1200" spc="-5" dirty="0">
                <a:latin typeface="Times New Roman"/>
                <a:cs typeface="Times New Roman"/>
              </a:rPr>
              <a:t> </a:t>
            </a:r>
            <a:r>
              <a:rPr sz="1200" dirty="0">
                <a:latin typeface="Times New Roman"/>
                <a:cs typeface="Times New Roman"/>
              </a:rPr>
              <a:t>threshold,</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microcontroller</a:t>
            </a:r>
            <a:r>
              <a:rPr sz="1200" spc="-5" dirty="0">
                <a:latin typeface="Times New Roman"/>
                <a:cs typeface="Times New Roman"/>
              </a:rPr>
              <a:t> </a:t>
            </a:r>
            <a:r>
              <a:rPr sz="1200" dirty="0">
                <a:latin typeface="Times New Roman"/>
                <a:cs typeface="Times New Roman"/>
              </a:rPr>
              <a:t>triggers</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alarm</a:t>
            </a:r>
            <a:r>
              <a:rPr sz="1200" spc="-5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spc="-25" dirty="0">
                <a:latin typeface="Times New Roman"/>
                <a:cs typeface="Times New Roman"/>
              </a:rPr>
              <a:t>the </a:t>
            </a:r>
            <a:r>
              <a:rPr sz="1200" spc="-10" dirty="0">
                <a:latin typeface="Times New Roman"/>
                <a:cs typeface="Times New Roman"/>
              </a:rPr>
              <a:t>communication</a:t>
            </a:r>
            <a:r>
              <a:rPr sz="1200" spc="10" dirty="0">
                <a:latin typeface="Times New Roman"/>
                <a:cs typeface="Times New Roman"/>
              </a:rPr>
              <a:t> </a:t>
            </a:r>
            <a:r>
              <a:rPr sz="1200" spc="-10" dirty="0">
                <a:latin typeface="Times New Roman"/>
                <a:cs typeface="Times New Roman"/>
              </a:rPr>
              <a:t>module</a:t>
            </a:r>
            <a:r>
              <a:rPr sz="1200" spc="10" dirty="0">
                <a:latin typeface="Times New Roman"/>
                <a:cs typeface="Times New Roman"/>
              </a:rPr>
              <a:t> </a:t>
            </a:r>
            <a:r>
              <a:rPr sz="1200" dirty="0">
                <a:latin typeface="Times New Roman"/>
                <a:cs typeface="Times New Roman"/>
              </a:rPr>
              <a:t>sends</a:t>
            </a:r>
            <a:r>
              <a:rPr sz="1200" spc="5" dirty="0">
                <a:latin typeface="Times New Roman"/>
                <a:cs typeface="Times New Roman"/>
              </a:rPr>
              <a:t> </a:t>
            </a:r>
            <a:r>
              <a:rPr sz="1200" spc="-10" dirty="0">
                <a:latin typeface="Times New Roman"/>
                <a:cs typeface="Times New Roman"/>
              </a:rPr>
              <a:t>alerts.</a:t>
            </a:r>
            <a:endParaRPr sz="1200">
              <a:latin typeface="Times New Roman"/>
              <a:cs typeface="Times New Roman"/>
            </a:endParaRPr>
          </a:p>
          <a:p>
            <a:pPr marL="167640" indent="-154940">
              <a:lnSpc>
                <a:spcPts val="1395"/>
              </a:lnSpc>
              <a:spcBef>
                <a:spcPts val="1310"/>
              </a:spcBef>
              <a:buAutoNum type="arabicPeriod" startAt="4"/>
              <a:tabLst>
                <a:tab pos="167640" algn="l"/>
              </a:tabLst>
            </a:pPr>
            <a:r>
              <a:rPr sz="1200" b="1" dirty="0">
                <a:latin typeface="Times New Roman"/>
                <a:cs typeface="Times New Roman"/>
              </a:rPr>
              <a:t>Observation</a:t>
            </a:r>
            <a:r>
              <a:rPr sz="1200" b="1" spc="-20" dirty="0">
                <a:latin typeface="Times New Roman"/>
                <a:cs typeface="Times New Roman"/>
              </a:rPr>
              <a:t> </a:t>
            </a:r>
            <a:r>
              <a:rPr sz="1200" b="1" dirty="0">
                <a:latin typeface="Times New Roman"/>
                <a:cs typeface="Times New Roman"/>
              </a:rPr>
              <a:t>and</a:t>
            </a:r>
            <a:r>
              <a:rPr sz="1200" b="1" spc="-45" dirty="0">
                <a:latin typeface="Times New Roman"/>
                <a:cs typeface="Times New Roman"/>
              </a:rPr>
              <a:t> </a:t>
            </a:r>
            <a:r>
              <a:rPr sz="1200" b="1" spc="-10" dirty="0">
                <a:latin typeface="Times New Roman"/>
                <a:cs typeface="Times New Roman"/>
              </a:rPr>
              <a:t>Discussion:</a:t>
            </a:r>
            <a:endParaRPr sz="1200">
              <a:latin typeface="Times New Roman"/>
              <a:cs typeface="Times New Roman"/>
            </a:endParaRPr>
          </a:p>
          <a:p>
            <a:pPr marL="12700" marR="370840">
              <a:lnSpc>
                <a:spcPts val="1390"/>
              </a:lnSpc>
              <a:spcBef>
                <a:spcPts val="40"/>
              </a:spcBef>
            </a:pP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demonstration</a:t>
            </a:r>
            <a:r>
              <a:rPr sz="1200" dirty="0">
                <a:latin typeface="Times New Roman"/>
                <a:cs typeface="Times New Roman"/>
              </a:rPr>
              <a:t> highlights</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importance</a:t>
            </a:r>
            <a:r>
              <a:rPr sz="1200" spc="-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early</a:t>
            </a:r>
            <a:r>
              <a:rPr sz="1200" spc="-50" dirty="0">
                <a:latin typeface="Times New Roman"/>
                <a:cs typeface="Times New Roman"/>
              </a:rPr>
              <a:t> </a:t>
            </a:r>
            <a:r>
              <a:rPr sz="1200" dirty="0">
                <a:latin typeface="Times New Roman"/>
                <a:cs typeface="Times New Roman"/>
              </a:rPr>
              <a:t>detection</a:t>
            </a:r>
            <a:r>
              <a:rPr sz="1200" spc="-2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effectiveness</a:t>
            </a:r>
            <a:r>
              <a:rPr sz="1200" spc="-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flood </a:t>
            </a:r>
            <a:r>
              <a:rPr sz="1200" spc="-10" dirty="0">
                <a:latin typeface="Times New Roman"/>
                <a:cs typeface="Times New Roman"/>
              </a:rPr>
              <a:t>warning </a:t>
            </a:r>
            <a:r>
              <a:rPr sz="1200" dirty="0">
                <a:latin typeface="Times New Roman"/>
                <a:cs typeface="Times New Roman"/>
              </a:rPr>
              <a:t>system</a:t>
            </a:r>
            <a:r>
              <a:rPr sz="1200" spc="-55"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providing</a:t>
            </a:r>
            <a:r>
              <a:rPr sz="1200" spc="-30" dirty="0">
                <a:latin typeface="Times New Roman"/>
                <a:cs typeface="Times New Roman"/>
              </a:rPr>
              <a:t> </a:t>
            </a:r>
            <a:r>
              <a:rPr sz="1200" dirty="0">
                <a:latin typeface="Times New Roman"/>
                <a:cs typeface="Times New Roman"/>
              </a:rPr>
              <a:t>timely</a:t>
            </a:r>
            <a:r>
              <a:rPr sz="1200" spc="-50" dirty="0">
                <a:latin typeface="Times New Roman"/>
                <a:cs typeface="Times New Roman"/>
              </a:rPr>
              <a:t> </a:t>
            </a:r>
            <a:r>
              <a:rPr sz="1200" spc="-10" dirty="0">
                <a:latin typeface="Times New Roman"/>
                <a:cs typeface="Times New Roman"/>
              </a:rPr>
              <a:t>alerts.</a:t>
            </a:r>
            <a:endParaRPr sz="1200">
              <a:latin typeface="Times New Roman"/>
              <a:cs typeface="Times New Roman"/>
            </a:endParaRPr>
          </a:p>
        </p:txBody>
      </p:sp>
      <p:grpSp>
        <p:nvGrpSpPr>
          <p:cNvPr id="3" name="object 3"/>
          <p:cNvGrpSpPr/>
          <p:nvPr/>
        </p:nvGrpSpPr>
        <p:grpSpPr>
          <a:xfrm>
            <a:off x="304800" y="304799"/>
            <a:ext cx="6955790" cy="10086340"/>
            <a:chOff x="304800" y="304799"/>
            <a:chExt cx="6955790" cy="10086340"/>
          </a:xfrm>
        </p:grpSpPr>
        <p:pic>
          <p:nvPicPr>
            <p:cNvPr id="4" name="object 4"/>
            <p:cNvPicPr/>
            <p:nvPr/>
          </p:nvPicPr>
          <p:blipFill>
            <a:blip r:embed="rId2" cstate="print"/>
            <a:stretch>
              <a:fillRect/>
            </a:stretch>
          </p:blipFill>
          <p:spPr>
            <a:xfrm>
              <a:off x="359410" y="4197095"/>
              <a:ext cx="6619875" cy="3503929"/>
            </a:xfrm>
            <a:prstGeom prst="rect">
              <a:avLst/>
            </a:prstGeom>
          </p:spPr>
        </p:pic>
        <p:sp>
          <p:nvSpPr>
            <p:cNvPr id="5" name="object 5"/>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grpSp>
      <p:sp>
        <p:nvSpPr>
          <p:cNvPr id="6" name="Slide Number Placeholder 5">
            <a:extLst>
              <a:ext uri="{FF2B5EF4-FFF2-40B4-BE49-F238E27FC236}">
                <a16:creationId xmlns:a16="http://schemas.microsoft.com/office/drawing/2014/main" id="{23E308AB-687A-04D8-73AB-944C2BBFC999}"/>
              </a:ext>
            </a:extLst>
          </p:cNvPr>
          <p:cNvSpPr>
            <a:spLocks noGrp="1"/>
          </p:cNvSpPr>
          <p:nvPr>
            <p:ph type="sldNum" sz="quarter" idx="7"/>
          </p:nvPr>
        </p:nvSpPr>
        <p:spPr>
          <a:xfrm>
            <a:off x="3712464" y="8986096"/>
            <a:ext cx="294386" cy="249979"/>
          </a:xfrm>
        </p:spPr>
        <p:txBody>
          <a:bodyPr/>
          <a:lstStyle/>
          <a:p>
            <a:pPr marL="38100">
              <a:lnSpc>
                <a:spcPts val="1410"/>
              </a:lnSpc>
            </a:pPr>
            <a:fld id="{81D60167-4931-47E6-BA6A-407CBD079E47}" type="slidenum">
              <a:rPr lang="en-IN" spc="-50" smtClean="0"/>
              <a:t>23</a:t>
            </a:fld>
            <a:endParaRPr lang="en-IN" spc="-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9409" y="1042415"/>
            <a:ext cx="6371590" cy="3002279"/>
          </a:xfrm>
          <a:prstGeom prst="rect">
            <a:avLst/>
          </a:prstGeom>
        </p:spPr>
      </p:pic>
      <p:sp>
        <p:nvSpPr>
          <p:cNvPr id="3" name="object 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4" name="Slide Number Placeholder 3">
            <a:extLst>
              <a:ext uri="{FF2B5EF4-FFF2-40B4-BE49-F238E27FC236}">
                <a16:creationId xmlns:a16="http://schemas.microsoft.com/office/drawing/2014/main" id="{85307AA4-B835-39AC-A722-D7331BC8F450}"/>
              </a:ext>
            </a:extLst>
          </p:cNvPr>
          <p:cNvSpPr>
            <a:spLocks noGrp="1"/>
          </p:cNvSpPr>
          <p:nvPr>
            <p:ph type="sldNum" sz="quarter" idx="7"/>
          </p:nvPr>
        </p:nvSpPr>
        <p:spPr>
          <a:xfrm>
            <a:off x="3712464" y="8986096"/>
            <a:ext cx="370586" cy="249979"/>
          </a:xfrm>
        </p:spPr>
        <p:txBody>
          <a:bodyPr/>
          <a:lstStyle/>
          <a:p>
            <a:pPr marL="38100">
              <a:lnSpc>
                <a:spcPts val="1410"/>
              </a:lnSpc>
            </a:pPr>
            <a:fld id="{81D60167-4931-47E6-BA6A-407CBD079E47}" type="slidenum">
              <a:rPr lang="en-IN" spc="-50" smtClean="0"/>
              <a:t>24</a:t>
            </a:fld>
            <a:endParaRPr lang="en-IN" spc="-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1228089"/>
            <a:ext cx="1794510" cy="270510"/>
          </a:xfrm>
          <a:prstGeom prst="rect">
            <a:avLst/>
          </a:prstGeom>
        </p:spPr>
        <p:txBody>
          <a:bodyPr vert="horz" wrap="square" lIns="0" tIns="13335" rIns="0" bIns="0" rtlCol="0">
            <a:spAutoFit/>
          </a:bodyPr>
          <a:lstStyle/>
          <a:p>
            <a:pPr marL="12700">
              <a:lnSpc>
                <a:spcPct val="100000"/>
              </a:lnSpc>
              <a:spcBef>
                <a:spcPts val="105"/>
              </a:spcBef>
            </a:pPr>
            <a:r>
              <a:rPr sz="1600" b="1" spc="-10" dirty="0">
                <a:latin typeface="Times New Roman"/>
                <a:cs typeface="Times New Roman"/>
              </a:rPr>
              <a:t>OUTPUT/RESULT:</a:t>
            </a:r>
            <a:endParaRPr sz="1600">
              <a:latin typeface="Times New Roman"/>
              <a:cs typeface="Times New Roman"/>
            </a:endParaRPr>
          </a:p>
        </p:txBody>
      </p:sp>
      <p:sp>
        <p:nvSpPr>
          <p:cNvPr id="3" name="object 3"/>
          <p:cNvSpPr txBox="1"/>
          <p:nvPr/>
        </p:nvSpPr>
        <p:spPr>
          <a:xfrm>
            <a:off x="347268" y="1734438"/>
            <a:ext cx="6736715" cy="481330"/>
          </a:xfrm>
          <a:prstGeom prst="rect">
            <a:avLst/>
          </a:prstGeom>
        </p:spPr>
        <p:txBody>
          <a:bodyPr vert="horz" wrap="square" lIns="0" tIns="15240" rIns="0" bIns="0" rtlCol="0">
            <a:spAutoFit/>
          </a:bodyPr>
          <a:lstStyle/>
          <a:p>
            <a:pPr marL="12700" marR="5080" algn="just">
              <a:lnSpc>
                <a:spcPct val="99000"/>
              </a:lnSpc>
              <a:spcBef>
                <a:spcPts val="120"/>
              </a:spcBef>
            </a:pP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proposed</a:t>
            </a:r>
            <a:r>
              <a:rPr sz="1000" spc="10" dirty="0">
                <a:latin typeface="Times New Roman"/>
                <a:cs typeface="Times New Roman"/>
              </a:rPr>
              <a:t> </a:t>
            </a:r>
            <a:r>
              <a:rPr sz="1000" dirty="0">
                <a:latin typeface="Times New Roman"/>
                <a:cs typeface="Times New Roman"/>
              </a:rPr>
              <a:t>method</a:t>
            </a:r>
            <a:r>
              <a:rPr sz="1000" spc="-10" dirty="0">
                <a:latin typeface="Times New Roman"/>
                <a:cs typeface="Times New Roman"/>
              </a:rPr>
              <a:t> </a:t>
            </a:r>
            <a:r>
              <a:rPr sz="1000" dirty="0">
                <a:latin typeface="Times New Roman"/>
                <a:cs typeface="Times New Roman"/>
              </a:rPr>
              <a:t>in</a:t>
            </a:r>
            <a:r>
              <a:rPr sz="1000" spc="-10" dirty="0">
                <a:latin typeface="Times New Roman"/>
                <a:cs typeface="Times New Roman"/>
              </a:rPr>
              <a:t> </a:t>
            </a:r>
            <a:r>
              <a:rPr sz="1000" dirty="0">
                <a:latin typeface="Times New Roman"/>
                <a:cs typeface="Times New Roman"/>
              </a:rPr>
              <a:t>this</a:t>
            </a:r>
            <a:r>
              <a:rPr sz="1000" spc="-20" dirty="0">
                <a:latin typeface="Times New Roman"/>
                <a:cs typeface="Times New Roman"/>
              </a:rPr>
              <a:t> </a:t>
            </a:r>
            <a:r>
              <a:rPr sz="1000" dirty="0">
                <a:latin typeface="Times New Roman"/>
                <a:cs typeface="Times New Roman"/>
              </a:rPr>
              <a:t>paper</a:t>
            </a:r>
            <a:r>
              <a:rPr sz="1000" spc="-10" dirty="0">
                <a:latin typeface="Times New Roman"/>
                <a:cs typeface="Times New Roman"/>
              </a:rPr>
              <a:t> </a:t>
            </a:r>
            <a:r>
              <a:rPr sz="1000" dirty="0">
                <a:latin typeface="Times New Roman"/>
                <a:cs typeface="Times New Roman"/>
              </a:rPr>
              <a:t>retrieves</a:t>
            </a:r>
            <a:r>
              <a:rPr sz="1000" spc="5"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spc="-10" dirty="0">
                <a:latin typeface="Times New Roman"/>
                <a:cs typeface="Times New Roman"/>
              </a:rPr>
              <a:t>information</a:t>
            </a:r>
            <a:r>
              <a:rPr sz="1000" spc="-15" dirty="0">
                <a:latin typeface="Times New Roman"/>
                <a:cs typeface="Times New Roman"/>
              </a:rPr>
              <a:t> </a:t>
            </a:r>
            <a:r>
              <a:rPr sz="1000" dirty="0">
                <a:latin typeface="Times New Roman"/>
                <a:cs typeface="Times New Roman"/>
              </a:rPr>
              <a:t>from</a:t>
            </a:r>
            <a:r>
              <a:rPr sz="1000" spc="15"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sensor</a:t>
            </a:r>
            <a:r>
              <a:rPr sz="1000" spc="15" dirty="0">
                <a:latin typeface="Times New Roman"/>
                <a:cs typeface="Times New Roman"/>
              </a:rPr>
              <a:t> </a:t>
            </a:r>
            <a:r>
              <a:rPr sz="1000" dirty="0">
                <a:latin typeface="Times New Roman"/>
                <a:cs typeface="Times New Roman"/>
              </a:rPr>
              <a:t>at</a:t>
            </a:r>
            <a:r>
              <a:rPr sz="1000" spc="-5" dirty="0">
                <a:latin typeface="Times New Roman"/>
                <a:cs typeface="Times New Roman"/>
              </a:rPr>
              <a:t> </a:t>
            </a:r>
            <a:r>
              <a:rPr sz="1000" dirty="0">
                <a:latin typeface="Times New Roman"/>
                <a:cs typeface="Times New Roman"/>
              </a:rPr>
              <a:t>any</a:t>
            </a:r>
            <a:r>
              <a:rPr sz="1000" spc="-35" dirty="0">
                <a:latin typeface="Times New Roman"/>
                <a:cs typeface="Times New Roman"/>
              </a:rPr>
              <a:t> </a:t>
            </a:r>
            <a:r>
              <a:rPr sz="1000" dirty="0">
                <a:latin typeface="Times New Roman"/>
                <a:cs typeface="Times New Roman"/>
              </a:rPr>
              <a:t>point</a:t>
            </a:r>
            <a:r>
              <a:rPr sz="1000" spc="-25" dirty="0">
                <a:latin typeface="Times New Roman"/>
                <a:cs typeface="Times New Roman"/>
              </a:rPr>
              <a:t> </a:t>
            </a:r>
            <a:r>
              <a:rPr sz="1000" dirty="0">
                <a:latin typeface="Times New Roman"/>
                <a:cs typeface="Times New Roman"/>
              </a:rPr>
              <a:t>in</a:t>
            </a:r>
            <a:r>
              <a:rPr sz="1000" spc="15" dirty="0">
                <a:latin typeface="Times New Roman"/>
                <a:cs typeface="Times New Roman"/>
              </a:rPr>
              <a:t> </a:t>
            </a:r>
            <a:r>
              <a:rPr sz="1000" dirty="0">
                <a:latin typeface="Times New Roman"/>
                <a:cs typeface="Times New Roman"/>
              </a:rPr>
              <a:t>time. Finally,</a:t>
            </a:r>
            <a:r>
              <a:rPr sz="1000" spc="20"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spc="-10" dirty="0">
                <a:latin typeface="Times New Roman"/>
                <a:cs typeface="Times New Roman"/>
              </a:rPr>
              <a:t>developed</a:t>
            </a:r>
            <a:r>
              <a:rPr sz="1000" spc="10" dirty="0">
                <a:latin typeface="Times New Roman"/>
                <a:cs typeface="Times New Roman"/>
              </a:rPr>
              <a:t> </a:t>
            </a:r>
            <a:r>
              <a:rPr sz="1000" dirty="0">
                <a:latin typeface="Times New Roman"/>
                <a:cs typeface="Times New Roman"/>
              </a:rPr>
              <a:t>early</a:t>
            </a:r>
            <a:r>
              <a:rPr sz="1000" spc="-35" dirty="0">
                <a:latin typeface="Times New Roman"/>
                <a:cs typeface="Times New Roman"/>
              </a:rPr>
              <a:t> </a:t>
            </a:r>
            <a:r>
              <a:rPr sz="1000" spc="-10" dirty="0">
                <a:latin typeface="Times New Roman"/>
                <a:cs typeface="Times New Roman"/>
              </a:rPr>
              <a:t>flood </a:t>
            </a:r>
            <a:r>
              <a:rPr sz="1000" dirty="0">
                <a:latin typeface="Times New Roman"/>
                <a:cs typeface="Times New Roman"/>
              </a:rPr>
              <a:t>detection</a:t>
            </a:r>
            <a:r>
              <a:rPr sz="1000" spc="6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warning</a:t>
            </a:r>
            <a:r>
              <a:rPr sz="1000" spc="20" dirty="0">
                <a:latin typeface="Times New Roman"/>
                <a:cs typeface="Times New Roman"/>
              </a:rPr>
              <a:t> </a:t>
            </a:r>
            <a:r>
              <a:rPr sz="1000" dirty="0">
                <a:latin typeface="Times New Roman"/>
                <a:cs typeface="Times New Roman"/>
              </a:rPr>
              <a:t>system</a:t>
            </a:r>
            <a:r>
              <a:rPr sz="1000" spc="45" dirty="0">
                <a:latin typeface="Times New Roman"/>
                <a:cs typeface="Times New Roman"/>
              </a:rPr>
              <a:t> </a:t>
            </a:r>
            <a:r>
              <a:rPr sz="1000" dirty="0">
                <a:latin typeface="Times New Roman"/>
                <a:cs typeface="Times New Roman"/>
              </a:rPr>
              <a:t>utilizes</a:t>
            </a:r>
            <a:r>
              <a:rPr sz="1000" spc="35" dirty="0">
                <a:latin typeface="Times New Roman"/>
                <a:cs typeface="Times New Roman"/>
              </a:rPr>
              <a:t> </a:t>
            </a:r>
            <a:r>
              <a:rPr sz="1000" dirty="0">
                <a:latin typeface="Times New Roman"/>
                <a:cs typeface="Times New Roman"/>
              </a:rPr>
              <a:t>an</a:t>
            </a:r>
            <a:r>
              <a:rPr sz="1000" spc="40" dirty="0">
                <a:latin typeface="Times New Roman"/>
                <a:cs typeface="Times New Roman"/>
              </a:rPr>
              <a:t> </a:t>
            </a:r>
            <a:r>
              <a:rPr sz="1000" dirty="0">
                <a:latin typeface="Times New Roman"/>
                <a:cs typeface="Times New Roman"/>
              </a:rPr>
              <a:t>ultrasonic</a:t>
            </a:r>
            <a:r>
              <a:rPr sz="1000" spc="10" dirty="0">
                <a:latin typeface="Times New Roman"/>
                <a:cs typeface="Times New Roman"/>
              </a:rPr>
              <a:t> </a:t>
            </a:r>
            <a:r>
              <a:rPr sz="1000" dirty="0">
                <a:latin typeface="Times New Roman"/>
                <a:cs typeface="Times New Roman"/>
              </a:rPr>
              <a:t>sensor</a:t>
            </a:r>
            <a:r>
              <a:rPr sz="1000" spc="45" dirty="0">
                <a:latin typeface="Times New Roman"/>
                <a:cs typeface="Times New Roman"/>
              </a:rPr>
              <a:t> </a:t>
            </a:r>
            <a:r>
              <a:rPr sz="1000" dirty="0">
                <a:latin typeface="Times New Roman"/>
                <a:cs typeface="Times New Roman"/>
              </a:rPr>
              <a:t>to</a:t>
            </a:r>
            <a:r>
              <a:rPr sz="1000" spc="20" dirty="0">
                <a:latin typeface="Times New Roman"/>
                <a:cs typeface="Times New Roman"/>
              </a:rPr>
              <a:t> </a:t>
            </a:r>
            <a:r>
              <a:rPr sz="1000" dirty="0">
                <a:latin typeface="Times New Roman"/>
                <a:cs typeface="Times New Roman"/>
              </a:rPr>
              <a:t>detect</a:t>
            </a:r>
            <a:r>
              <a:rPr sz="1000" spc="45" dirty="0">
                <a:latin typeface="Times New Roman"/>
                <a:cs typeface="Times New Roman"/>
              </a:rPr>
              <a:t> </a:t>
            </a:r>
            <a:r>
              <a:rPr sz="1000" dirty="0">
                <a:latin typeface="Times New Roman"/>
                <a:cs typeface="Times New Roman"/>
              </a:rPr>
              <a:t>water</a:t>
            </a:r>
            <a:r>
              <a:rPr sz="1000" spc="40" dirty="0">
                <a:latin typeface="Times New Roman"/>
                <a:cs typeface="Times New Roman"/>
              </a:rPr>
              <a:t> </a:t>
            </a:r>
            <a:r>
              <a:rPr sz="1000" dirty="0">
                <a:latin typeface="Times New Roman"/>
                <a:cs typeface="Times New Roman"/>
              </a:rPr>
              <a:t>level,</a:t>
            </a:r>
            <a:r>
              <a:rPr sz="1000" spc="55" dirty="0">
                <a:latin typeface="Times New Roman"/>
                <a:cs typeface="Times New Roman"/>
              </a:rPr>
              <a:t> </a:t>
            </a:r>
            <a:r>
              <a:rPr sz="1000" dirty="0">
                <a:latin typeface="Times New Roman"/>
                <a:cs typeface="Times New Roman"/>
              </a:rPr>
              <a:t>functions</a:t>
            </a:r>
            <a:r>
              <a:rPr sz="1000" spc="35" dirty="0">
                <a:latin typeface="Times New Roman"/>
                <a:cs typeface="Times New Roman"/>
              </a:rPr>
              <a:t> </a:t>
            </a:r>
            <a:r>
              <a:rPr sz="1000" dirty="0">
                <a:latin typeface="Times New Roman"/>
                <a:cs typeface="Times New Roman"/>
              </a:rPr>
              <a:t>perfectly according</a:t>
            </a:r>
            <a:r>
              <a:rPr sz="1000" spc="20" dirty="0">
                <a:latin typeface="Times New Roman"/>
                <a:cs typeface="Times New Roman"/>
              </a:rPr>
              <a:t> </a:t>
            </a:r>
            <a:r>
              <a:rPr sz="1000" dirty="0">
                <a:latin typeface="Times New Roman"/>
                <a:cs typeface="Times New Roman"/>
              </a:rPr>
              <a:t>to</a:t>
            </a:r>
            <a:r>
              <a:rPr sz="1000" spc="20"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spc="-10" dirty="0">
                <a:latin typeface="Times New Roman"/>
                <a:cs typeface="Times New Roman"/>
              </a:rPr>
              <a:t>specification </a:t>
            </a:r>
            <a:r>
              <a:rPr sz="1000" dirty="0">
                <a:latin typeface="Times New Roman"/>
                <a:cs typeface="Times New Roman"/>
              </a:rPr>
              <a:t>provided</a:t>
            </a:r>
            <a:r>
              <a:rPr sz="1000" spc="-5" dirty="0">
                <a:latin typeface="Times New Roman"/>
                <a:cs typeface="Times New Roman"/>
              </a:rPr>
              <a:t> </a:t>
            </a:r>
            <a:r>
              <a:rPr sz="1000" dirty="0">
                <a:latin typeface="Times New Roman"/>
                <a:cs typeface="Times New Roman"/>
              </a:rPr>
              <a:t>to</a:t>
            </a:r>
            <a:r>
              <a:rPr sz="1000" spc="-30" dirty="0">
                <a:latin typeface="Times New Roman"/>
                <a:cs typeface="Times New Roman"/>
              </a:rPr>
              <a:t> </a:t>
            </a:r>
            <a:r>
              <a:rPr sz="1000" dirty="0">
                <a:latin typeface="Times New Roman"/>
                <a:cs typeface="Times New Roman"/>
              </a:rPr>
              <a:t>the</a:t>
            </a:r>
            <a:r>
              <a:rPr sz="1000" spc="-40" dirty="0">
                <a:latin typeface="Times New Roman"/>
                <a:cs typeface="Times New Roman"/>
              </a:rPr>
              <a:t> </a:t>
            </a:r>
            <a:r>
              <a:rPr sz="1000" spc="-10" dirty="0">
                <a:latin typeface="Times New Roman"/>
                <a:cs typeface="Times New Roman"/>
              </a:rPr>
              <a:t>authorities.</a:t>
            </a:r>
            <a:endParaRPr sz="1000">
              <a:latin typeface="Times New Roman"/>
              <a:cs typeface="Times New Roman"/>
            </a:endParaRPr>
          </a:p>
        </p:txBody>
      </p:sp>
      <p:sp>
        <p:nvSpPr>
          <p:cNvPr id="4" name="object 4"/>
          <p:cNvSpPr txBox="1"/>
          <p:nvPr/>
        </p:nvSpPr>
        <p:spPr>
          <a:xfrm>
            <a:off x="6988302" y="3987546"/>
            <a:ext cx="162560" cy="493395"/>
          </a:xfrm>
          <a:prstGeom prst="rect">
            <a:avLst/>
          </a:prstGeom>
        </p:spPr>
        <p:txBody>
          <a:bodyPr vert="horz" wrap="square" lIns="0" tIns="13335" rIns="0" bIns="0" rtlCol="0">
            <a:spAutoFit/>
          </a:bodyPr>
          <a:lstStyle/>
          <a:p>
            <a:pPr marL="12700">
              <a:lnSpc>
                <a:spcPts val="1835"/>
              </a:lnSpc>
              <a:spcBef>
                <a:spcPts val="105"/>
              </a:spcBef>
            </a:pPr>
            <a:r>
              <a:rPr sz="1600" b="1" spc="-35" dirty="0">
                <a:latin typeface="Times New Roman"/>
                <a:cs typeface="Times New Roman"/>
              </a:rPr>
              <a:t>1.</a:t>
            </a:r>
            <a:endParaRPr sz="1600">
              <a:latin typeface="Times New Roman"/>
              <a:cs typeface="Times New Roman"/>
            </a:endParaRPr>
          </a:p>
          <a:p>
            <a:pPr marL="12700">
              <a:lnSpc>
                <a:spcPts val="1835"/>
              </a:lnSpc>
            </a:pPr>
            <a:r>
              <a:rPr sz="1600" b="1" spc="-35" dirty="0">
                <a:latin typeface="Times New Roman"/>
                <a:cs typeface="Times New Roman"/>
              </a:rPr>
              <a:t>2.</a:t>
            </a:r>
            <a:endParaRPr sz="1600">
              <a:latin typeface="Times New Roman"/>
              <a:cs typeface="Times New Roman"/>
            </a:endParaRPr>
          </a:p>
        </p:txBody>
      </p:sp>
      <p:sp>
        <p:nvSpPr>
          <p:cNvPr id="5" name="object 5"/>
          <p:cNvSpPr txBox="1"/>
          <p:nvPr/>
        </p:nvSpPr>
        <p:spPr>
          <a:xfrm>
            <a:off x="347268" y="4444746"/>
            <a:ext cx="6732905" cy="630555"/>
          </a:xfrm>
          <a:prstGeom prst="rect">
            <a:avLst/>
          </a:prstGeom>
        </p:spPr>
        <p:txBody>
          <a:bodyPr vert="horz" wrap="square" lIns="0" tIns="13335" rIns="0" bIns="0" rtlCol="0">
            <a:spAutoFit/>
          </a:bodyPr>
          <a:lstStyle/>
          <a:p>
            <a:pPr marL="12700">
              <a:lnSpc>
                <a:spcPct val="100000"/>
              </a:lnSpc>
              <a:spcBef>
                <a:spcPts val="105"/>
              </a:spcBef>
            </a:pPr>
            <a:r>
              <a:rPr sz="1000" b="1" dirty="0">
                <a:latin typeface="Times New Roman"/>
                <a:cs typeface="Times New Roman"/>
              </a:rPr>
              <a:t>Figure</a:t>
            </a:r>
            <a:r>
              <a:rPr sz="1000" b="1" spc="-15" dirty="0">
                <a:latin typeface="Times New Roman"/>
                <a:cs typeface="Times New Roman"/>
              </a:rPr>
              <a:t> </a:t>
            </a:r>
            <a:r>
              <a:rPr sz="1000" b="1" dirty="0">
                <a:latin typeface="Times New Roman"/>
                <a:cs typeface="Times New Roman"/>
              </a:rPr>
              <a:t>3:</a:t>
            </a:r>
            <a:r>
              <a:rPr sz="1000" b="1" spc="-40" dirty="0">
                <a:latin typeface="Times New Roman"/>
                <a:cs typeface="Times New Roman"/>
              </a:rPr>
              <a:t> </a:t>
            </a:r>
            <a:r>
              <a:rPr sz="1000" b="1" dirty="0">
                <a:latin typeface="Times New Roman"/>
                <a:cs typeface="Times New Roman"/>
              </a:rPr>
              <a:t>Hardware</a:t>
            </a:r>
            <a:r>
              <a:rPr sz="1000" b="1" spc="-15" dirty="0">
                <a:latin typeface="Times New Roman"/>
                <a:cs typeface="Times New Roman"/>
              </a:rPr>
              <a:t> </a:t>
            </a:r>
            <a:r>
              <a:rPr sz="1000" b="1" spc="-10" dirty="0">
                <a:latin typeface="Times New Roman"/>
                <a:cs typeface="Times New Roman"/>
              </a:rPr>
              <a:t>Implementation</a:t>
            </a:r>
            <a:endParaRPr sz="1000">
              <a:latin typeface="Times New Roman"/>
              <a:cs typeface="Times New Roman"/>
            </a:endParaRPr>
          </a:p>
          <a:p>
            <a:pPr>
              <a:lnSpc>
                <a:spcPct val="100000"/>
              </a:lnSpc>
              <a:spcBef>
                <a:spcPts val="85"/>
              </a:spcBef>
            </a:pPr>
            <a:endParaRPr sz="1000">
              <a:latin typeface="Times New Roman"/>
              <a:cs typeface="Times New Roman"/>
            </a:endParaRPr>
          </a:p>
          <a:p>
            <a:pPr marL="12700" marR="5080">
              <a:lnSpc>
                <a:spcPts val="1180"/>
              </a:lnSpc>
            </a:pPr>
            <a:r>
              <a:rPr sz="1000" dirty="0">
                <a:latin typeface="Times New Roman"/>
                <a:cs typeface="Times New Roman"/>
              </a:rPr>
              <a:t>In</a:t>
            </a:r>
            <a:r>
              <a:rPr sz="1000" spc="-20" dirty="0">
                <a:latin typeface="Times New Roman"/>
                <a:cs typeface="Times New Roman"/>
              </a:rPr>
              <a:t> </a:t>
            </a:r>
            <a:r>
              <a:rPr sz="1000" dirty="0">
                <a:latin typeface="Times New Roman"/>
                <a:cs typeface="Times New Roman"/>
              </a:rPr>
              <a:t>Fig.3</a:t>
            </a:r>
            <a:r>
              <a:rPr sz="1000" spc="-40" dirty="0">
                <a:latin typeface="Times New Roman"/>
                <a:cs typeface="Times New Roman"/>
              </a:rPr>
              <a:t> </a:t>
            </a:r>
            <a:r>
              <a:rPr sz="1000" spc="-10" dirty="0">
                <a:latin typeface="Times New Roman"/>
                <a:cs typeface="Times New Roman"/>
              </a:rPr>
              <a:t>we</a:t>
            </a:r>
            <a:r>
              <a:rPr sz="1000" spc="-30" dirty="0">
                <a:latin typeface="Times New Roman"/>
                <a:cs typeface="Times New Roman"/>
              </a:rPr>
              <a:t> </a:t>
            </a:r>
            <a:r>
              <a:rPr sz="1000" dirty="0">
                <a:latin typeface="Times New Roman"/>
                <a:cs typeface="Times New Roman"/>
              </a:rPr>
              <a:t>have</a:t>
            </a:r>
            <a:r>
              <a:rPr sz="1000" spc="-35" dirty="0">
                <a:latin typeface="Times New Roman"/>
                <a:cs typeface="Times New Roman"/>
              </a:rPr>
              <a:t> </a:t>
            </a:r>
            <a:r>
              <a:rPr sz="1000" dirty="0">
                <a:latin typeface="Times New Roman"/>
                <a:cs typeface="Times New Roman"/>
              </a:rPr>
              <a:t>shown</a:t>
            </a:r>
            <a:r>
              <a:rPr sz="1000" spc="-15" dirty="0">
                <a:latin typeface="Times New Roman"/>
                <a:cs typeface="Times New Roman"/>
              </a:rPr>
              <a:t> </a:t>
            </a:r>
            <a:r>
              <a:rPr sz="1000" dirty="0">
                <a:latin typeface="Times New Roman"/>
                <a:cs typeface="Times New Roman"/>
              </a:rPr>
              <a:t>how</a:t>
            </a:r>
            <a:r>
              <a:rPr sz="1000" spc="-50" dirty="0">
                <a:latin typeface="Times New Roman"/>
                <a:cs typeface="Times New Roman"/>
              </a:rPr>
              <a:t> </a:t>
            </a:r>
            <a:r>
              <a:rPr sz="1000" dirty="0">
                <a:latin typeface="Times New Roman"/>
                <a:cs typeface="Times New Roman"/>
              </a:rPr>
              <a:t>all</a:t>
            </a:r>
            <a:r>
              <a:rPr sz="1000" spc="-30" dirty="0">
                <a:latin typeface="Times New Roman"/>
                <a:cs typeface="Times New Roman"/>
              </a:rPr>
              <a:t> </a:t>
            </a:r>
            <a:r>
              <a:rPr sz="1000" dirty="0">
                <a:latin typeface="Times New Roman"/>
                <a:cs typeface="Times New Roman"/>
              </a:rPr>
              <a:t>the</a:t>
            </a:r>
            <a:r>
              <a:rPr sz="1000" spc="-55" dirty="0">
                <a:latin typeface="Times New Roman"/>
                <a:cs typeface="Times New Roman"/>
              </a:rPr>
              <a:t> </a:t>
            </a:r>
            <a:r>
              <a:rPr sz="1000" spc="-10" dirty="0">
                <a:latin typeface="Times New Roman"/>
                <a:cs typeface="Times New Roman"/>
              </a:rPr>
              <a:t>hardware</a:t>
            </a:r>
            <a:r>
              <a:rPr sz="1000" spc="-30" dirty="0">
                <a:latin typeface="Times New Roman"/>
                <a:cs typeface="Times New Roman"/>
              </a:rPr>
              <a:t> </a:t>
            </a:r>
            <a:r>
              <a:rPr sz="1000" spc="-10" dirty="0">
                <a:latin typeface="Times New Roman"/>
                <a:cs typeface="Times New Roman"/>
              </a:rPr>
              <a:t>components</a:t>
            </a:r>
            <a:r>
              <a:rPr sz="1000" spc="-50" dirty="0">
                <a:latin typeface="Times New Roman"/>
                <a:cs typeface="Times New Roman"/>
              </a:rPr>
              <a:t> </a:t>
            </a:r>
            <a:r>
              <a:rPr sz="1000" dirty="0">
                <a:latin typeface="Times New Roman"/>
                <a:cs typeface="Times New Roman"/>
              </a:rPr>
              <a:t>are</a:t>
            </a:r>
            <a:r>
              <a:rPr sz="1000" spc="-50" dirty="0">
                <a:latin typeface="Times New Roman"/>
                <a:cs typeface="Times New Roman"/>
              </a:rPr>
              <a:t> </a:t>
            </a:r>
            <a:r>
              <a:rPr sz="1000" spc="-10" dirty="0">
                <a:latin typeface="Times New Roman"/>
                <a:cs typeface="Times New Roman"/>
              </a:rPr>
              <a:t>connected</a:t>
            </a:r>
            <a:r>
              <a:rPr sz="1000" spc="-20"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spc="-10" dirty="0">
                <a:latin typeface="Times New Roman"/>
                <a:cs typeface="Times New Roman"/>
              </a:rPr>
              <a:t>implemented</a:t>
            </a:r>
            <a:r>
              <a:rPr sz="1000" spc="-40" dirty="0">
                <a:latin typeface="Times New Roman"/>
                <a:cs typeface="Times New Roman"/>
              </a:rPr>
              <a:t> </a:t>
            </a:r>
            <a:r>
              <a:rPr sz="1000" dirty="0">
                <a:latin typeface="Times New Roman"/>
                <a:cs typeface="Times New Roman"/>
              </a:rPr>
              <a:t>in</a:t>
            </a:r>
            <a:r>
              <a:rPr sz="1000" spc="-15" dirty="0">
                <a:latin typeface="Times New Roman"/>
                <a:cs typeface="Times New Roman"/>
              </a:rPr>
              <a:t> </a:t>
            </a:r>
            <a:r>
              <a:rPr sz="1000" dirty="0">
                <a:latin typeface="Times New Roman"/>
                <a:cs typeface="Times New Roman"/>
              </a:rPr>
              <a:t>real</a:t>
            </a:r>
            <a:r>
              <a:rPr sz="1000" spc="-35" dirty="0">
                <a:latin typeface="Times New Roman"/>
                <a:cs typeface="Times New Roman"/>
              </a:rPr>
              <a:t> </a:t>
            </a:r>
            <a:r>
              <a:rPr sz="1000" dirty="0">
                <a:latin typeface="Times New Roman"/>
                <a:cs typeface="Times New Roman"/>
              </a:rPr>
              <a:t>world.</a:t>
            </a:r>
            <a:r>
              <a:rPr sz="1000" spc="-25" dirty="0">
                <a:latin typeface="Times New Roman"/>
                <a:cs typeface="Times New Roman"/>
              </a:rPr>
              <a:t> </a:t>
            </a:r>
            <a:r>
              <a:rPr sz="1000" dirty="0">
                <a:latin typeface="Times New Roman"/>
                <a:cs typeface="Times New Roman"/>
              </a:rPr>
              <a:t>All</a:t>
            </a:r>
            <a:r>
              <a:rPr sz="1000" spc="-35" dirty="0">
                <a:latin typeface="Times New Roman"/>
                <a:cs typeface="Times New Roman"/>
              </a:rPr>
              <a:t> </a:t>
            </a:r>
            <a:r>
              <a:rPr sz="1000" dirty="0">
                <a:latin typeface="Times New Roman"/>
                <a:cs typeface="Times New Roman"/>
              </a:rPr>
              <a:t>the</a:t>
            </a:r>
            <a:r>
              <a:rPr sz="1000" spc="-50" dirty="0">
                <a:latin typeface="Times New Roman"/>
                <a:cs typeface="Times New Roman"/>
              </a:rPr>
              <a:t> </a:t>
            </a:r>
            <a:r>
              <a:rPr sz="1000" spc="-10" dirty="0">
                <a:latin typeface="Times New Roman"/>
                <a:cs typeface="Times New Roman"/>
              </a:rPr>
              <a:t>mentioned</a:t>
            </a:r>
            <a:r>
              <a:rPr sz="1000" spc="-60" dirty="0">
                <a:latin typeface="Times New Roman"/>
                <a:cs typeface="Times New Roman"/>
              </a:rPr>
              <a:t> </a:t>
            </a:r>
            <a:r>
              <a:rPr sz="1000" spc="-10" dirty="0">
                <a:latin typeface="Times New Roman"/>
                <a:cs typeface="Times New Roman"/>
              </a:rPr>
              <a:t>hardware </a:t>
            </a:r>
            <a:r>
              <a:rPr sz="1000" dirty="0">
                <a:latin typeface="Times New Roman"/>
                <a:cs typeface="Times New Roman"/>
              </a:rPr>
              <a:t>components</a:t>
            </a:r>
            <a:r>
              <a:rPr sz="1000" spc="-55" dirty="0">
                <a:latin typeface="Times New Roman"/>
                <a:cs typeface="Times New Roman"/>
              </a:rPr>
              <a:t> </a:t>
            </a:r>
            <a:r>
              <a:rPr sz="1000" dirty="0">
                <a:latin typeface="Times New Roman"/>
                <a:cs typeface="Times New Roman"/>
              </a:rPr>
              <a:t>are</a:t>
            </a:r>
            <a:r>
              <a:rPr sz="1000" spc="-40" dirty="0">
                <a:latin typeface="Times New Roman"/>
                <a:cs typeface="Times New Roman"/>
              </a:rPr>
              <a:t> </a:t>
            </a:r>
            <a:r>
              <a:rPr sz="1000" dirty="0">
                <a:latin typeface="Times New Roman"/>
                <a:cs typeface="Times New Roman"/>
              </a:rPr>
              <a:t>present</a:t>
            </a:r>
            <a:r>
              <a:rPr sz="1000" spc="-40" dirty="0">
                <a:latin typeface="Times New Roman"/>
                <a:cs typeface="Times New Roman"/>
              </a:rPr>
              <a:t> </a:t>
            </a:r>
            <a:r>
              <a:rPr sz="1000" spc="-20" dirty="0">
                <a:latin typeface="Times New Roman"/>
                <a:cs typeface="Times New Roman"/>
              </a:rPr>
              <a:t>here.</a:t>
            </a:r>
            <a:endParaRPr sz="1000">
              <a:latin typeface="Times New Roman"/>
              <a:cs typeface="Times New Roman"/>
            </a:endParaRPr>
          </a:p>
        </p:txBody>
      </p:sp>
      <p:sp>
        <p:nvSpPr>
          <p:cNvPr id="6" name="object 6"/>
          <p:cNvSpPr txBox="1"/>
          <p:nvPr/>
        </p:nvSpPr>
        <p:spPr>
          <a:xfrm>
            <a:off x="347268" y="7076058"/>
            <a:ext cx="6736715" cy="633730"/>
          </a:xfrm>
          <a:prstGeom prst="rect">
            <a:avLst/>
          </a:prstGeom>
        </p:spPr>
        <p:txBody>
          <a:bodyPr vert="horz" wrap="square" lIns="0" tIns="13335" rIns="0" bIns="0" rtlCol="0">
            <a:spAutoFit/>
          </a:bodyPr>
          <a:lstStyle/>
          <a:p>
            <a:pPr marL="45720">
              <a:lnSpc>
                <a:spcPct val="100000"/>
              </a:lnSpc>
              <a:spcBef>
                <a:spcPts val="105"/>
              </a:spcBef>
            </a:pPr>
            <a:r>
              <a:rPr sz="1000" b="1" dirty="0">
                <a:latin typeface="Times New Roman"/>
                <a:cs typeface="Times New Roman"/>
              </a:rPr>
              <a:t>Figure</a:t>
            </a:r>
            <a:r>
              <a:rPr sz="1000" b="1" spc="15" dirty="0">
                <a:latin typeface="Times New Roman"/>
                <a:cs typeface="Times New Roman"/>
              </a:rPr>
              <a:t> </a:t>
            </a:r>
            <a:r>
              <a:rPr sz="1000" b="1" dirty="0">
                <a:latin typeface="Times New Roman"/>
                <a:cs typeface="Times New Roman"/>
              </a:rPr>
              <a:t>3.1:</a:t>
            </a:r>
            <a:r>
              <a:rPr sz="1000" b="1" spc="-20" dirty="0">
                <a:latin typeface="Times New Roman"/>
                <a:cs typeface="Times New Roman"/>
              </a:rPr>
              <a:t> </a:t>
            </a:r>
            <a:r>
              <a:rPr sz="1000" b="1" dirty="0">
                <a:latin typeface="Times New Roman"/>
                <a:cs typeface="Times New Roman"/>
              </a:rPr>
              <a:t>Humidity(H)</a:t>
            </a:r>
            <a:r>
              <a:rPr sz="1000" b="1" spc="-20" dirty="0">
                <a:latin typeface="Times New Roman"/>
                <a:cs typeface="Times New Roman"/>
              </a:rPr>
              <a:t> </a:t>
            </a:r>
            <a:r>
              <a:rPr sz="1000" b="1" dirty="0">
                <a:latin typeface="Times New Roman"/>
                <a:cs typeface="Times New Roman"/>
              </a:rPr>
              <a:t>and</a:t>
            </a:r>
            <a:r>
              <a:rPr sz="1000" b="1" spc="-25" dirty="0">
                <a:latin typeface="Times New Roman"/>
                <a:cs typeface="Times New Roman"/>
              </a:rPr>
              <a:t> </a:t>
            </a:r>
            <a:r>
              <a:rPr sz="1000" b="1" spc="-10" dirty="0">
                <a:latin typeface="Times New Roman"/>
                <a:cs typeface="Times New Roman"/>
              </a:rPr>
              <a:t>Temperature(T)</a:t>
            </a:r>
            <a:r>
              <a:rPr sz="1000" b="1" spc="5" dirty="0">
                <a:latin typeface="Times New Roman"/>
                <a:cs typeface="Times New Roman"/>
              </a:rPr>
              <a:t> </a:t>
            </a:r>
            <a:r>
              <a:rPr sz="1000" b="1" spc="-10" dirty="0">
                <a:latin typeface="Times New Roman"/>
                <a:cs typeface="Times New Roman"/>
              </a:rPr>
              <a:t>display</a:t>
            </a:r>
            <a:endParaRPr sz="1000">
              <a:latin typeface="Times New Roman"/>
              <a:cs typeface="Times New Roman"/>
            </a:endParaRPr>
          </a:p>
          <a:p>
            <a:pPr>
              <a:lnSpc>
                <a:spcPct val="100000"/>
              </a:lnSpc>
              <a:spcBef>
                <a:spcPts val="25"/>
              </a:spcBef>
            </a:pPr>
            <a:endParaRPr sz="1000">
              <a:latin typeface="Times New Roman"/>
              <a:cs typeface="Times New Roman"/>
            </a:endParaRPr>
          </a:p>
          <a:p>
            <a:pPr marL="12700" marR="5080">
              <a:lnSpc>
                <a:spcPct val="100000"/>
              </a:lnSpc>
              <a:spcBef>
                <a:spcPts val="5"/>
              </a:spcBef>
            </a:pPr>
            <a:r>
              <a:rPr sz="1000" dirty="0">
                <a:latin typeface="Times New Roman"/>
                <a:cs typeface="Times New Roman"/>
              </a:rPr>
              <a:t>Fig.3.1</a:t>
            </a:r>
            <a:r>
              <a:rPr sz="1000" spc="5" dirty="0">
                <a:latin typeface="Times New Roman"/>
                <a:cs typeface="Times New Roman"/>
              </a:rPr>
              <a:t> </a:t>
            </a:r>
            <a:r>
              <a:rPr sz="1000" dirty="0">
                <a:latin typeface="Times New Roman"/>
                <a:cs typeface="Times New Roman"/>
              </a:rPr>
              <a:t>displays</a:t>
            </a:r>
            <a:r>
              <a:rPr sz="1000" spc="15" dirty="0">
                <a:latin typeface="Times New Roman"/>
                <a:cs typeface="Times New Roman"/>
              </a:rPr>
              <a:t> </a:t>
            </a:r>
            <a:r>
              <a:rPr sz="1000" dirty="0">
                <a:latin typeface="Times New Roman"/>
                <a:cs typeface="Times New Roman"/>
              </a:rPr>
              <a:t>the</a:t>
            </a:r>
            <a:r>
              <a:rPr sz="1000" spc="15" dirty="0">
                <a:latin typeface="Times New Roman"/>
                <a:cs typeface="Times New Roman"/>
              </a:rPr>
              <a:t> </a:t>
            </a:r>
            <a:r>
              <a:rPr sz="1000" dirty="0">
                <a:latin typeface="Times New Roman"/>
                <a:cs typeface="Times New Roman"/>
              </a:rPr>
              <a:t>Humidity</a:t>
            </a:r>
            <a:r>
              <a:rPr sz="1000" spc="-15" dirty="0">
                <a:latin typeface="Times New Roman"/>
                <a:cs typeface="Times New Roman"/>
              </a:rPr>
              <a:t> </a:t>
            </a:r>
            <a:r>
              <a:rPr sz="1000" dirty="0">
                <a:latin typeface="Times New Roman"/>
                <a:cs typeface="Times New Roman"/>
              </a:rPr>
              <a:t>in</a:t>
            </a:r>
            <a:r>
              <a:rPr sz="1000" spc="30" dirty="0">
                <a:latin typeface="Times New Roman"/>
                <a:cs typeface="Times New Roman"/>
              </a:rPr>
              <a:t> </a:t>
            </a:r>
            <a:r>
              <a:rPr sz="1000" dirty="0">
                <a:latin typeface="Times New Roman"/>
                <a:cs typeface="Times New Roman"/>
              </a:rPr>
              <a:t>percentage</a:t>
            </a:r>
            <a:r>
              <a:rPr sz="1000" spc="-10" dirty="0">
                <a:latin typeface="Times New Roman"/>
                <a:cs typeface="Times New Roman"/>
              </a:rPr>
              <a:t> </a:t>
            </a:r>
            <a:r>
              <a:rPr sz="1000" dirty="0">
                <a:latin typeface="Times New Roman"/>
                <a:cs typeface="Times New Roman"/>
              </a:rPr>
              <a:t>and</a:t>
            </a:r>
            <a:r>
              <a:rPr sz="1000" spc="5" dirty="0">
                <a:latin typeface="Times New Roman"/>
                <a:cs typeface="Times New Roman"/>
              </a:rPr>
              <a:t> </a:t>
            </a:r>
            <a:r>
              <a:rPr sz="1000" dirty="0">
                <a:latin typeface="Times New Roman"/>
                <a:cs typeface="Times New Roman"/>
              </a:rPr>
              <a:t>temperature</a:t>
            </a:r>
            <a:r>
              <a:rPr sz="1000" spc="-5" dirty="0">
                <a:latin typeface="Times New Roman"/>
                <a:cs typeface="Times New Roman"/>
              </a:rPr>
              <a:t> </a:t>
            </a:r>
            <a:r>
              <a:rPr sz="1000" dirty="0">
                <a:latin typeface="Times New Roman"/>
                <a:cs typeface="Times New Roman"/>
              </a:rPr>
              <a:t>in</a:t>
            </a:r>
            <a:r>
              <a:rPr sz="1000" spc="25" dirty="0">
                <a:latin typeface="Times New Roman"/>
                <a:cs typeface="Times New Roman"/>
              </a:rPr>
              <a:t> </a:t>
            </a:r>
            <a:r>
              <a:rPr sz="1000" dirty="0">
                <a:latin typeface="Times New Roman"/>
                <a:cs typeface="Times New Roman"/>
              </a:rPr>
              <a:t>degree</a:t>
            </a:r>
            <a:r>
              <a:rPr sz="1000" spc="15" dirty="0">
                <a:latin typeface="Times New Roman"/>
                <a:cs typeface="Times New Roman"/>
              </a:rPr>
              <a:t> </a:t>
            </a:r>
            <a:r>
              <a:rPr sz="1000" dirty="0">
                <a:latin typeface="Times New Roman"/>
                <a:cs typeface="Times New Roman"/>
              </a:rPr>
              <a:t>Celsius.</a:t>
            </a:r>
            <a:r>
              <a:rPr sz="1000" spc="15" dirty="0">
                <a:latin typeface="Times New Roman"/>
                <a:cs typeface="Times New Roman"/>
              </a:rPr>
              <a:t> </a:t>
            </a:r>
            <a:r>
              <a:rPr sz="1000" dirty="0">
                <a:latin typeface="Times New Roman"/>
                <a:cs typeface="Times New Roman"/>
              </a:rPr>
              <a:t>Both</a:t>
            </a:r>
            <a:r>
              <a:rPr sz="1000" spc="30" dirty="0">
                <a:latin typeface="Times New Roman"/>
                <a:cs typeface="Times New Roman"/>
              </a:rPr>
              <a:t> </a:t>
            </a:r>
            <a:r>
              <a:rPr sz="1000" dirty="0">
                <a:latin typeface="Times New Roman"/>
                <a:cs typeface="Times New Roman"/>
              </a:rPr>
              <a:t>the</a:t>
            </a:r>
            <a:r>
              <a:rPr sz="1000" spc="-10" dirty="0">
                <a:latin typeface="Times New Roman"/>
                <a:cs typeface="Times New Roman"/>
              </a:rPr>
              <a:t> </a:t>
            </a:r>
            <a:r>
              <a:rPr sz="1000" dirty="0">
                <a:latin typeface="Times New Roman"/>
                <a:cs typeface="Times New Roman"/>
              </a:rPr>
              <a:t>parameters are</a:t>
            </a:r>
            <a:r>
              <a:rPr sz="1000" spc="-10" dirty="0">
                <a:latin typeface="Times New Roman"/>
                <a:cs typeface="Times New Roman"/>
              </a:rPr>
              <a:t> </a:t>
            </a:r>
            <a:r>
              <a:rPr sz="1000" dirty="0">
                <a:latin typeface="Times New Roman"/>
                <a:cs typeface="Times New Roman"/>
              </a:rPr>
              <a:t>measured</a:t>
            </a:r>
            <a:r>
              <a:rPr sz="1000" spc="30" dirty="0">
                <a:latin typeface="Times New Roman"/>
                <a:cs typeface="Times New Roman"/>
              </a:rPr>
              <a:t> </a:t>
            </a:r>
            <a:r>
              <a:rPr sz="1000" dirty="0">
                <a:latin typeface="Times New Roman"/>
                <a:cs typeface="Times New Roman"/>
              </a:rPr>
              <a:t>with</a:t>
            </a:r>
            <a:r>
              <a:rPr sz="1000" spc="25" dirty="0">
                <a:latin typeface="Times New Roman"/>
                <a:cs typeface="Times New Roman"/>
              </a:rPr>
              <a:t> </a:t>
            </a:r>
            <a:r>
              <a:rPr sz="1000" dirty="0">
                <a:latin typeface="Times New Roman"/>
                <a:cs typeface="Times New Roman"/>
              </a:rPr>
              <a:t>the</a:t>
            </a:r>
            <a:r>
              <a:rPr sz="1000" spc="-30" dirty="0">
                <a:latin typeface="Times New Roman"/>
                <a:cs typeface="Times New Roman"/>
              </a:rPr>
              <a:t> </a:t>
            </a:r>
            <a:r>
              <a:rPr sz="1000" dirty="0">
                <a:latin typeface="Times New Roman"/>
                <a:cs typeface="Times New Roman"/>
              </a:rPr>
              <a:t>help</a:t>
            </a:r>
            <a:r>
              <a:rPr sz="1000" spc="60" dirty="0">
                <a:latin typeface="Times New Roman"/>
                <a:cs typeface="Times New Roman"/>
              </a:rPr>
              <a:t> </a:t>
            </a:r>
            <a:r>
              <a:rPr sz="1000" spc="-25" dirty="0">
                <a:latin typeface="Times New Roman"/>
                <a:cs typeface="Times New Roman"/>
              </a:rPr>
              <a:t>of </a:t>
            </a:r>
            <a:r>
              <a:rPr sz="1000" dirty="0">
                <a:latin typeface="Times New Roman"/>
                <a:cs typeface="Times New Roman"/>
              </a:rPr>
              <a:t>DHT11</a:t>
            </a:r>
            <a:r>
              <a:rPr sz="1000" spc="5" dirty="0">
                <a:latin typeface="Times New Roman"/>
                <a:cs typeface="Times New Roman"/>
              </a:rPr>
              <a:t> </a:t>
            </a:r>
            <a:r>
              <a:rPr sz="1000" spc="-10" dirty="0">
                <a:latin typeface="Times New Roman"/>
                <a:cs typeface="Times New Roman"/>
              </a:rPr>
              <a:t>Temperature</a:t>
            </a:r>
            <a:r>
              <a:rPr sz="1000" spc="-30"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dirty="0">
                <a:latin typeface="Times New Roman"/>
                <a:cs typeface="Times New Roman"/>
              </a:rPr>
              <a:t>Humidity</a:t>
            </a:r>
            <a:r>
              <a:rPr sz="1000" spc="-40" dirty="0">
                <a:latin typeface="Times New Roman"/>
                <a:cs typeface="Times New Roman"/>
              </a:rPr>
              <a:t> </a:t>
            </a:r>
            <a:r>
              <a:rPr sz="1000" spc="-10" dirty="0">
                <a:latin typeface="Times New Roman"/>
                <a:cs typeface="Times New Roman"/>
              </a:rPr>
              <a:t>Sensor.</a:t>
            </a:r>
            <a:endParaRPr sz="1000">
              <a:latin typeface="Times New Roman"/>
              <a:cs typeface="Times New Roman"/>
            </a:endParaRPr>
          </a:p>
        </p:txBody>
      </p:sp>
      <p:grpSp>
        <p:nvGrpSpPr>
          <p:cNvPr id="7" name="object 7"/>
          <p:cNvGrpSpPr/>
          <p:nvPr/>
        </p:nvGrpSpPr>
        <p:grpSpPr>
          <a:xfrm>
            <a:off x="304800" y="304799"/>
            <a:ext cx="6955790" cy="10086340"/>
            <a:chOff x="304800" y="304799"/>
            <a:chExt cx="6955790" cy="10086340"/>
          </a:xfrm>
        </p:grpSpPr>
        <p:pic>
          <p:nvPicPr>
            <p:cNvPr id="8" name="object 8"/>
            <p:cNvPicPr/>
            <p:nvPr/>
          </p:nvPicPr>
          <p:blipFill>
            <a:blip r:embed="rId2" cstate="print"/>
            <a:stretch>
              <a:fillRect/>
            </a:stretch>
          </p:blipFill>
          <p:spPr>
            <a:xfrm>
              <a:off x="359410" y="2374391"/>
              <a:ext cx="2961766" cy="1632839"/>
            </a:xfrm>
            <a:prstGeom prst="rect">
              <a:avLst/>
            </a:prstGeom>
          </p:spPr>
        </p:pic>
        <p:pic>
          <p:nvPicPr>
            <p:cNvPr id="9" name="object 9"/>
            <p:cNvPicPr/>
            <p:nvPr/>
          </p:nvPicPr>
          <p:blipFill>
            <a:blip r:embed="rId3" cstate="print"/>
            <a:stretch>
              <a:fillRect/>
            </a:stretch>
          </p:blipFill>
          <p:spPr>
            <a:xfrm>
              <a:off x="359410" y="5233415"/>
              <a:ext cx="3017012" cy="1685163"/>
            </a:xfrm>
            <a:prstGeom prst="rect">
              <a:avLst/>
            </a:prstGeom>
          </p:spPr>
        </p:pic>
        <p:sp>
          <p:nvSpPr>
            <p:cNvPr id="10" name="object 10"/>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grpSp>
      <p:sp>
        <p:nvSpPr>
          <p:cNvPr id="12" name="Slide Number Placeholder 11">
            <a:extLst>
              <a:ext uri="{FF2B5EF4-FFF2-40B4-BE49-F238E27FC236}">
                <a16:creationId xmlns:a16="http://schemas.microsoft.com/office/drawing/2014/main" id="{6A3C13D0-D9E8-14F7-A883-1D50BBB31D2C}"/>
              </a:ext>
            </a:extLst>
          </p:cNvPr>
          <p:cNvSpPr>
            <a:spLocks noGrp="1"/>
          </p:cNvSpPr>
          <p:nvPr>
            <p:ph type="sldNum" sz="quarter" idx="7"/>
          </p:nvPr>
        </p:nvSpPr>
        <p:spPr>
          <a:xfrm>
            <a:off x="3712464" y="8986096"/>
            <a:ext cx="294386" cy="249979"/>
          </a:xfrm>
        </p:spPr>
        <p:txBody>
          <a:bodyPr/>
          <a:lstStyle/>
          <a:p>
            <a:pPr marL="38100">
              <a:lnSpc>
                <a:spcPts val="1410"/>
              </a:lnSpc>
            </a:pPr>
            <a:fld id="{81D60167-4931-47E6-BA6A-407CBD079E47}" type="slidenum">
              <a:rPr lang="en-IN" spc="-50" smtClean="0"/>
              <a:t>25</a:t>
            </a:fld>
            <a:endParaRPr lang="en-IN" spc="-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2993516"/>
            <a:ext cx="6768465" cy="633730"/>
          </a:xfrm>
          <a:prstGeom prst="rect">
            <a:avLst/>
          </a:prstGeom>
        </p:spPr>
        <p:txBody>
          <a:bodyPr vert="horz" wrap="square" lIns="0" tIns="13335" rIns="0" bIns="0" rtlCol="0">
            <a:spAutoFit/>
          </a:bodyPr>
          <a:lstStyle/>
          <a:p>
            <a:pPr marL="12700">
              <a:lnSpc>
                <a:spcPct val="100000"/>
              </a:lnSpc>
              <a:spcBef>
                <a:spcPts val="105"/>
              </a:spcBef>
            </a:pPr>
            <a:r>
              <a:rPr sz="1000" b="1" dirty="0">
                <a:latin typeface="Times New Roman"/>
                <a:cs typeface="Times New Roman"/>
              </a:rPr>
              <a:t>Figure</a:t>
            </a:r>
            <a:r>
              <a:rPr sz="1000" b="1" spc="10" dirty="0">
                <a:latin typeface="Times New Roman"/>
                <a:cs typeface="Times New Roman"/>
              </a:rPr>
              <a:t> </a:t>
            </a:r>
            <a:r>
              <a:rPr sz="1000" b="1" dirty="0">
                <a:latin typeface="Times New Roman"/>
                <a:cs typeface="Times New Roman"/>
              </a:rPr>
              <a:t>3.2: </a:t>
            </a:r>
            <a:r>
              <a:rPr sz="1000" b="1" spc="-10" dirty="0">
                <a:latin typeface="Times New Roman"/>
                <a:cs typeface="Times New Roman"/>
              </a:rPr>
              <a:t>Distance</a:t>
            </a:r>
            <a:r>
              <a:rPr sz="1000" b="1" spc="-35" dirty="0">
                <a:latin typeface="Times New Roman"/>
                <a:cs typeface="Times New Roman"/>
              </a:rPr>
              <a:t> </a:t>
            </a:r>
            <a:r>
              <a:rPr sz="1000" b="1" spc="-10" dirty="0">
                <a:latin typeface="Times New Roman"/>
                <a:cs typeface="Times New Roman"/>
              </a:rPr>
              <a:t>Measurement</a:t>
            </a:r>
            <a:endParaRPr sz="1000">
              <a:latin typeface="Times New Roman"/>
              <a:cs typeface="Times New Roman"/>
            </a:endParaRPr>
          </a:p>
          <a:p>
            <a:pPr>
              <a:lnSpc>
                <a:spcPct val="100000"/>
              </a:lnSpc>
              <a:spcBef>
                <a:spcPts val="25"/>
              </a:spcBef>
            </a:pPr>
            <a:endParaRPr sz="1000">
              <a:latin typeface="Times New Roman"/>
              <a:cs typeface="Times New Roman"/>
            </a:endParaRPr>
          </a:p>
          <a:p>
            <a:pPr marL="12700" marR="5080">
              <a:lnSpc>
                <a:spcPct val="100000"/>
              </a:lnSpc>
              <a:spcBef>
                <a:spcPts val="5"/>
              </a:spcBef>
            </a:pPr>
            <a:r>
              <a:rPr sz="1000" dirty="0">
                <a:latin typeface="Times New Roman"/>
                <a:cs typeface="Times New Roman"/>
              </a:rPr>
              <a:t>Fig.3.2</a:t>
            </a:r>
            <a:r>
              <a:rPr sz="1000" spc="25" dirty="0">
                <a:latin typeface="Times New Roman"/>
                <a:cs typeface="Times New Roman"/>
              </a:rPr>
              <a:t> </a:t>
            </a:r>
            <a:r>
              <a:rPr sz="1000" dirty="0">
                <a:latin typeface="Times New Roman"/>
                <a:cs typeface="Times New Roman"/>
              </a:rPr>
              <a:t>displays</a:t>
            </a:r>
            <a:r>
              <a:rPr sz="1000" spc="30"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distance</a:t>
            </a:r>
            <a:r>
              <a:rPr sz="1000" spc="25" dirty="0">
                <a:latin typeface="Times New Roman"/>
                <a:cs typeface="Times New Roman"/>
              </a:rPr>
              <a:t> </a:t>
            </a:r>
            <a:r>
              <a:rPr sz="1000" dirty="0">
                <a:latin typeface="Times New Roman"/>
                <a:cs typeface="Times New Roman"/>
              </a:rPr>
              <a:t>of</a:t>
            </a:r>
            <a:r>
              <a:rPr sz="1000" spc="15"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water</a:t>
            </a:r>
            <a:r>
              <a:rPr sz="1000" spc="55" dirty="0">
                <a:latin typeface="Times New Roman"/>
                <a:cs typeface="Times New Roman"/>
              </a:rPr>
              <a:t> </a:t>
            </a:r>
            <a:r>
              <a:rPr sz="1000" dirty="0">
                <a:latin typeface="Times New Roman"/>
                <a:cs typeface="Times New Roman"/>
              </a:rPr>
              <a:t>from</a:t>
            </a:r>
            <a:r>
              <a:rPr sz="1000" spc="20"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sensor.</a:t>
            </a:r>
            <a:r>
              <a:rPr sz="1000" spc="25" dirty="0">
                <a:latin typeface="Times New Roman"/>
                <a:cs typeface="Times New Roman"/>
              </a:rPr>
              <a:t> </a:t>
            </a:r>
            <a:r>
              <a:rPr sz="1000" dirty="0">
                <a:latin typeface="Times New Roman"/>
                <a:cs typeface="Times New Roman"/>
              </a:rPr>
              <a:t>This</a:t>
            </a:r>
            <a:r>
              <a:rPr sz="1000" spc="30" dirty="0">
                <a:latin typeface="Times New Roman"/>
                <a:cs typeface="Times New Roman"/>
              </a:rPr>
              <a:t> </a:t>
            </a:r>
            <a:r>
              <a:rPr sz="1000" dirty="0">
                <a:latin typeface="Times New Roman"/>
                <a:cs typeface="Times New Roman"/>
              </a:rPr>
              <a:t>is</a:t>
            </a:r>
            <a:r>
              <a:rPr sz="1000" spc="5" dirty="0">
                <a:latin typeface="Times New Roman"/>
                <a:cs typeface="Times New Roman"/>
              </a:rPr>
              <a:t> </a:t>
            </a:r>
            <a:r>
              <a:rPr sz="1000" dirty="0">
                <a:latin typeface="Times New Roman"/>
                <a:cs typeface="Times New Roman"/>
              </a:rPr>
              <a:t>achieved</a:t>
            </a:r>
            <a:r>
              <a:rPr sz="1000" spc="40" dirty="0">
                <a:latin typeface="Times New Roman"/>
                <a:cs typeface="Times New Roman"/>
              </a:rPr>
              <a:t> </a:t>
            </a:r>
            <a:r>
              <a:rPr sz="1000" dirty="0">
                <a:latin typeface="Times New Roman"/>
                <a:cs typeface="Times New Roman"/>
              </a:rPr>
              <a:t>by</a:t>
            </a:r>
            <a:r>
              <a:rPr sz="1000" spc="15"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help</a:t>
            </a:r>
            <a:r>
              <a:rPr sz="1000" spc="35" dirty="0">
                <a:latin typeface="Times New Roman"/>
                <a:cs typeface="Times New Roman"/>
              </a:rPr>
              <a:t> </a:t>
            </a:r>
            <a:r>
              <a:rPr sz="1000" dirty="0">
                <a:latin typeface="Times New Roman"/>
                <a:cs typeface="Times New Roman"/>
              </a:rPr>
              <a:t>of</a:t>
            </a:r>
            <a:r>
              <a:rPr sz="1000" spc="15" dirty="0">
                <a:latin typeface="Times New Roman"/>
                <a:cs typeface="Times New Roman"/>
              </a:rPr>
              <a:t> </a:t>
            </a:r>
            <a:r>
              <a:rPr sz="1000" dirty="0">
                <a:latin typeface="Times New Roman"/>
                <a:cs typeface="Times New Roman"/>
              </a:rPr>
              <a:t>HC</a:t>
            </a:r>
            <a:r>
              <a:rPr sz="1000" spc="40" dirty="0">
                <a:latin typeface="Times New Roman"/>
                <a:cs typeface="Times New Roman"/>
              </a:rPr>
              <a:t> </a:t>
            </a:r>
            <a:r>
              <a:rPr sz="1000" dirty="0">
                <a:latin typeface="Times New Roman"/>
                <a:cs typeface="Times New Roman"/>
              </a:rPr>
              <a:t>SR04</a:t>
            </a:r>
            <a:r>
              <a:rPr sz="1000" spc="40" dirty="0">
                <a:latin typeface="Times New Roman"/>
                <a:cs typeface="Times New Roman"/>
              </a:rPr>
              <a:t> </a:t>
            </a:r>
            <a:r>
              <a:rPr sz="1000" dirty="0">
                <a:latin typeface="Times New Roman"/>
                <a:cs typeface="Times New Roman"/>
              </a:rPr>
              <a:t>Ultrasonic</a:t>
            </a:r>
            <a:r>
              <a:rPr sz="1000" spc="25" dirty="0">
                <a:latin typeface="Times New Roman"/>
                <a:cs typeface="Times New Roman"/>
              </a:rPr>
              <a:t> </a:t>
            </a:r>
            <a:r>
              <a:rPr sz="1000" dirty="0">
                <a:latin typeface="Times New Roman"/>
                <a:cs typeface="Times New Roman"/>
              </a:rPr>
              <a:t>sensor,</a:t>
            </a:r>
            <a:r>
              <a:rPr sz="1000" spc="25" dirty="0">
                <a:latin typeface="Times New Roman"/>
                <a:cs typeface="Times New Roman"/>
              </a:rPr>
              <a:t> </a:t>
            </a:r>
            <a:r>
              <a:rPr sz="1000" dirty="0">
                <a:latin typeface="Times New Roman"/>
                <a:cs typeface="Times New Roman"/>
              </a:rPr>
              <a:t>which</a:t>
            </a:r>
            <a:r>
              <a:rPr sz="1000" spc="100" dirty="0">
                <a:latin typeface="Times New Roman"/>
                <a:cs typeface="Times New Roman"/>
              </a:rPr>
              <a:t> </a:t>
            </a:r>
            <a:r>
              <a:rPr sz="1000" spc="-20" dirty="0">
                <a:latin typeface="Times New Roman"/>
                <a:cs typeface="Times New Roman"/>
              </a:rPr>
              <a:t>uses </a:t>
            </a:r>
            <a:r>
              <a:rPr sz="1000" dirty="0">
                <a:latin typeface="Times New Roman"/>
                <a:cs typeface="Times New Roman"/>
              </a:rPr>
              <a:t>ultrasonic</a:t>
            </a:r>
            <a:r>
              <a:rPr sz="1000" spc="-20" dirty="0">
                <a:latin typeface="Times New Roman"/>
                <a:cs typeface="Times New Roman"/>
              </a:rPr>
              <a:t> </a:t>
            </a:r>
            <a:r>
              <a:rPr sz="1000" spc="-10" dirty="0">
                <a:latin typeface="Times New Roman"/>
                <a:cs typeface="Times New Roman"/>
              </a:rPr>
              <a:t>waves</a:t>
            </a:r>
            <a:r>
              <a:rPr sz="1000" spc="-15" dirty="0">
                <a:latin typeface="Times New Roman"/>
                <a:cs typeface="Times New Roman"/>
              </a:rPr>
              <a:t> </a:t>
            </a:r>
            <a:r>
              <a:rPr sz="1000" dirty="0">
                <a:latin typeface="Times New Roman"/>
                <a:cs typeface="Times New Roman"/>
              </a:rPr>
              <a:t>to</a:t>
            </a:r>
            <a:r>
              <a:rPr sz="1000" spc="-25" dirty="0">
                <a:latin typeface="Times New Roman"/>
                <a:cs typeface="Times New Roman"/>
              </a:rPr>
              <a:t> </a:t>
            </a:r>
            <a:r>
              <a:rPr sz="1000" dirty="0">
                <a:latin typeface="Times New Roman"/>
                <a:cs typeface="Times New Roman"/>
              </a:rPr>
              <a:t>determine</a:t>
            </a:r>
            <a:r>
              <a:rPr sz="1000" spc="-20" dirty="0">
                <a:latin typeface="Times New Roman"/>
                <a:cs typeface="Times New Roman"/>
              </a:rPr>
              <a:t> </a:t>
            </a:r>
            <a:r>
              <a:rPr sz="1000" dirty="0">
                <a:latin typeface="Times New Roman"/>
                <a:cs typeface="Times New Roman"/>
              </a:rPr>
              <a:t>the</a:t>
            </a:r>
            <a:r>
              <a:rPr sz="1000" spc="-45" dirty="0">
                <a:latin typeface="Times New Roman"/>
                <a:cs typeface="Times New Roman"/>
              </a:rPr>
              <a:t> </a:t>
            </a:r>
            <a:r>
              <a:rPr sz="1000" spc="-10" dirty="0">
                <a:latin typeface="Times New Roman"/>
                <a:cs typeface="Times New Roman"/>
              </a:rPr>
              <a:t>distance.</a:t>
            </a:r>
            <a:endParaRPr sz="1000">
              <a:latin typeface="Times New Roman"/>
              <a:cs typeface="Times New Roman"/>
            </a:endParaRPr>
          </a:p>
        </p:txBody>
      </p:sp>
      <p:sp>
        <p:nvSpPr>
          <p:cNvPr id="3" name="object 3"/>
          <p:cNvSpPr txBox="1"/>
          <p:nvPr/>
        </p:nvSpPr>
        <p:spPr>
          <a:xfrm>
            <a:off x="347268" y="5496559"/>
            <a:ext cx="6656705" cy="627380"/>
          </a:xfrm>
          <a:prstGeom prst="rect">
            <a:avLst/>
          </a:prstGeom>
        </p:spPr>
        <p:txBody>
          <a:bodyPr vert="horz" wrap="square" lIns="0" tIns="13335" rIns="0" bIns="0" rtlCol="0">
            <a:spAutoFit/>
          </a:bodyPr>
          <a:lstStyle/>
          <a:p>
            <a:pPr marL="12700">
              <a:lnSpc>
                <a:spcPct val="100000"/>
              </a:lnSpc>
              <a:spcBef>
                <a:spcPts val="105"/>
              </a:spcBef>
            </a:pPr>
            <a:r>
              <a:rPr sz="1000" b="1" dirty="0">
                <a:latin typeface="Times New Roman"/>
                <a:cs typeface="Times New Roman"/>
              </a:rPr>
              <a:t>Figure</a:t>
            </a:r>
            <a:r>
              <a:rPr sz="1000" b="1" spc="-15" dirty="0">
                <a:latin typeface="Times New Roman"/>
                <a:cs typeface="Times New Roman"/>
              </a:rPr>
              <a:t> </a:t>
            </a:r>
            <a:r>
              <a:rPr sz="1000" b="1" dirty="0">
                <a:latin typeface="Times New Roman"/>
                <a:cs typeface="Times New Roman"/>
              </a:rPr>
              <a:t>3.3:</a:t>
            </a:r>
            <a:r>
              <a:rPr sz="1000" b="1" spc="-40" dirty="0">
                <a:latin typeface="Times New Roman"/>
                <a:cs typeface="Times New Roman"/>
              </a:rPr>
              <a:t> </a:t>
            </a:r>
            <a:r>
              <a:rPr sz="1000" b="1" dirty="0">
                <a:latin typeface="Times New Roman"/>
                <a:cs typeface="Times New Roman"/>
              </a:rPr>
              <a:t>Message</a:t>
            </a:r>
            <a:r>
              <a:rPr sz="1000" b="1" spc="-15" dirty="0">
                <a:latin typeface="Times New Roman"/>
                <a:cs typeface="Times New Roman"/>
              </a:rPr>
              <a:t> </a:t>
            </a:r>
            <a:r>
              <a:rPr sz="1000" b="1" spc="-10" dirty="0">
                <a:latin typeface="Times New Roman"/>
                <a:cs typeface="Times New Roman"/>
              </a:rPr>
              <a:t>Display</a:t>
            </a:r>
            <a:endParaRPr sz="1000">
              <a:latin typeface="Times New Roman"/>
              <a:cs typeface="Times New Roman"/>
            </a:endParaRPr>
          </a:p>
          <a:p>
            <a:pPr>
              <a:lnSpc>
                <a:spcPct val="100000"/>
              </a:lnSpc>
              <a:spcBef>
                <a:spcPts val="110"/>
              </a:spcBef>
            </a:pPr>
            <a:endParaRPr sz="1000">
              <a:latin typeface="Times New Roman"/>
              <a:cs typeface="Times New Roman"/>
            </a:endParaRPr>
          </a:p>
          <a:p>
            <a:pPr marL="12700" marR="5080">
              <a:lnSpc>
                <a:spcPts val="1150"/>
              </a:lnSpc>
            </a:pPr>
            <a:r>
              <a:rPr sz="1000" dirty="0">
                <a:latin typeface="Times New Roman"/>
                <a:cs typeface="Times New Roman"/>
              </a:rPr>
              <a:t>Fig.3.3</a:t>
            </a:r>
            <a:r>
              <a:rPr sz="1000" spc="-35" dirty="0">
                <a:latin typeface="Times New Roman"/>
                <a:cs typeface="Times New Roman"/>
              </a:rPr>
              <a:t> </a:t>
            </a:r>
            <a:r>
              <a:rPr sz="1000" dirty="0">
                <a:latin typeface="Times New Roman"/>
                <a:cs typeface="Times New Roman"/>
              </a:rPr>
              <a:t>displays</a:t>
            </a:r>
            <a:r>
              <a:rPr sz="1000" spc="-15" dirty="0">
                <a:latin typeface="Times New Roman"/>
                <a:cs typeface="Times New Roman"/>
              </a:rPr>
              <a:t> </a:t>
            </a:r>
            <a:r>
              <a:rPr sz="1000" dirty="0">
                <a:latin typeface="Times New Roman"/>
                <a:cs typeface="Times New Roman"/>
              </a:rPr>
              <a:t>the</a:t>
            </a:r>
            <a:r>
              <a:rPr sz="1000" spc="-45" dirty="0">
                <a:latin typeface="Times New Roman"/>
                <a:cs typeface="Times New Roman"/>
              </a:rPr>
              <a:t> </a:t>
            </a:r>
            <a:r>
              <a:rPr sz="1000" dirty="0">
                <a:latin typeface="Times New Roman"/>
                <a:cs typeface="Times New Roman"/>
              </a:rPr>
              <a:t>alert</a:t>
            </a:r>
            <a:r>
              <a:rPr sz="1000" spc="-20" dirty="0">
                <a:latin typeface="Times New Roman"/>
                <a:cs typeface="Times New Roman"/>
              </a:rPr>
              <a:t> </a:t>
            </a:r>
            <a:r>
              <a:rPr sz="1000" dirty="0">
                <a:latin typeface="Times New Roman"/>
                <a:cs typeface="Times New Roman"/>
              </a:rPr>
              <a:t>message, </a:t>
            </a:r>
            <a:r>
              <a:rPr sz="1000" spc="-10" dirty="0">
                <a:latin typeface="Times New Roman"/>
                <a:cs typeface="Times New Roman"/>
              </a:rPr>
              <a:t>“chance</a:t>
            </a:r>
            <a:r>
              <a:rPr sz="1000" spc="-25" dirty="0">
                <a:latin typeface="Times New Roman"/>
                <a:cs typeface="Times New Roman"/>
              </a:rPr>
              <a:t> </a:t>
            </a:r>
            <a:r>
              <a:rPr sz="1000" dirty="0">
                <a:latin typeface="Times New Roman"/>
                <a:cs typeface="Times New Roman"/>
              </a:rPr>
              <a:t>of</a:t>
            </a:r>
            <a:r>
              <a:rPr sz="1000" spc="-5" dirty="0">
                <a:latin typeface="Times New Roman"/>
                <a:cs typeface="Times New Roman"/>
              </a:rPr>
              <a:t> </a:t>
            </a:r>
            <a:r>
              <a:rPr sz="1000" dirty="0">
                <a:latin typeface="Times New Roman"/>
                <a:cs typeface="Times New Roman"/>
              </a:rPr>
              <a:t>flood”.</a:t>
            </a:r>
            <a:r>
              <a:rPr sz="1000" spc="-20" dirty="0">
                <a:latin typeface="Times New Roman"/>
                <a:cs typeface="Times New Roman"/>
              </a:rPr>
              <a:t> </a:t>
            </a:r>
            <a:r>
              <a:rPr sz="1000" dirty="0">
                <a:latin typeface="Times New Roman"/>
                <a:cs typeface="Times New Roman"/>
              </a:rPr>
              <a:t>This</a:t>
            </a:r>
            <a:r>
              <a:rPr sz="1000" spc="-35" dirty="0">
                <a:latin typeface="Times New Roman"/>
                <a:cs typeface="Times New Roman"/>
              </a:rPr>
              <a:t> </a:t>
            </a:r>
            <a:r>
              <a:rPr sz="1000" dirty="0">
                <a:latin typeface="Times New Roman"/>
                <a:cs typeface="Times New Roman"/>
              </a:rPr>
              <a:t>message</a:t>
            </a:r>
            <a:r>
              <a:rPr sz="1000" spc="-25" dirty="0">
                <a:latin typeface="Times New Roman"/>
                <a:cs typeface="Times New Roman"/>
              </a:rPr>
              <a:t> </a:t>
            </a:r>
            <a:r>
              <a:rPr sz="1000" dirty="0">
                <a:latin typeface="Times New Roman"/>
                <a:cs typeface="Times New Roman"/>
              </a:rPr>
              <a:t>is</a:t>
            </a:r>
            <a:r>
              <a:rPr sz="1000" spc="-15" dirty="0">
                <a:latin typeface="Times New Roman"/>
                <a:cs typeface="Times New Roman"/>
              </a:rPr>
              <a:t> </a:t>
            </a:r>
            <a:r>
              <a:rPr sz="1000" spc="-10" dirty="0">
                <a:latin typeface="Times New Roman"/>
                <a:cs typeface="Times New Roman"/>
              </a:rPr>
              <a:t>displayed </a:t>
            </a:r>
            <a:r>
              <a:rPr sz="1000" dirty="0">
                <a:latin typeface="Times New Roman"/>
                <a:cs typeface="Times New Roman"/>
              </a:rPr>
              <a:t>on</a:t>
            </a:r>
            <a:r>
              <a:rPr sz="1000" spc="15"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LCD</a:t>
            </a:r>
            <a:r>
              <a:rPr sz="1000" spc="-15" dirty="0">
                <a:latin typeface="Times New Roman"/>
                <a:cs typeface="Times New Roman"/>
              </a:rPr>
              <a:t> </a:t>
            </a:r>
            <a:r>
              <a:rPr sz="1000" spc="-10" dirty="0">
                <a:latin typeface="Times New Roman"/>
                <a:cs typeface="Times New Roman"/>
              </a:rPr>
              <a:t>screen </a:t>
            </a:r>
            <a:r>
              <a:rPr sz="1000" dirty="0">
                <a:latin typeface="Times New Roman"/>
                <a:cs typeface="Times New Roman"/>
              </a:rPr>
              <a:t>when</a:t>
            </a:r>
            <a:r>
              <a:rPr sz="1000" spc="-10" dirty="0">
                <a:latin typeface="Times New Roman"/>
                <a:cs typeface="Times New Roman"/>
              </a:rPr>
              <a:t> </a:t>
            </a:r>
            <a:r>
              <a:rPr sz="1000" dirty="0">
                <a:latin typeface="Times New Roman"/>
                <a:cs typeface="Times New Roman"/>
              </a:rPr>
              <a:t>the</a:t>
            </a:r>
            <a:r>
              <a:rPr sz="1000" spc="-45" dirty="0">
                <a:latin typeface="Times New Roman"/>
                <a:cs typeface="Times New Roman"/>
              </a:rPr>
              <a:t> </a:t>
            </a:r>
            <a:r>
              <a:rPr sz="1000" dirty="0">
                <a:latin typeface="Times New Roman"/>
                <a:cs typeface="Times New Roman"/>
              </a:rPr>
              <a:t>distance</a:t>
            </a:r>
            <a:r>
              <a:rPr sz="1000" spc="-20" dirty="0">
                <a:latin typeface="Times New Roman"/>
                <a:cs typeface="Times New Roman"/>
              </a:rPr>
              <a:t> </a:t>
            </a:r>
            <a:r>
              <a:rPr sz="1000" dirty="0">
                <a:latin typeface="Times New Roman"/>
                <a:cs typeface="Times New Roman"/>
              </a:rPr>
              <a:t>measured</a:t>
            </a:r>
            <a:r>
              <a:rPr sz="1000" spc="-10" dirty="0">
                <a:latin typeface="Times New Roman"/>
                <a:cs typeface="Times New Roman"/>
              </a:rPr>
              <a:t> </a:t>
            </a:r>
            <a:r>
              <a:rPr sz="1000" spc="-25" dirty="0">
                <a:latin typeface="Times New Roman"/>
                <a:cs typeface="Times New Roman"/>
              </a:rPr>
              <a:t>is </a:t>
            </a:r>
            <a:r>
              <a:rPr sz="1000" dirty="0">
                <a:latin typeface="Times New Roman"/>
                <a:cs typeface="Times New Roman"/>
              </a:rPr>
              <a:t>less</a:t>
            </a:r>
            <a:r>
              <a:rPr sz="1000" spc="-20" dirty="0">
                <a:latin typeface="Times New Roman"/>
                <a:cs typeface="Times New Roman"/>
              </a:rPr>
              <a:t> </a:t>
            </a:r>
            <a:r>
              <a:rPr sz="1000" dirty="0">
                <a:latin typeface="Times New Roman"/>
                <a:cs typeface="Times New Roman"/>
              </a:rPr>
              <a:t>than</a:t>
            </a:r>
            <a:r>
              <a:rPr sz="1000" spc="-10" dirty="0">
                <a:latin typeface="Times New Roman"/>
                <a:cs typeface="Times New Roman"/>
              </a:rPr>
              <a:t> </a:t>
            </a:r>
            <a:r>
              <a:rPr sz="1000" dirty="0">
                <a:latin typeface="Times New Roman"/>
                <a:cs typeface="Times New Roman"/>
              </a:rPr>
              <a:t>or</a:t>
            </a:r>
            <a:r>
              <a:rPr sz="1000" spc="-10" dirty="0">
                <a:latin typeface="Times New Roman"/>
                <a:cs typeface="Times New Roman"/>
              </a:rPr>
              <a:t> </a:t>
            </a:r>
            <a:r>
              <a:rPr sz="1000" dirty="0">
                <a:latin typeface="Times New Roman"/>
                <a:cs typeface="Times New Roman"/>
              </a:rPr>
              <a:t>equal</a:t>
            </a:r>
            <a:r>
              <a:rPr sz="1000" spc="-25"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spc="-25" dirty="0">
                <a:latin typeface="Times New Roman"/>
                <a:cs typeface="Times New Roman"/>
              </a:rPr>
              <a:t>4cm</a:t>
            </a:r>
            <a:endParaRPr sz="1000">
              <a:latin typeface="Times New Roman"/>
              <a:cs typeface="Times New Roman"/>
            </a:endParaRPr>
          </a:p>
        </p:txBody>
      </p:sp>
      <p:grpSp>
        <p:nvGrpSpPr>
          <p:cNvPr id="4" name="object 4"/>
          <p:cNvGrpSpPr/>
          <p:nvPr/>
        </p:nvGrpSpPr>
        <p:grpSpPr>
          <a:xfrm>
            <a:off x="304800" y="304799"/>
            <a:ext cx="6955790" cy="10086340"/>
            <a:chOff x="304800" y="304799"/>
            <a:chExt cx="6955790" cy="10086340"/>
          </a:xfrm>
        </p:grpSpPr>
        <p:pic>
          <p:nvPicPr>
            <p:cNvPr id="5" name="object 5"/>
            <p:cNvPicPr/>
            <p:nvPr/>
          </p:nvPicPr>
          <p:blipFill>
            <a:blip r:embed="rId2" cstate="print"/>
            <a:stretch>
              <a:fillRect/>
            </a:stretch>
          </p:blipFill>
          <p:spPr>
            <a:xfrm>
              <a:off x="359410" y="1219199"/>
              <a:ext cx="3017519" cy="1783079"/>
            </a:xfrm>
            <a:prstGeom prst="rect">
              <a:avLst/>
            </a:prstGeom>
          </p:spPr>
        </p:pic>
        <p:pic>
          <p:nvPicPr>
            <p:cNvPr id="6" name="object 6"/>
            <p:cNvPicPr/>
            <p:nvPr/>
          </p:nvPicPr>
          <p:blipFill>
            <a:blip r:embed="rId3" cstate="print"/>
            <a:stretch>
              <a:fillRect/>
            </a:stretch>
          </p:blipFill>
          <p:spPr>
            <a:xfrm>
              <a:off x="359410" y="3783583"/>
              <a:ext cx="3016377" cy="1374139"/>
            </a:xfrm>
            <a:prstGeom prst="rect">
              <a:avLst/>
            </a:prstGeom>
          </p:spPr>
        </p:pic>
        <p:sp>
          <p:nvSpPr>
            <p:cNvPr id="7" name="object 7"/>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grpSp>
      <p:sp>
        <p:nvSpPr>
          <p:cNvPr id="9" name="Slide Number Placeholder 8">
            <a:extLst>
              <a:ext uri="{FF2B5EF4-FFF2-40B4-BE49-F238E27FC236}">
                <a16:creationId xmlns:a16="http://schemas.microsoft.com/office/drawing/2014/main" id="{F70AE6C2-FE05-8B4F-6CF6-5E2F0BDC5E1F}"/>
              </a:ext>
            </a:extLst>
          </p:cNvPr>
          <p:cNvSpPr>
            <a:spLocks noGrp="1"/>
          </p:cNvSpPr>
          <p:nvPr>
            <p:ph type="sldNum" sz="quarter" idx="7"/>
          </p:nvPr>
        </p:nvSpPr>
        <p:spPr>
          <a:xfrm>
            <a:off x="3712464" y="8986096"/>
            <a:ext cx="294386" cy="249979"/>
          </a:xfrm>
        </p:spPr>
        <p:txBody>
          <a:bodyPr/>
          <a:lstStyle/>
          <a:p>
            <a:pPr marL="38100">
              <a:lnSpc>
                <a:spcPts val="1410"/>
              </a:lnSpc>
            </a:pPr>
            <a:fld id="{81D60167-4931-47E6-BA6A-407CBD079E47}" type="slidenum">
              <a:rPr lang="en-IN" spc="-50" smtClean="0"/>
              <a:t>26</a:t>
            </a:fld>
            <a:endParaRPr lang="en-IN" spc="-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792225"/>
            <a:ext cx="6826884" cy="5004435"/>
          </a:xfrm>
          <a:prstGeom prst="rect">
            <a:avLst/>
          </a:prstGeom>
        </p:spPr>
        <p:txBody>
          <a:bodyPr vert="horz" wrap="square" lIns="0" tIns="13335" rIns="0" bIns="0" rtlCol="0">
            <a:spAutoFit/>
          </a:bodyPr>
          <a:lstStyle/>
          <a:p>
            <a:pPr marL="12700">
              <a:lnSpc>
                <a:spcPct val="100000"/>
              </a:lnSpc>
              <a:spcBef>
                <a:spcPts val="105"/>
              </a:spcBef>
            </a:pPr>
            <a:r>
              <a:rPr sz="1600" spc="-10" dirty="0">
                <a:latin typeface="Times New Roman"/>
                <a:cs typeface="Times New Roman"/>
              </a:rPr>
              <a:t>CONCLUSION:</a:t>
            </a:r>
            <a:endParaRPr sz="1600">
              <a:latin typeface="Times New Roman"/>
              <a:cs typeface="Times New Roman"/>
            </a:endParaRPr>
          </a:p>
          <a:p>
            <a:pPr marL="12700" marR="5080">
              <a:lnSpc>
                <a:spcPct val="95700"/>
              </a:lnSpc>
              <a:spcBef>
                <a:spcPts val="1400"/>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Flood</a:t>
            </a:r>
            <a:r>
              <a:rPr sz="1200" b="1" spc="-25" dirty="0">
                <a:latin typeface="Times New Roman"/>
                <a:cs typeface="Times New Roman"/>
              </a:rPr>
              <a:t> </a:t>
            </a:r>
            <a:r>
              <a:rPr sz="1200" b="1" dirty="0">
                <a:latin typeface="Times New Roman"/>
                <a:cs typeface="Times New Roman"/>
              </a:rPr>
              <a:t>Detector</a:t>
            </a:r>
            <a:r>
              <a:rPr sz="1200" b="1" spc="-45" dirty="0">
                <a:latin typeface="Times New Roman"/>
                <a:cs typeface="Times New Roman"/>
              </a:rPr>
              <a:t> </a:t>
            </a:r>
            <a:r>
              <a:rPr sz="1200" b="1" dirty="0">
                <a:latin typeface="Times New Roman"/>
                <a:cs typeface="Times New Roman"/>
              </a:rPr>
              <a:t>System</a:t>
            </a:r>
            <a:r>
              <a:rPr sz="1200" b="1" spc="-20" dirty="0">
                <a:latin typeface="Times New Roman"/>
                <a:cs typeface="Times New Roman"/>
              </a:rPr>
              <a:t> </a:t>
            </a:r>
            <a:r>
              <a:rPr sz="1200" dirty="0">
                <a:latin typeface="Times New Roman"/>
                <a:cs typeface="Times New Roman"/>
              </a:rPr>
              <a:t>designed</a:t>
            </a:r>
            <a:r>
              <a:rPr sz="1200" spc="-2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implemented</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part</a:t>
            </a:r>
            <a:r>
              <a:rPr sz="1200" spc="-3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the </a:t>
            </a:r>
            <a:r>
              <a:rPr sz="1200" b="1" dirty="0">
                <a:latin typeface="Times New Roman"/>
                <a:cs typeface="Times New Roman"/>
              </a:rPr>
              <a:t>Innovative</a:t>
            </a:r>
            <a:r>
              <a:rPr sz="1200" b="1" spc="-25" dirty="0">
                <a:latin typeface="Times New Roman"/>
                <a:cs typeface="Times New Roman"/>
              </a:rPr>
              <a:t> </a:t>
            </a:r>
            <a:r>
              <a:rPr sz="1200" b="1" dirty="0">
                <a:latin typeface="Times New Roman"/>
                <a:cs typeface="Times New Roman"/>
              </a:rPr>
              <a:t>Project</a:t>
            </a:r>
            <a:r>
              <a:rPr sz="1200" b="1" spc="-15" dirty="0">
                <a:latin typeface="Times New Roman"/>
                <a:cs typeface="Times New Roman"/>
              </a:rPr>
              <a:t> </a:t>
            </a:r>
            <a:r>
              <a:rPr sz="1200" b="1" dirty="0">
                <a:latin typeface="Times New Roman"/>
                <a:cs typeface="Times New Roman"/>
              </a:rPr>
              <a:t>Lab</a:t>
            </a:r>
            <a:r>
              <a:rPr sz="1200" b="1" spc="-20" dirty="0">
                <a:latin typeface="Times New Roman"/>
                <a:cs typeface="Times New Roman"/>
              </a:rPr>
              <a:t> </a:t>
            </a:r>
            <a:r>
              <a:rPr sz="1200" b="1" dirty="0">
                <a:latin typeface="Times New Roman"/>
                <a:cs typeface="Times New Roman"/>
              </a:rPr>
              <a:t>(IPL)</a:t>
            </a:r>
            <a:r>
              <a:rPr sz="1200" b="1" spc="5" dirty="0">
                <a:latin typeface="Times New Roman"/>
                <a:cs typeface="Times New Roman"/>
              </a:rPr>
              <a:t> </a:t>
            </a:r>
            <a:r>
              <a:rPr sz="1200" dirty="0">
                <a:latin typeface="Times New Roman"/>
                <a:cs typeface="Times New Roman"/>
              </a:rPr>
              <a:t>stands</a:t>
            </a:r>
            <a:r>
              <a:rPr sz="1200" spc="-30" dirty="0">
                <a:latin typeface="Times New Roman"/>
                <a:cs typeface="Times New Roman"/>
              </a:rPr>
              <a:t> </a:t>
            </a:r>
            <a:r>
              <a:rPr sz="1200" spc="-25" dirty="0">
                <a:latin typeface="Times New Roman"/>
                <a:cs typeface="Times New Roman"/>
              </a:rPr>
              <a:t>as</a:t>
            </a:r>
            <a:r>
              <a:rPr sz="1200" spc="50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significant step</a:t>
            </a:r>
            <a:r>
              <a:rPr sz="1200" spc="-65" dirty="0">
                <a:latin typeface="Times New Roman"/>
                <a:cs typeface="Times New Roman"/>
              </a:rPr>
              <a:t> </a:t>
            </a:r>
            <a:r>
              <a:rPr sz="1200" dirty="0">
                <a:latin typeface="Times New Roman"/>
                <a:cs typeface="Times New Roman"/>
              </a:rPr>
              <a:t>toward</a:t>
            </a:r>
            <a:r>
              <a:rPr sz="1200" spc="-20" dirty="0">
                <a:latin typeface="Times New Roman"/>
                <a:cs typeface="Times New Roman"/>
              </a:rPr>
              <a:t> </a:t>
            </a:r>
            <a:r>
              <a:rPr sz="1200" spc="-10" dirty="0">
                <a:latin typeface="Times New Roman"/>
                <a:cs typeface="Times New Roman"/>
              </a:rPr>
              <a:t>developing</a:t>
            </a:r>
            <a:r>
              <a:rPr sz="1200" dirty="0">
                <a:latin typeface="Times New Roman"/>
                <a:cs typeface="Times New Roman"/>
              </a:rPr>
              <a:t> </a:t>
            </a:r>
            <a:r>
              <a:rPr sz="1200" spc="-10" dirty="0">
                <a:latin typeface="Times New Roman"/>
                <a:cs typeface="Times New Roman"/>
              </a:rPr>
              <a:t>low-</a:t>
            </a:r>
            <a:r>
              <a:rPr sz="1200" dirty="0">
                <a:latin typeface="Times New Roman"/>
                <a:cs typeface="Times New Roman"/>
              </a:rPr>
              <a:t>cost,</a:t>
            </a:r>
            <a:r>
              <a:rPr sz="1200" spc="-35" dirty="0">
                <a:latin typeface="Times New Roman"/>
                <a:cs typeface="Times New Roman"/>
              </a:rPr>
              <a:t> </a:t>
            </a:r>
            <a:r>
              <a:rPr sz="1200" spc="-10" dirty="0">
                <a:latin typeface="Times New Roman"/>
                <a:cs typeface="Times New Roman"/>
              </a:rPr>
              <a:t>reliable,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scalable flood</a:t>
            </a:r>
            <a:r>
              <a:rPr sz="1200" spc="-20" dirty="0">
                <a:latin typeface="Times New Roman"/>
                <a:cs typeface="Times New Roman"/>
              </a:rPr>
              <a:t> </a:t>
            </a:r>
            <a:r>
              <a:rPr sz="1200" spc="-10" dirty="0">
                <a:latin typeface="Times New Roman"/>
                <a:cs typeface="Times New Roman"/>
              </a:rPr>
              <a:t>monitoring</a:t>
            </a:r>
            <a:r>
              <a:rPr sz="1200" spc="-20" dirty="0">
                <a:latin typeface="Times New Roman"/>
                <a:cs typeface="Times New Roman"/>
              </a:rPr>
              <a:t> </a:t>
            </a:r>
            <a:r>
              <a:rPr sz="1200" dirty="0">
                <a:latin typeface="Times New Roman"/>
                <a:cs typeface="Times New Roman"/>
              </a:rPr>
              <a:t>solutions.</a:t>
            </a:r>
            <a:r>
              <a:rPr sz="1200" spc="1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spc="-10" dirty="0">
                <a:latin typeface="Times New Roman"/>
                <a:cs typeface="Times New Roman"/>
              </a:rPr>
              <a:t>climate </a:t>
            </a:r>
            <a:r>
              <a:rPr sz="1200" dirty="0">
                <a:latin typeface="Times New Roman"/>
                <a:cs typeface="Times New Roman"/>
              </a:rPr>
              <a:t>change</a:t>
            </a:r>
            <a:r>
              <a:rPr sz="1200" spc="10" dirty="0">
                <a:latin typeface="Times New Roman"/>
                <a:cs typeface="Times New Roman"/>
              </a:rPr>
              <a:t> </a:t>
            </a:r>
            <a:r>
              <a:rPr sz="1200" spc="-10" dirty="0">
                <a:latin typeface="Times New Roman"/>
                <a:cs typeface="Times New Roman"/>
              </a:rPr>
              <a:t>leading </a:t>
            </a:r>
            <a:r>
              <a:rPr sz="1200" dirty="0">
                <a:latin typeface="Times New Roman"/>
                <a:cs typeface="Times New Roman"/>
              </a:rPr>
              <a:t>to</a:t>
            </a:r>
            <a:r>
              <a:rPr sz="1200" spc="-10" dirty="0">
                <a:latin typeface="Times New Roman"/>
                <a:cs typeface="Times New Roman"/>
              </a:rPr>
              <a:t> increasingly</a:t>
            </a:r>
            <a:r>
              <a:rPr sz="1200" spc="-30" dirty="0">
                <a:latin typeface="Times New Roman"/>
                <a:cs typeface="Times New Roman"/>
              </a:rPr>
              <a:t> </a:t>
            </a:r>
            <a:r>
              <a:rPr sz="1200" dirty="0">
                <a:latin typeface="Times New Roman"/>
                <a:cs typeface="Times New Roman"/>
              </a:rPr>
              <a:t>erratic</a:t>
            </a:r>
            <a:r>
              <a:rPr sz="1200" spc="-15" dirty="0">
                <a:latin typeface="Times New Roman"/>
                <a:cs typeface="Times New Roman"/>
              </a:rPr>
              <a:t> </a:t>
            </a:r>
            <a:r>
              <a:rPr sz="1200" dirty="0">
                <a:latin typeface="Times New Roman"/>
                <a:cs typeface="Times New Roman"/>
              </a:rPr>
              <a:t>weather</a:t>
            </a:r>
            <a:r>
              <a:rPr sz="1200" spc="-5" dirty="0">
                <a:latin typeface="Times New Roman"/>
                <a:cs typeface="Times New Roman"/>
              </a:rPr>
              <a:t> </a:t>
            </a:r>
            <a:r>
              <a:rPr sz="1200" dirty="0">
                <a:latin typeface="Times New Roman"/>
                <a:cs typeface="Times New Roman"/>
              </a:rPr>
              <a:t>patterns</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higher</a:t>
            </a:r>
            <a:r>
              <a:rPr sz="1200" spc="20" dirty="0">
                <a:latin typeface="Times New Roman"/>
                <a:cs typeface="Times New Roman"/>
              </a:rPr>
              <a:t> </a:t>
            </a:r>
            <a:r>
              <a:rPr sz="1200" spc="-10" dirty="0">
                <a:latin typeface="Times New Roman"/>
                <a:cs typeface="Times New Roman"/>
              </a:rPr>
              <a:t>frequency</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floods, there</a:t>
            </a:r>
            <a:r>
              <a:rPr sz="1200" spc="-1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an</a:t>
            </a:r>
            <a:r>
              <a:rPr sz="1200" spc="-35" dirty="0">
                <a:latin typeface="Times New Roman"/>
                <a:cs typeface="Times New Roman"/>
              </a:rPr>
              <a:t> </a:t>
            </a:r>
            <a:r>
              <a:rPr sz="1200" dirty="0">
                <a:latin typeface="Times New Roman"/>
                <a:cs typeface="Times New Roman"/>
              </a:rPr>
              <a:t>urgent</a:t>
            </a:r>
            <a:r>
              <a:rPr sz="1200" spc="15" dirty="0">
                <a:latin typeface="Times New Roman"/>
                <a:cs typeface="Times New Roman"/>
              </a:rPr>
              <a:t> </a:t>
            </a:r>
            <a:r>
              <a:rPr sz="1200" spc="-20" dirty="0">
                <a:latin typeface="Times New Roman"/>
                <a:cs typeface="Times New Roman"/>
              </a:rPr>
              <a:t>need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early</a:t>
            </a:r>
            <a:r>
              <a:rPr sz="1200" spc="-65" dirty="0">
                <a:latin typeface="Times New Roman"/>
                <a:cs typeface="Times New Roman"/>
              </a:rPr>
              <a:t> </a:t>
            </a:r>
            <a:r>
              <a:rPr sz="1200" dirty="0">
                <a:latin typeface="Times New Roman"/>
                <a:cs typeface="Times New Roman"/>
              </a:rPr>
              <a:t>warning</a:t>
            </a:r>
            <a:r>
              <a:rPr sz="1200" spc="-10" dirty="0">
                <a:latin typeface="Times New Roman"/>
                <a:cs typeface="Times New Roman"/>
              </a:rPr>
              <a:t> </a:t>
            </a:r>
            <a:r>
              <a:rPr sz="1200" dirty="0">
                <a:latin typeface="Times New Roman"/>
                <a:cs typeface="Times New Roman"/>
              </a:rPr>
              <a:t>systems</a:t>
            </a:r>
            <a:r>
              <a:rPr sz="1200" spc="-25"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help</a:t>
            </a:r>
            <a:r>
              <a:rPr sz="1200" spc="5" dirty="0">
                <a:latin typeface="Times New Roman"/>
                <a:cs typeface="Times New Roman"/>
              </a:rPr>
              <a:t> </a:t>
            </a:r>
            <a:r>
              <a:rPr sz="1200" spc="-10" dirty="0">
                <a:latin typeface="Times New Roman"/>
                <a:cs typeface="Times New Roman"/>
              </a:rPr>
              <a:t>mitigate</a:t>
            </a:r>
            <a:r>
              <a:rPr sz="1200" spc="-20" dirty="0">
                <a:latin typeface="Times New Roman"/>
                <a:cs typeface="Times New Roman"/>
              </a:rPr>
              <a:t> </a:t>
            </a:r>
            <a:r>
              <a:rPr sz="1200" dirty="0">
                <a:latin typeface="Times New Roman"/>
                <a:cs typeface="Times New Roman"/>
              </a:rPr>
              <a:t>loss</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life,</a:t>
            </a:r>
            <a:r>
              <a:rPr sz="1200" spc="15" dirty="0">
                <a:latin typeface="Times New Roman"/>
                <a:cs typeface="Times New Roman"/>
              </a:rPr>
              <a:t> </a:t>
            </a:r>
            <a:r>
              <a:rPr sz="1200" spc="-10" dirty="0">
                <a:latin typeface="Times New Roman"/>
                <a:cs typeface="Times New Roman"/>
              </a:rPr>
              <a:t>infrastructure</a:t>
            </a:r>
            <a:r>
              <a:rPr sz="1200" spc="-20" dirty="0">
                <a:latin typeface="Times New Roman"/>
                <a:cs typeface="Times New Roman"/>
              </a:rPr>
              <a:t> </a:t>
            </a:r>
            <a:r>
              <a:rPr sz="1200" spc="-10" dirty="0">
                <a:latin typeface="Times New Roman"/>
                <a:cs typeface="Times New Roman"/>
              </a:rPr>
              <a:t>damage,</a:t>
            </a:r>
            <a:r>
              <a:rPr sz="1200" spc="-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disruption</a:t>
            </a:r>
            <a:r>
              <a:rPr sz="1200" spc="-3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essential </a:t>
            </a:r>
            <a:r>
              <a:rPr sz="1200" dirty="0">
                <a:latin typeface="Times New Roman"/>
                <a:cs typeface="Times New Roman"/>
              </a:rPr>
              <a:t>services.</a:t>
            </a:r>
            <a:r>
              <a:rPr sz="1200" spc="-1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project</a:t>
            </a:r>
            <a:r>
              <a:rPr sz="1200" spc="5" dirty="0">
                <a:latin typeface="Times New Roman"/>
                <a:cs typeface="Times New Roman"/>
              </a:rPr>
              <a:t> </a:t>
            </a:r>
            <a:r>
              <a:rPr sz="1200" dirty="0">
                <a:latin typeface="Times New Roman"/>
                <a:cs typeface="Times New Roman"/>
              </a:rPr>
              <a:t>addresses</a:t>
            </a:r>
            <a:r>
              <a:rPr sz="1200" spc="-30" dirty="0">
                <a:latin typeface="Times New Roman"/>
                <a:cs typeface="Times New Roman"/>
              </a:rPr>
              <a:t> </a:t>
            </a:r>
            <a:r>
              <a:rPr sz="1200" dirty="0">
                <a:latin typeface="Times New Roman"/>
                <a:cs typeface="Times New Roman"/>
              </a:rPr>
              <a:t>that need</a:t>
            </a:r>
            <a:r>
              <a:rPr sz="1200" spc="-20"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spc="-10" dirty="0">
                <a:latin typeface="Times New Roman"/>
                <a:cs typeface="Times New Roman"/>
              </a:rPr>
              <a:t>integrating</a:t>
            </a:r>
            <a:r>
              <a:rPr sz="1200" spc="-20" dirty="0">
                <a:latin typeface="Times New Roman"/>
                <a:cs typeface="Times New Roman"/>
              </a:rPr>
              <a:t> </a:t>
            </a:r>
            <a:r>
              <a:rPr sz="1200" spc="-10" dirty="0">
                <a:latin typeface="Times New Roman"/>
                <a:cs typeface="Times New Roman"/>
              </a:rPr>
              <a:t>environmental</a:t>
            </a:r>
            <a:r>
              <a:rPr sz="1200" spc="-60" dirty="0">
                <a:latin typeface="Times New Roman"/>
                <a:cs typeface="Times New Roman"/>
              </a:rPr>
              <a:t> </a:t>
            </a:r>
            <a:r>
              <a:rPr sz="1200" dirty="0">
                <a:latin typeface="Times New Roman"/>
                <a:cs typeface="Times New Roman"/>
              </a:rPr>
              <a:t>sensing</a:t>
            </a:r>
            <a:r>
              <a:rPr sz="1200" spc="-20"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real-time</a:t>
            </a:r>
            <a:r>
              <a:rPr sz="1200" spc="-25" dirty="0">
                <a:latin typeface="Times New Roman"/>
                <a:cs typeface="Times New Roman"/>
              </a:rPr>
              <a:t> </a:t>
            </a:r>
            <a:r>
              <a:rPr sz="1200" dirty="0">
                <a:latin typeface="Times New Roman"/>
                <a:cs typeface="Times New Roman"/>
              </a:rPr>
              <a:t>alerting and</a:t>
            </a:r>
            <a:r>
              <a:rPr sz="1200" spc="-20" dirty="0">
                <a:latin typeface="Times New Roman"/>
                <a:cs typeface="Times New Roman"/>
              </a:rPr>
              <a:t> data </a:t>
            </a:r>
            <a:r>
              <a:rPr sz="1200" spc="-10" dirty="0">
                <a:latin typeface="Times New Roman"/>
                <a:cs typeface="Times New Roman"/>
              </a:rPr>
              <a:t>analysis.</a:t>
            </a:r>
            <a:endParaRPr sz="1200">
              <a:latin typeface="Times New Roman"/>
              <a:cs typeface="Times New Roman"/>
            </a:endParaRPr>
          </a:p>
          <a:p>
            <a:pPr marL="12700" marR="5080">
              <a:lnSpc>
                <a:spcPct val="95900"/>
              </a:lnSpc>
              <a:spcBef>
                <a:spcPts val="10"/>
              </a:spcBef>
            </a:pP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utilizes</a:t>
            </a:r>
            <a:r>
              <a:rPr sz="1200" spc="-1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10" dirty="0">
                <a:latin typeface="Times New Roman"/>
                <a:cs typeface="Times New Roman"/>
              </a:rPr>
              <a:t>combination</a:t>
            </a:r>
            <a:r>
              <a:rPr sz="1200" spc="-20"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b="1" dirty="0">
                <a:latin typeface="Times New Roman"/>
                <a:cs typeface="Times New Roman"/>
              </a:rPr>
              <a:t>water</a:t>
            </a:r>
            <a:r>
              <a:rPr sz="1200" b="1" spc="-30" dirty="0">
                <a:latin typeface="Times New Roman"/>
                <a:cs typeface="Times New Roman"/>
              </a:rPr>
              <a:t> </a:t>
            </a:r>
            <a:r>
              <a:rPr sz="1200" b="1" dirty="0">
                <a:latin typeface="Times New Roman"/>
                <a:cs typeface="Times New Roman"/>
              </a:rPr>
              <a:t>level</a:t>
            </a:r>
            <a:r>
              <a:rPr sz="1200" b="1" spc="-20" dirty="0">
                <a:latin typeface="Times New Roman"/>
                <a:cs typeface="Times New Roman"/>
              </a:rPr>
              <a:t> </a:t>
            </a:r>
            <a:r>
              <a:rPr sz="1200" b="1" dirty="0">
                <a:latin typeface="Times New Roman"/>
                <a:cs typeface="Times New Roman"/>
              </a:rPr>
              <a:t>sensors</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b="1" spc="-10" dirty="0">
                <a:latin typeface="Times New Roman"/>
                <a:cs typeface="Times New Roman"/>
              </a:rPr>
              <a:t>microcontroller</a:t>
            </a:r>
            <a:r>
              <a:rPr sz="1200" b="1" spc="-30" dirty="0">
                <a:latin typeface="Times New Roman"/>
                <a:cs typeface="Times New Roman"/>
              </a:rPr>
              <a:t> </a:t>
            </a:r>
            <a:r>
              <a:rPr sz="1200" b="1" dirty="0">
                <a:latin typeface="Times New Roman"/>
                <a:cs typeface="Times New Roman"/>
              </a:rPr>
              <a:t>(Arduino)</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and </a:t>
            </a:r>
            <a:r>
              <a:rPr sz="1200" b="1" spc="-10" dirty="0">
                <a:latin typeface="Times New Roman"/>
                <a:cs typeface="Times New Roman"/>
              </a:rPr>
              <a:t>communication </a:t>
            </a:r>
            <a:r>
              <a:rPr sz="1200" b="1" dirty="0">
                <a:latin typeface="Times New Roman"/>
                <a:cs typeface="Times New Roman"/>
              </a:rPr>
              <a:t>modules</a:t>
            </a:r>
            <a:r>
              <a:rPr sz="1200" b="1" spc="-35" dirty="0">
                <a:latin typeface="Times New Roman"/>
                <a:cs typeface="Times New Roman"/>
              </a:rPr>
              <a:t> </a:t>
            </a:r>
            <a:r>
              <a:rPr sz="1200" b="1" dirty="0">
                <a:latin typeface="Times New Roman"/>
                <a:cs typeface="Times New Roman"/>
              </a:rPr>
              <a:t>(GSM</a:t>
            </a:r>
            <a:r>
              <a:rPr sz="1200" b="1" spc="-30" dirty="0">
                <a:latin typeface="Times New Roman"/>
                <a:cs typeface="Times New Roman"/>
              </a:rPr>
              <a:t> </a:t>
            </a:r>
            <a:r>
              <a:rPr sz="1200" b="1" dirty="0">
                <a:latin typeface="Times New Roman"/>
                <a:cs typeface="Times New Roman"/>
              </a:rPr>
              <a:t>or</a:t>
            </a:r>
            <a:r>
              <a:rPr sz="1200" b="1" spc="-50" dirty="0">
                <a:latin typeface="Times New Roman"/>
                <a:cs typeface="Times New Roman"/>
              </a:rPr>
              <a:t> </a:t>
            </a:r>
            <a:r>
              <a:rPr sz="1200" b="1" dirty="0">
                <a:latin typeface="Times New Roman"/>
                <a:cs typeface="Times New Roman"/>
              </a:rPr>
              <a:t>Wi-Fi)</a:t>
            </a:r>
            <a:r>
              <a:rPr sz="1200" b="1"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continuously</a:t>
            </a:r>
            <a:r>
              <a:rPr sz="1200" spc="-45" dirty="0">
                <a:latin typeface="Times New Roman"/>
                <a:cs typeface="Times New Roman"/>
              </a:rPr>
              <a:t> </a:t>
            </a:r>
            <a:r>
              <a:rPr sz="1200" dirty="0">
                <a:latin typeface="Times New Roman"/>
                <a:cs typeface="Times New Roman"/>
              </a:rPr>
              <a:t>monitor</a:t>
            </a:r>
            <a:r>
              <a:rPr sz="1200" spc="-20" dirty="0">
                <a:latin typeface="Times New Roman"/>
                <a:cs typeface="Times New Roman"/>
              </a:rPr>
              <a:t> </a:t>
            </a:r>
            <a:r>
              <a:rPr sz="1200" dirty="0">
                <a:latin typeface="Times New Roman"/>
                <a:cs typeface="Times New Roman"/>
              </a:rPr>
              <a:t>water</a:t>
            </a:r>
            <a:r>
              <a:rPr sz="1200" spc="-20" dirty="0">
                <a:latin typeface="Times New Roman"/>
                <a:cs typeface="Times New Roman"/>
              </a:rPr>
              <a:t> </a:t>
            </a:r>
            <a:r>
              <a:rPr sz="1200" dirty="0">
                <a:latin typeface="Times New Roman"/>
                <a:cs typeface="Times New Roman"/>
              </a:rPr>
              <a:t>levels</a:t>
            </a:r>
            <a:r>
              <a:rPr sz="1200" spc="-1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flood-prone</a:t>
            </a:r>
            <a:r>
              <a:rPr sz="1200" spc="-25" dirty="0">
                <a:latin typeface="Times New Roman"/>
                <a:cs typeface="Times New Roman"/>
              </a:rPr>
              <a:t> </a:t>
            </a:r>
            <a:r>
              <a:rPr sz="1200" dirty="0">
                <a:latin typeface="Times New Roman"/>
                <a:cs typeface="Times New Roman"/>
              </a:rPr>
              <a:t>areas.</a:t>
            </a:r>
            <a:r>
              <a:rPr sz="1200" spc="-15" dirty="0">
                <a:latin typeface="Times New Roman"/>
                <a:cs typeface="Times New Roman"/>
              </a:rPr>
              <a:t> </a:t>
            </a:r>
            <a:r>
              <a:rPr sz="1200" dirty="0">
                <a:latin typeface="Times New Roman"/>
                <a:cs typeface="Times New Roman"/>
              </a:rPr>
              <a:t>When</a:t>
            </a:r>
            <a:r>
              <a:rPr sz="1200" spc="-5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sensor</a:t>
            </a:r>
            <a:r>
              <a:rPr sz="1200" spc="-40" dirty="0">
                <a:latin typeface="Times New Roman"/>
                <a:cs typeface="Times New Roman"/>
              </a:rPr>
              <a:t> </a:t>
            </a:r>
            <a:r>
              <a:rPr sz="1200" spc="-10" dirty="0">
                <a:latin typeface="Times New Roman"/>
                <a:cs typeface="Times New Roman"/>
              </a:rPr>
              <a:t>detects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water</a:t>
            </a:r>
            <a:r>
              <a:rPr sz="1200" spc="5" dirty="0">
                <a:latin typeface="Times New Roman"/>
                <a:cs typeface="Times New Roman"/>
              </a:rPr>
              <a:t> </a:t>
            </a:r>
            <a:r>
              <a:rPr sz="1200" spc="-10" dirty="0">
                <a:latin typeface="Times New Roman"/>
                <a:cs typeface="Times New Roman"/>
              </a:rPr>
              <a:t>level</a:t>
            </a:r>
            <a:r>
              <a:rPr sz="1200" spc="-35"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crossed</a:t>
            </a:r>
            <a:r>
              <a:rPr sz="1200" spc="-1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pre-set</a:t>
            </a:r>
            <a:r>
              <a:rPr sz="1200" spc="10" dirty="0">
                <a:latin typeface="Times New Roman"/>
                <a:cs typeface="Times New Roman"/>
              </a:rPr>
              <a:t> </a:t>
            </a:r>
            <a:r>
              <a:rPr sz="1200" spc="-10" dirty="0">
                <a:latin typeface="Times New Roman"/>
                <a:cs typeface="Times New Roman"/>
              </a:rPr>
              <a:t>safety</a:t>
            </a:r>
            <a:r>
              <a:rPr sz="1200" spc="-55" dirty="0">
                <a:latin typeface="Times New Roman"/>
                <a:cs typeface="Times New Roman"/>
              </a:rPr>
              <a:t> </a:t>
            </a:r>
            <a:r>
              <a:rPr sz="1200" dirty="0">
                <a:latin typeface="Times New Roman"/>
                <a:cs typeface="Times New Roman"/>
              </a:rPr>
              <a:t>threshold,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50" dirty="0">
                <a:latin typeface="Times New Roman"/>
                <a:cs typeface="Times New Roman"/>
              </a:rPr>
              <a:t> </a:t>
            </a:r>
            <a:r>
              <a:rPr sz="1200" dirty="0">
                <a:latin typeface="Times New Roman"/>
                <a:cs typeface="Times New Roman"/>
              </a:rPr>
              <a:t>activates</a:t>
            </a:r>
            <a:r>
              <a:rPr sz="1200" spc="-5" dirty="0">
                <a:latin typeface="Times New Roman"/>
                <a:cs typeface="Times New Roman"/>
              </a:rPr>
              <a:t> </a:t>
            </a:r>
            <a:r>
              <a:rPr sz="1200" spc="-10" dirty="0">
                <a:latin typeface="Times New Roman"/>
                <a:cs typeface="Times New Roman"/>
              </a:rPr>
              <a:t>local</a:t>
            </a:r>
            <a:r>
              <a:rPr sz="1200" spc="-50" dirty="0">
                <a:latin typeface="Times New Roman"/>
                <a:cs typeface="Times New Roman"/>
              </a:rPr>
              <a:t> </a:t>
            </a:r>
            <a:r>
              <a:rPr sz="1200" dirty="0">
                <a:latin typeface="Times New Roman"/>
                <a:cs typeface="Times New Roman"/>
              </a:rPr>
              <a:t>alerts</a:t>
            </a:r>
            <a:r>
              <a:rPr sz="1200" spc="-20" dirty="0">
                <a:latin typeface="Times New Roman"/>
                <a:cs typeface="Times New Roman"/>
              </a:rPr>
              <a:t> </a:t>
            </a:r>
            <a:r>
              <a:rPr sz="1200" dirty="0">
                <a:latin typeface="Times New Roman"/>
                <a:cs typeface="Times New Roman"/>
              </a:rPr>
              <a:t>using</a:t>
            </a:r>
            <a:r>
              <a:rPr sz="1200" spc="-1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buzzer</a:t>
            </a:r>
            <a:r>
              <a:rPr sz="1200" spc="-5" dirty="0">
                <a:latin typeface="Times New Roman"/>
                <a:cs typeface="Times New Roman"/>
              </a:rPr>
              <a:t> </a:t>
            </a:r>
            <a:r>
              <a:rPr sz="1200" spc="-25" dirty="0">
                <a:latin typeface="Times New Roman"/>
                <a:cs typeface="Times New Roman"/>
              </a:rPr>
              <a:t>and </a:t>
            </a:r>
            <a:r>
              <a:rPr sz="1200" dirty="0">
                <a:latin typeface="Times New Roman"/>
                <a:cs typeface="Times New Roman"/>
              </a:rPr>
              <a:t>sends</a:t>
            </a:r>
            <a:r>
              <a:rPr sz="1200" spc="-25" dirty="0">
                <a:latin typeface="Times New Roman"/>
                <a:cs typeface="Times New Roman"/>
              </a:rPr>
              <a:t> </a:t>
            </a:r>
            <a:r>
              <a:rPr sz="1200" dirty="0">
                <a:latin typeface="Times New Roman"/>
                <a:cs typeface="Times New Roman"/>
              </a:rPr>
              <a:t>remote</a:t>
            </a:r>
            <a:r>
              <a:rPr sz="1200" spc="-20" dirty="0">
                <a:latin typeface="Times New Roman"/>
                <a:cs typeface="Times New Roman"/>
              </a:rPr>
              <a:t> </a:t>
            </a:r>
            <a:r>
              <a:rPr sz="1200" dirty="0">
                <a:latin typeface="Times New Roman"/>
                <a:cs typeface="Times New Roman"/>
              </a:rPr>
              <a:t>alerts</a:t>
            </a:r>
            <a:r>
              <a:rPr sz="1200" spc="-25" dirty="0">
                <a:latin typeface="Times New Roman"/>
                <a:cs typeface="Times New Roman"/>
              </a:rPr>
              <a:t> </a:t>
            </a:r>
            <a:r>
              <a:rPr sz="1200" dirty="0">
                <a:latin typeface="Times New Roman"/>
                <a:cs typeface="Times New Roman"/>
              </a:rPr>
              <a:t>via</a:t>
            </a:r>
            <a:r>
              <a:rPr sz="1200" spc="-15" dirty="0">
                <a:latin typeface="Times New Roman"/>
                <a:cs typeface="Times New Roman"/>
              </a:rPr>
              <a:t> </a:t>
            </a:r>
            <a:r>
              <a:rPr sz="1200" dirty="0">
                <a:latin typeface="Times New Roman"/>
                <a:cs typeface="Times New Roman"/>
              </a:rPr>
              <a:t>SMS</a:t>
            </a:r>
            <a:r>
              <a:rPr sz="1200" spc="-15" dirty="0">
                <a:latin typeface="Times New Roman"/>
                <a:cs typeface="Times New Roman"/>
              </a:rPr>
              <a:t> </a:t>
            </a:r>
            <a:r>
              <a:rPr sz="1200" dirty="0">
                <a:latin typeface="Times New Roman"/>
                <a:cs typeface="Times New Roman"/>
              </a:rPr>
              <a:t>or</a:t>
            </a:r>
            <a:r>
              <a:rPr sz="1200" spc="-10" dirty="0">
                <a:latin typeface="Times New Roman"/>
                <a:cs typeface="Times New Roman"/>
              </a:rPr>
              <a:t> internet-</a:t>
            </a:r>
            <a:r>
              <a:rPr sz="1200" dirty="0">
                <a:latin typeface="Times New Roman"/>
                <a:cs typeface="Times New Roman"/>
              </a:rPr>
              <a:t>based</a:t>
            </a:r>
            <a:r>
              <a:rPr sz="1200" spc="-15" dirty="0">
                <a:latin typeface="Times New Roman"/>
                <a:cs typeface="Times New Roman"/>
              </a:rPr>
              <a:t> </a:t>
            </a:r>
            <a:r>
              <a:rPr sz="1200" dirty="0">
                <a:latin typeface="Times New Roman"/>
                <a:cs typeface="Times New Roman"/>
              </a:rPr>
              <a:t>platforms.</a:t>
            </a:r>
            <a:r>
              <a:rPr sz="1200" spc="-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spc="-10" dirty="0">
                <a:latin typeface="Times New Roman"/>
                <a:cs typeface="Times New Roman"/>
              </a:rPr>
              <a:t>dual-</a:t>
            </a:r>
            <a:r>
              <a:rPr sz="1200" dirty="0">
                <a:latin typeface="Times New Roman"/>
                <a:cs typeface="Times New Roman"/>
              </a:rPr>
              <a:t>layered</a:t>
            </a:r>
            <a:r>
              <a:rPr sz="1200" spc="5" dirty="0">
                <a:latin typeface="Times New Roman"/>
                <a:cs typeface="Times New Roman"/>
              </a:rPr>
              <a:t> </a:t>
            </a:r>
            <a:r>
              <a:rPr sz="1200" spc="-10" dirty="0">
                <a:latin typeface="Times New Roman"/>
                <a:cs typeface="Times New Roman"/>
              </a:rPr>
              <a:t>notification mechanism</a:t>
            </a:r>
            <a:r>
              <a:rPr sz="1200" spc="-40" dirty="0">
                <a:latin typeface="Times New Roman"/>
                <a:cs typeface="Times New Roman"/>
              </a:rPr>
              <a:t> </a:t>
            </a:r>
            <a:r>
              <a:rPr sz="1200" dirty="0">
                <a:latin typeface="Times New Roman"/>
                <a:cs typeface="Times New Roman"/>
              </a:rPr>
              <a:t>ensures</a:t>
            </a:r>
            <a:r>
              <a:rPr sz="1200" spc="-25" dirty="0">
                <a:latin typeface="Times New Roman"/>
                <a:cs typeface="Times New Roman"/>
              </a:rPr>
              <a:t> </a:t>
            </a:r>
            <a:r>
              <a:rPr sz="1200" spc="-20" dirty="0">
                <a:latin typeface="Times New Roman"/>
                <a:cs typeface="Times New Roman"/>
              </a:rPr>
              <a:t>that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are </a:t>
            </a:r>
            <a:r>
              <a:rPr sz="1200" spc="-10" dirty="0">
                <a:latin typeface="Times New Roman"/>
                <a:cs typeface="Times New Roman"/>
              </a:rPr>
              <a:t>informed</a:t>
            </a:r>
            <a:r>
              <a:rPr sz="1200" spc="-5" dirty="0">
                <a:latin typeface="Times New Roman"/>
                <a:cs typeface="Times New Roman"/>
              </a:rPr>
              <a:t> </a:t>
            </a:r>
            <a:r>
              <a:rPr sz="1200" dirty="0">
                <a:latin typeface="Times New Roman"/>
                <a:cs typeface="Times New Roman"/>
              </a:rPr>
              <a:t>both</a:t>
            </a:r>
            <a:r>
              <a:rPr sz="1200" spc="-20" dirty="0">
                <a:latin typeface="Times New Roman"/>
                <a:cs typeface="Times New Roman"/>
              </a:rPr>
              <a:t> </a:t>
            </a:r>
            <a:r>
              <a:rPr sz="1200" spc="-10" dirty="0">
                <a:latin typeface="Times New Roman"/>
                <a:cs typeface="Times New Roman"/>
              </a:rPr>
              <a:t>locally</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remotely,</a:t>
            </a:r>
            <a:r>
              <a:rPr sz="1200" spc="20" dirty="0">
                <a:latin typeface="Times New Roman"/>
                <a:cs typeface="Times New Roman"/>
              </a:rPr>
              <a:t> </a:t>
            </a:r>
            <a:r>
              <a:rPr sz="1200" dirty="0">
                <a:latin typeface="Times New Roman"/>
                <a:cs typeface="Times New Roman"/>
              </a:rPr>
              <a:t>enabling</a:t>
            </a:r>
            <a:r>
              <a:rPr sz="1200" spc="-25" dirty="0">
                <a:latin typeface="Times New Roman"/>
                <a:cs typeface="Times New Roman"/>
              </a:rPr>
              <a:t> </a:t>
            </a:r>
            <a:r>
              <a:rPr sz="1200" dirty="0">
                <a:latin typeface="Times New Roman"/>
                <a:cs typeface="Times New Roman"/>
              </a:rPr>
              <a:t>timely</a:t>
            </a:r>
            <a:r>
              <a:rPr sz="1200" spc="-20" dirty="0">
                <a:latin typeface="Times New Roman"/>
                <a:cs typeface="Times New Roman"/>
              </a:rPr>
              <a:t> </a:t>
            </a:r>
            <a:r>
              <a:rPr sz="1200" spc="-10" dirty="0">
                <a:latin typeface="Times New Roman"/>
                <a:cs typeface="Times New Roman"/>
              </a:rPr>
              <a:t>intervention.</a:t>
            </a:r>
            <a:endParaRPr sz="1200">
              <a:latin typeface="Times New Roman"/>
              <a:cs typeface="Times New Roman"/>
            </a:endParaRPr>
          </a:p>
          <a:p>
            <a:pPr marL="12700">
              <a:lnSpc>
                <a:spcPts val="1345"/>
              </a:lnSpc>
            </a:pPr>
            <a:r>
              <a:rPr sz="1200" dirty="0">
                <a:latin typeface="Times New Roman"/>
                <a:cs typeface="Times New Roman"/>
              </a:rPr>
              <a:t>Throughout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development</a:t>
            </a:r>
            <a:r>
              <a:rPr sz="1200" spc="10" dirty="0">
                <a:latin typeface="Times New Roman"/>
                <a:cs typeface="Times New Roman"/>
              </a:rPr>
              <a:t> </a:t>
            </a:r>
            <a:r>
              <a:rPr sz="1200" dirty="0">
                <a:latin typeface="Times New Roman"/>
                <a:cs typeface="Times New Roman"/>
              </a:rPr>
              <a:t>process,</a:t>
            </a:r>
            <a:r>
              <a:rPr sz="1200" spc="-5" dirty="0">
                <a:latin typeface="Times New Roman"/>
                <a:cs typeface="Times New Roman"/>
              </a:rPr>
              <a:t> </a:t>
            </a:r>
            <a:r>
              <a:rPr sz="1200" dirty="0">
                <a:latin typeface="Times New Roman"/>
                <a:cs typeface="Times New Roman"/>
              </a:rPr>
              <a:t>we</a:t>
            </a:r>
            <a:r>
              <a:rPr sz="1200" spc="-25" dirty="0">
                <a:latin typeface="Times New Roman"/>
                <a:cs typeface="Times New Roman"/>
              </a:rPr>
              <a:t> </a:t>
            </a:r>
            <a:r>
              <a:rPr sz="1200" dirty="0">
                <a:latin typeface="Times New Roman"/>
                <a:cs typeface="Times New Roman"/>
              </a:rPr>
              <a:t>learned</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interface</a:t>
            </a:r>
            <a:r>
              <a:rPr sz="1200" spc="-20" dirty="0">
                <a:latin typeface="Times New Roman"/>
                <a:cs typeface="Times New Roman"/>
              </a:rPr>
              <a:t> </a:t>
            </a:r>
            <a:r>
              <a:rPr sz="1200" dirty="0">
                <a:latin typeface="Times New Roman"/>
                <a:cs typeface="Times New Roman"/>
              </a:rPr>
              <a:t>sensors</a:t>
            </a:r>
            <a:r>
              <a:rPr sz="1200" spc="-25"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spc="-10" dirty="0">
                <a:latin typeface="Times New Roman"/>
                <a:cs typeface="Times New Roman"/>
              </a:rPr>
              <a:t>microcontrollers, </a:t>
            </a:r>
            <a:r>
              <a:rPr sz="1200" dirty="0">
                <a:latin typeface="Times New Roman"/>
                <a:cs typeface="Times New Roman"/>
              </a:rPr>
              <a:t>calibrate</a:t>
            </a:r>
            <a:r>
              <a:rPr sz="1200" spc="-2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marR="272415">
              <a:lnSpc>
                <a:spcPct val="95900"/>
              </a:lnSpc>
              <a:spcBef>
                <a:spcPts val="35"/>
              </a:spcBef>
            </a:pPr>
            <a:r>
              <a:rPr sz="1200" dirty="0">
                <a:latin typeface="Times New Roman"/>
                <a:cs typeface="Times New Roman"/>
              </a:rPr>
              <a:t>readings</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real-</a:t>
            </a:r>
            <a:r>
              <a:rPr sz="1200" dirty="0">
                <a:latin typeface="Times New Roman"/>
                <a:cs typeface="Times New Roman"/>
              </a:rPr>
              <a:t>world</a:t>
            </a:r>
            <a:r>
              <a:rPr sz="1200" spc="-30" dirty="0">
                <a:latin typeface="Times New Roman"/>
                <a:cs typeface="Times New Roman"/>
              </a:rPr>
              <a:t> </a:t>
            </a:r>
            <a:r>
              <a:rPr sz="1200" dirty="0">
                <a:latin typeface="Times New Roman"/>
                <a:cs typeface="Times New Roman"/>
              </a:rPr>
              <a:t>accuracy,</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manage</a:t>
            </a:r>
            <a:r>
              <a:rPr sz="1200" spc="-30" dirty="0">
                <a:latin typeface="Times New Roman"/>
                <a:cs typeface="Times New Roman"/>
              </a:rPr>
              <a:t> </a:t>
            </a:r>
            <a:r>
              <a:rPr sz="1200" spc="-10" dirty="0">
                <a:latin typeface="Times New Roman"/>
                <a:cs typeface="Times New Roman"/>
              </a:rPr>
              <a:t>communication</a:t>
            </a:r>
            <a:r>
              <a:rPr sz="1200" spc="-50" dirty="0">
                <a:latin typeface="Times New Roman"/>
                <a:cs typeface="Times New Roman"/>
              </a:rPr>
              <a:t> </a:t>
            </a:r>
            <a:r>
              <a:rPr sz="1200" dirty="0">
                <a:latin typeface="Times New Roman"/>
                <a:cs typeface="Times New Roman"/>
              </a:rPr>
              <a:t>protocols</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sending</a:t>
            </a:r>
            <a:r>
              <a:rPr sz="1200" spc="-25" dirty="0">
                <a:latin typeface="Times New Roman"/>
                <a:cs typeface="Times New Roman"/>
              </a:rPr>
              <a:t> </a:t>
            </a:r>
            <a:r>
              <a:rPr sz="1200" dirty="0">
                <a:latin typeface="Times New Roman"/>
                <a:cs typeface="Times New Roman"/>
              </a:rPr>
              <a:t>alerts.</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project </a:t>
            </a:r>
            <a:r>
              <a:rPr sz="1200" dirty="0">
                <a:latin typeface="Times New Roman"/>
                <a:cs typeface="Times New Roman"/>
              </a:rPr>
              <a:t>demonstrated</a:t>
            </a:r>
            <a:r>
              <a:rPr sz="1200" spc="-30" dirty="0">
                <a:latin typeface="Times New Roman"/>
                <a:cs typeface="Times New Roman"/>
              </a:rPr>
              <a:t> </a:t>
            </a:r>
            <a:r>
              <a:rPr sz="1200" dirty="0">
                <a:latin typeface="Times New Roman"/>
                <a:cs typeface="Times New Roman"/>
              </a:rPr>
              <a:t>how</a:t>
            </a:r>
            <a:r>
              <a:rPr sz="1200" spc="-45" dirty="0">
                <a:latin typeface="Times New Roman"/>
                <a:cs typeface="Times New Roman"/>
              </a:rPr>
              <a:t> </a:t>
            </a:r>
            <a:r>
              <a:rPr sz="1200" b="1" dirty="0">
                <a:latin typeface="Times New Roman"/>
                <a:cs typeface="Times New Roman"/>
              </a:rPr>
              <a:t>embedded</a:t>
            </a:r>
            <a:r>
              <a:rPr sz="1200" b="1" spc="-30" dirty="0">
                <a:latin typeface="Times New Roman"/>
                <a:cs typeface="Times New Roman"/>
              </a:rPr>
              <a:t> </a:t>
            </a:r>
            <a:r>
              <a:rPr sz="1200" b="1" dirty="0">
                <a:latin typeface="Times New Roman"/>
                <a:cs typeface="Times New Roman"/>
              </a:rPr>
              <a:t>systems</a:t>
            </a:r>
            <a:r>
              <a:rPr sz="1200" dirty="0">
                <a:latin typeface="Times New Roman"/>
                <a:cs typeface="Times New Roman"/>
              </a:rPr>
              <a:t>,</a:t>
            </a:r>
            <a:r>
              <a:rPr sz="1200" spc="-20" dirty="0">
                <a:latin typeface="Times New Roman"/>
                <a:cs typeface="Times New Roman"/>
              </a:rPr>
              <a:t> </a:t>
            </a:r>
            <a:r>
              <a:rPr sz="1200" b="1" dirty="0">
                <a:latin typeface="Times New Roman"/>
                <a:cs typeface="Times New Roman"/>
              </a:rPr>
              <a:t>IoT</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b="1" dirty="0">
                <a:latin typeface="Times New Roman"/>
                <a:cs typeface="Times New Roman"/>
              </a:rPr>
              <a:t>basic</a:t>
            </a:r>
            <a:r>
              <a:rPr sz="1200" b="1" spc="-30" dirty="0">
                <a:latin typeface="Times New Roman"/>
                <a:cs typeface="Times New Roman"/>
              </a:rPr>
              <a:t> </a:t>
            </a:r>
            <a:r>
              <a:rPr sz="1200" b="1" dirty="0">
                <a:latin typeface="Times New Roman"/>
                <a:cs typeface="Times New Roman"/>
              </a:rPr>
              <a:t>automation</a:t>
            </a:r>
            <a:r>
              <a:rPr sz="1200" b="1" spc="-20"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combined</a:t>
            </a:r>
            <a:r>
              <a:rPr sz="1200" spc="-3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create</a:t>
            </a:r>
            <a:r>
              <a:rPr sz="1200" spc="-55" dirty="0">
                <a:latin typeface="Times New Roman"/>
                <a:cs typeface="Times New Roman"/>
              </a:rPr>
              <a:t> </a:t>
            </a:r>
            <a:r>
              <a:rPr sz="1200" dirty="0">
                <a:latin typeface="Times New Roman"/>
                <a:cs typeface="Times New Roman"/>
              </a:rPr>
              <a:t>smart</a:t>
            </a:r>
            <a:r>
              <a:rPr sz="1200" spc="-30" dirty="0">
                <a:latin typeface="Times New Roman"/>
                <a:cs typeface="Times New Roman"/>
              </a:rPr>
              <a:t> </a:t>
            </a:r>
            <a:r>
              <a:rPr sz="1200" spc="-10" dirty="0">
                <a:latin typeface="Times New Roman"/>
                <a:cs typeface="Times New Roman"/>
              </a:rPr>
              <a:t>safety </a:t>
            </a:r>
            <a:r>
              <a:rPr sz="1200" dirty="0">
                <a:latin typeface="Times New Roman"/>
                <a:cs typeface="Times New Roman"/>
              </a:rPr>
              <a:t>applications</a:t>
            </a:r>
            <a:r>
              <a:rPr sz="1200" spc="-45" dirty="0">
                <a:latin typeface="Times New Roman"/>
                <a:cs typeface="Times New Roman"/>
              </a:rPr>
              <a:t> </a:t>
            </a:r>
            <a:r>
              <a:rPr sz="1200" dirty="0">
                <a:latin typeface="Times New Roman"/>
                <a:cs typeface="Times New Roman"/>
              </a:rPr>
              <a:t>with</a:t>
            </a:r>
            <a:r>
              <a:rPr sz="1200" spc="-55" dirty="0">
                <a:latin typeface="Times New Roman"/>
                <a:cs typeface="Times New Roman"/>
              </a:rPr>
              <a:t> </a:t>
            </a:r>
            <a:r>
              <a:rPr sz="1200" dirty="0">
                <a:latin typeface="Times New Roman"/>
                <a:cs typeface="Times New Roman"/>
              </a:rPr>
              <a:t>tangible</a:t>
            </a:r>
            <a:r>
              <a:rPr sz="1200" spc="-40" dirty="0">
                <a:latin typeface="Times New Roman"/>
                <a:cs typeface="Times New Roman"/>
              </a:rPr>
              <a:t> </a:t>
            </a:r>
            <a:r>
              <a:rPr sz="1200" dirty="0">
                <a:latin typeface="Times New Roman"/>
                <a:cs typeface="Times New Roman"/>
              </a:rPr>
              <a:t>societal</a:t>
            </a:r>
            <a:r>
              <a:rPr sz="1200" spc="-55" dirty="0">
                <a:latin typeface="Times New Roman"/>
                <a:cs typeface="Times New Roman"/>
              </a:rPr>
              <a:t> </a:t>
            </a:r>
            <a:r>
              <a:rPr sz="1200" spc="-10" dirty="0">
                <a:latin typeface="Times New Roman"/>
                <a:cs typeface="Times New Roman"/>
              </a:rPr>
              <a:t>impact.</a:t>
            </a:r>
            <a:endParaRPr sz="1200">
              <a:latin typeface="Times New Roman"/>
              <a:cs typeface="Times New Roman"/>
            </a:endParaRPr>
          </a:p>
          <a:p>
            <a:pPr marL="12700" marR="25400">
              <a:lnSpc>
                <a:spcPts val="1370"/>
              </a:lnSpc>
              <a:spcBef>
                <a:spcPts val="30"/>
              </a:spcBef>
            </a:pPr>
            <a:r>
              <a:rPr sz="1200" dirty="0">
                <a:latin typeface="Times New Roman"/>
                <a:cs typeface="Times New Roman"/>
              </a:rPr>
              <a:t>The </a:t>
            </a:r>
            <a:r>
              <a:rPr sz="1200" spc="-10" dirty="0">
                <a:latin typeface="Times New Roman"/>
                <a:cs typeface="Times New Roman"/>
              </a:rPr>
              <a:t>modular </a:t>
            </a:r>
            <a:r>
              <a:rPr sz="1200" dirty="0">
                <a:latin typeface="Times New Roman"/>
                <a:cs typeface="Times New Roman"/>
              </a:rPr>
              <a:t>nature</a:t>
            </a:r>
            <a:r>
              <a:rPr sz="1200" spc="-4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makes</a:t>
            </a:r>
            <a:r>
              <a:rPr sz="1200" spc="-5"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dirty="0">
                <a:latin typeface="Times New Roman"/>
                <a:cs typeface="Times New Roman"/>
              </a:rPr>
              <a:t>highly</a:t>
            </a:r>
            <a:r>
              <a:rPr sz="1200" spc="-15" dirty="0">
                <a:latin typeface="Times New Roman"/>
                <a:cs typeface="Times New Roman"/>
              </a:rPr>
              <a:t> </a:t>
            </a:r>
            <a:r>
              <a:rPr sz="1200" spc="-10" dirty="0">
                <a:latin typeface="Times New Roman"/>
                <a:cs typeface="Times New Roman"/>
              </a:rPr>
              <a:t>adaptable—</a:t>
            </a:r>
            <a:r>
              <a:rPr sz="1200" dirty="0">
                <a:latin typeface="Times New Roman"/>
                <a:cs typeface="Times New Roman"/>
              </a:rPr>
              <a:t>it</a:t>
            </a:r>
            <a:r>
              <a:rPr sz="1200" spc="1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easily</a:t>
            </a:r>
            <a:r>
              <a:rPr sz="1200" spc="-40" dirty="0">
                <a:latin typeface="Times New Roman"/>
                <a:cs typeface="Times New Roman"/>
              </a:rPr>
              <a:t> </a:t>
            </a:r>
            <a:r>
              <a:rPr sz="1200" dirty="0">
                <a:latin typeface="Times New Roman"/>
                <a:cs typeface="Times New Roman"/>
              </a:rPr>
              <a:t>expanded</a:t>
            </a:r>
            <a:r>
              <a:rPr sz="1200" spc="-1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additional</a:t>
            </a:r>
            <a:r>
              <a:rPr sz="1200" spc="-55" dirty="0">
                <a:latin typeface="Times New Roman"/>
                <a:cs typeface="Times New Roman"/>
              </a:rPr>
              <a:t> </a:t>
            </a:r>
            <a:r>
              <a:rPr sz="1200" spc="-10" dirty="0">
                <a:latin typeface="Times New Roman"/>
                <a:cs typeface="Times New Roman"/>
              </a:rPr>
              <a:t>sensors </a:t>
            </a:r>
            <a:r>
              <a:rPr sz="1200" dirty="0">
                <a:latin typeface="Times New Roman"/>
                <a:cs typeface="Times New Roman"/>
              </a:rPr>
              <a:t>(e.g.,</a:t>
            </a:r>
            <a:r>
              <a:rPr sz="1200" spc="-50" dirty="0">
                <a:latin typeface="Times New Roman"/>
                <a:cs typeface="Times New Roman"/>
              </a:rPr>
              <a:t> </a:t>
            </a:r>
            <a:r>
              <a:rPr sz="1200" dirty="0">
                <a:latin typeface="Times New Roman"/>
                <a:cs typeface="Times New Roman"/>
              </a:rPr>
              <a:t>rainfall,</a:t>
            </a:r>
            <a:r>
              <a:rPr sz="1200" spc="-20" dirty="0">
                <a:latin typeface="Times New Roman"/>
                <a:cs typeface="Times New Roman"/>
              </a:rPr>
              <a:t> </a:t>
            </a:r>
            <a:r>
              <a:rPr sz="1200" dirty="0">
                <a:latin typeface="Times New Roman"/>
                <a:cs typeface="Times New Roman"/>
              </a:rPr>
              <a:t>humidity,</a:t>
            </a:r>
            <a:r>
              <a:rPr sz="1200" spc="-25" dirty="0">
                <a:latin typeface="Times New Roman"/>
                <a:cs typeface="Times New Roman"/>
              </a:rPr>
              <a:t> </a:t>
            </a:r>
            <a:r>
              <a:rPr sz="1200" dirty="0">
                <a:latin typeface="Times New Roman"/>
                <a:cs typeface="Times New Roman"/>
              </a:rPr>
              <a:t>soil</a:t>
            </a:r>
            <a:r>
              <a:rPr sz="1200" spc="-55" dirty="0">
                <a:latin typeface="Times New Roman"/>
                <a:cs typeface="Times New Roman"/>
              </a:rPr>
              <a:t> </a:t>
            </a:r>
            <a:r>
              <a:rPr sz="1200" dirty="0">
                <a:latin typeface="Times New Roman"/>
                <a:cs typeface="Times New Roman"/>
              </a:rPr>
              <a:t>moisture),</a:t>
            </a:r>
            <a:r>
              <a:rPr sz="1200" spc="-20" dirty="0">
                <a:latin typeface="Times New Roman"/>
                <a:cs typeface="Times New Roman"/>
              </a:rPr>
              <a:t> </a:t>
            </a:r>
            <a:r>
              <a:rPr sz="1200" dirty="0">
                <a:latin typeface="Times New Roman"/>
                <a:cs typeface="Times New Roman"/>
              </a:rPr>
              <a:t>integrated</a:t>
            </a:r>
            <a:r>
              <a:rPr sz="1200" spc="-55" dirty="0">
                <a:latin typeface="Times New Roman"/>
                <a:cs typeface="Times New Roman"/>
              </a:rPr>
              <a:t> </a:t>
            </a:r>
            <a:r>
              <a:rPr sz="1200" dirty="0">
                <a:latin typeface="Times New Roman"/>
                <a:cs typeface="Times New Roman"/>
              </a:rPr>
              <a:t>into</a:t>
            </a:r>
            <a:r>
              <a:rPr sz="1200" spc="-35" dirty="0">
                <a:latin typeface="Times New Roman"/>
                <a:cs typeface="Times New Roman"/>
              </a:rPr>
              <a:t> </a:t>
            </a:r>
            <a:r>
              <a:rPr sz="1200" dirty="0">
                <a:latin typeface="Times New Roman"/>
                <a:cs typeface="Times New Roman"/>
              </a:rPr>
              <a:t>cloud</a:t>
            </a:r>
            <a:r>
              <a:rPr sz="1200" spc="-30" dirty="0">
                <a:latin typeface="Times New Roman"/>
                <a:cs typeface="Times New Roman"/>
              </a:rPr>
              <a:t> </a:t>
            </a:r>
            <a:r>
              <a:rPr sz="1200" dirty="0">
                <a:latin typeface="Times New Roman"/>
                <a:cs typeface="Times New Roman"/>
              </a:rPr>
              <a:t>platforms</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logging,</a:t>
            </a:r>
            <a:r>
              <a:rPr sz="1200" spc="-2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enhanced</a:t>
            </a:r>
            <a:r>
              <a:rPr sz="1200" spc="-15" dirty="0">
                <a:latin typeface="Times New Roman"/>
                <a:cs typeface="Times New Roman"/>
              </a:rPr>
              <a:t> </a:t>
            </a:r>
            <a:r>
              <a:rPr sz="1200" spc="-20" dirty="0">
                <a:latin typeface="Times New Roman"/>
                <a:cs typeface="Times New Roman"/>
              </a:rPr>
              <a:t>with</a:t>
            </a:r>
            <a:endParaRPr sz="1200">
              <a:latin typeface="Times New Roman"/>
              <a:cs typeface="Times New Roman"/>
            </a:endParaRPr>
          </a:p>
          <a:p>
            <a:pPr marL="12700" marR="248920">
              <a:lnSpc>
                <a:spcPts val="1370"/>
              </a:lnSpc>
              <a:spcBef>
                <a:spcPts val="20"/>
              </a:spcBef>
            </a:pPr>
            <a:r>
              <a:rPr sz="1200" dirty="0">
                <a:latin typeface="Times New Roman"/>
                <a:cs typeface="Times New Roman"/>
              </a:rPr>
              <a:t>AI/ML</a:t>
            </a:r>
            <a:r>
              <a:rPr sz="1200" spc="-50" dirty="0">
                <a:latin typeface="Times New Roman"/>
                <a:cs typeface="Times New Roman"/>
              </a:rPr>
              <a:t> </a:t>
            </a:r>
            <a:r>
              <a:rPr sz="1200" dirty="0">
                <a:latin typeface="Times New Roman"/>
                <a:cs typeface="Times New Roman"/>
              </a:rPr>
              <a:t>algorithms</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spc="-10" dirty="0">
                <a:latin typeface="Times New Roman"/>
                <a:cs typeface="Times New Roman"/>
              </a:rPr>
              <a:t>predictive</a:t>
            </a:r>
            <a:r>
              <a:rPr sz="1200" spc="-15" dirty="0">
                <a:latin typeface="Times New Roman"/>
                <a:cs typeface="Times New Roman"/>
              </a:rPr>
              <a:t> </a:t>
            </a:r>
            <a:r>
              <a:rPr sz="1200" dirty="0">
                <a:latin typeface="Times New Roman"/>
                <a:cs typeface="Times New Roman"/>
              </a:rPr>
              <a:t>flood</a:t>
            </a:r>
            <a:r>
              <a:rPr sz="1200" spc="-15" dirty="0">
                <a:latin typeface="Times New Roman"/>
                <a:cs typeface="Times New Roman"/>
              </a:rPr>
              <a:t> </a:t>
            </a:r>
            <a:r>
              <a:rPr sz="1200" spc="-10" dirty="0">
                <a:latin typeface="Times New Roman"/>
                <a:cs typeface="Times New Roman"/>
              </a:rPr>
              <a:t>modeling.</a:t>
            </a:r>
            <a:r>
              <a:rPr sz="1200" spc="-25" dirty="0">
                <a:latin typeface="Times New Roman"/>
                <a:cs typeface="Times New Roman"/>
              </a:rPr>
              <a:t> </a:t>
            </a:r>
            <a:r>
              <a:rPr sz="1200" dirty="0">
                <a:latin typeface="Times New Roman"/>
                <a:cs typeface="Times New Roman"/>
              </a:rPr>
              <a:t>Furthermore,</a:t>
            </a:r>
            <a:r>
              <a:rPr sz="1200" spc="-25"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has</a:t>
            </a:r>
            <a:r>
              <a:rPr sz="1200" spc="-40" dirty="0">
                <a:latin typeface="Times New Roman"/>
                <a:cs typeface="Times New Roman"/>
              </a:rPr>
              <a:t> </a:t>
            </a:r>
            <a:r>
              <a:rPr sz="1200" dirty="0">
                <a:latin typeface="Times New Roman"/>
                <a:cs typeface="Times New Roman"/>
              </a:rPr>
              <a:t>applications</a:t>
            </a:r>
            <a:r>
              <a:rPr sz="1200" spc="-25" dirty="0">
                <a:latin typeface="Times New Roman"/>
                <a:cs typeface="Times New Roman"/>
              </a:rPr>
              <a:t> </a:t>
            </a:r>
            <a:r>
              <a:rPr sz="1200" dirty="0">
                <a:latin typeface="Times New Roman"/>
                <a:cs typeface="Times New Roman"/>
              </a:rPr>
              <a:t>beyond</a:t>
            </a:r>
            <a:r>
              <a:rPr sz="1200" spc="-35" dirty="0">
                <a:latin typeface="Times New Roman"/>
                <a:cs typeface="Times New Roman"/>
              </a:rPr>
              <a:t> </a:t>
            </a:r>
            <a:r>
              <a:rPr sz="1200" dirty="0">
                <a:latin typeface="Times New Roman"/>
                <a:cs typeface="Times New Roman"/>
              </a:rPr>
              <a:t>urban</a:t>
            </a:r>
            <a:r>
              <a:rPr sz="1200" spc="-55" dirty="0">
                <a:latin typeface="Times New Roman"/>
                <a:cs typeface="Times New Roman"/>
              </a:rPr>
              <a:t> </a:t>
            </a:r>
            <a:r>
              <a:rPr sz="1200" spc="-10" dirty="0">
                <a:latin typeface="Times New Roman"/>
                <a:cs typeface="Times New Roman"/>
              </a:rPr>
              <a:t>areas, </a:t>
            </a:r>
            <a:r>
              <a:rPr sz="1200" dirty="0">
                <a:latin typeface="Times New Roman"/>
                <a:cs typeface="Times New Roman"/>
              </a:rPr>
              <a:t>including</a:t>
            </a:r>
            <a:r>
              <a:rPr sz="1200" spc="-25" dirty="0">
                <a:latin typeface="Times New Roman"/>
                <a:cs typeface="Times New Roman"/>
              </a:rPr>
              <a:t> </a:t>
            </a:r>
            <a:r>
              <a:rPr sz="1200" dirty="0">
                <a:latin typeface="Times New Roman"/>
                <a:cs typeface="Times New Roman"/>
              </a:rPr>
              <a:t>rural</a:t>
            </a:r>
            <a:r>
              <a:rPr sz="1200" spc="-6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agricultural</a:t>
            </a:r>
            <a:r>
              <a:rPr sz="1200" spc="-60" dirty="0">
                <a:latin typeface="Times New Roman"/>
                <a:cs typeface="Times New Roman"/>
              </a:rPr>
              <a:t> </a:t>
            </a:r>
            <a:r>
              <a:rPr sz="1200" dirty="0">
                <a:latin typeface="Times New Roman"/>
                <a:cs typeface="Times New Roman"/>
              </a:rPr>
              <a:t>environments,</a:t>
            </a:r>
            <a:r>
              <a:rPr sz="1200" spc="-15" dirty="0">
                <a:latin typeface="Times New Roman"/>
                <a:cs typeface="Times New Roman"/>
              </a:rPr>
              <a:t> </a:t>
            </a:r>
            <a:r>
              <a:rPr sz="1200" dirty="0">
                <a:latin typeface="Times New Roman"/>
                <a:cs typeface="Times New Roman"/>
              </a:rPr>
              <a:t>where</a:t>
            </a:r>
            <a:r>
              <a:rPr sz="1200" spc="-25" dirty="0">
                <a:latin typeface="Times New Roman"/>
                <a:cs typeface="Times New Roman"/>
              </a:rPr>
              <a:t> </a:t>
            </a:r>
            <a:r>
              <a:rPr sz="1200" dirty="0">
                <a:latin typeface="Times New Roman"/>
                <a:cs typeface="Times New Roman"/>
              </a:rPr>
              <a:t>early</a:t>
            </a:r>
            <a:r>
              <a:rPr sz="1200" spc="-25" dirty="0">
                <a:latin typeface="Times New Roman"/>
                <a:cs typeface="Times New Roman"/>
              </a:rPr>
              <a:t> </a:t>
            </a:r>
            <a:r>
              <a:rPr sz="1200" dirty="0">
                <a:latin typeface="Times New Roman"/>
                <a:cs typeface="Times New Roman"/>
              </a:rPr>
              <a:t>flood</a:t>
            </a:r>
            <a:r>
              <a:rPr sz="1200" spc="-20" dirty="0">
                <a:latin typeface="Times New Roman"/>
                <a:cs typeface="Times New Roman"/>
              </a:rPr>
              <a:t> </a:t>
            </a:r>
            <a:r>
              <a:rPr sz="1200" dirty="0">
                <a:latin typeface="Times New Roman"/>
                <a:cs typeface="Times New Roman"/>
              </a:rPr>
              <a:t>detection</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often</a:t>
            </a:r>
            <a:r>
              <a:rPr sz="1200" spc="-45" dirty="0">
                <a:latin typeface="Times New Roman"/>
                <a:cs typeface="Times New Roman"/>
              </a:rPr>
              <a:t> </a:t>
            </a:r>
            <a:r>
              <a:rPr sz="1200" dirty="0">
                <a:latin typeface="Times New Roman"/>
                <a:cs typeface="Times New Roman"/>
              </a:rPr>
              <a:t>unavailable</a:t>
            </a:r>
            <a:r>
              <a:rPr sz="1200" spc="-25" dirty="0">
                <a:latin typeface="Times New Roman"/>
                <a:cs typeface="Times New Roman"/>
              </a:rPr>
              <a:t> </a:t>
            </a:r>
            <a:r>
              <a:rPr sz="1200" dirty="0">
                <a:latin typeface="Times New Roman"/>
                <a:cs typeface="Times New Roman"/>
              </a:rPr>
              <a:t>but </a:t>
            </a:r>
            <a:r>
              <a:rPr sz="1200" spc="-10" dirty="0">
                <a:latin typeface="Times New Roman"/>
                <a:cs typeface="Times New Roman"/>
              </a:rPr>
              <a:t>critically</a:t>
            </a:r>
            <a:endParaRPr sz="1200">
              <a:latin typeface="Times New Roman"/>
              <a:cs typeface="Times New Roman"/>
            </a:endParaRPr>
          </a:p>
          <a:p>
            <a:pPr marL="12700">
              <a:lnSpc>
                <a:spcPts val="1320"/>
              </a:lnSpc>
            </a:pPr>
            <a:r>
              <a:rPr sz="1200" spc="-10" dirty="0">
                <a:latin typeface="Times New Roman"/>
                <a:cs typeface="Times New Roman"/>
              </a:rPr>
              <a:t>needed.</a:t>
            </a:r>
            <a:endParaRPr sz="1200">
              <a:latin typeface="Times New Roman"/>
              <a:cs typeface="Times New Roman"/>
            </a:endParaRPr>
          </a:p>
          <a:p>
            <a:pPr marL="12700" marR="305435">
              <a:lnSpc>
                <a:spcPct val="95800"/>
              </a:lnSpc>
              <a:spcBef>
                <a:spcPts val="30"/>
              </a:spcBef>
            </a:pPr>
            <a:r>
              <a:rPr sz="1200" dirty="0">
                <a:latin typeface="Times New Roman"/>
                <a:cs typeface="Times New Roman"/>
              </a:rPr>
              <a:t>From</a:t>
            </a:r>
            <a:r>
              <a:rPr sz="1200" spc="-60" dirty="0">
                <a:latin typeface="Times New Roman"/>
                <a:cs typeface="Times New Roman"/>
              </a:rPr>
              <a:t> </a:t>
            </a:r>
            <a:r>
              <a:rPr sz="1200" dirty="0">
                <a:latin typeface="Times New Roman"/>
                <a:cs typeface="Times New Roman"/>
              </a:rPr>
              <a:t>an</a:t>
            </a:r>
            <a:r>
              <a:rPr sz="1200" spc="-35" dirty="0">
                <a:latin typeface="Times New Roman"/>
                <a:cs typeface="Times New Roman"/>
              </a:rPr>
              <a:t> </a:t>
            </a:r>
            <a:r>
              <a:rPr sz="1200" dirty="0">
                <a:latin typeface="Times New Roman"/>
                <a:cs typeface="Times New Roman"/>
              </a:rPr>
              <a:t>academic</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practical</a:t>
            </a:r>
            <a:r>
              <a:rPr sz="1200" spc="-55" dirty="0">
                <a:latin typeface="Times New Roman"/>
                <a:cs typeface="Times New Roman"/>
              </a:rPr>
              <a:t> </a:t>
            </a:r>
            <a:r>
              <a:rPr sz="1200" dirty="0">
                <a:latin typeface="Times New Roman"/>
                <a:cs typeface="Times New Roman"/>
              </a:rPr>
              <a:t>perspective,</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project</a:t>
            </a:r>
            <a:r>
              <a:rPr sz="1200" spc="5" dirty="0">
                <a:latin typeface="Times New Roman"/>
                <a:cs typeface="Times New Roman"/>
              </a:rPr>
              <a:t> </a:t>
            </a:r>
            <a:r>
              <a:rPr sz="1200" spc="-10" dirty="0">
                <a:latin typeface="Times New Roman"/>
                <a:cs typeface="Times New Roman"/>
              </a:rPr>
              <a:t>exemplifies</a:t>
            </a:r>
            <a:r>
              <a:rPr sz="1200" spc="-20" dirty="0">
                <a:latin typeface="Times New Roman"/>
                <a:cs typeface="Times New Roman"/>
              </a:rPr>
              <a:t> </a:t>
            </a:r>
            <a:r>
              <a:rPr sz="1200" dirty="0">
                <a:latin typeface="Times New Roman"/>
                <a:cs typeface="Times New Roman"/>
              </a:rPr>
              <a:t>how</a:t>
            </a:r>
            <a:r>
              <a:rPr sz="1200" spc="-20" dirty="0">
                <a:latin typeface="Times New Roman"/>
                <a:cs typeface="Times New Roman"/>
              </a:rPr>
              <a:t> </a:t>
            </a:r>
            <a:r>
              <a:rPr sz="1200" dirty="0">
                <a:latin typeface="Times New Roman"/>
                <a:cs typeface="Times New Roman"/>
              </a:rPr>
              <a:t>engineering</a:t>
            </a:r>
            <a:r>
              <a:rPr sz="1200" spc="-15" dirty="0">
                <a:latin typeface="Times New Roman"/>
                <a:cs typeface="Times New Roman"/>
              </a:rPr>
              <a:t> </a:t>
            </a:r>
            <a:r>
              <a:rPr sz="1200" dirty="0">
                <a:latin typeface="Times New Roman"/>
                <a:cs typeface="Times New Roman"/>
              </a:rPr>
              <a:t>knowledge</a:t>
            </a:r>
            <a:r>
              <a:rPr sz="1200" spc="-2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spc="-25" dirty="0">
                <a:latin typeface="Times New Roman"/>
                <a:cs typeface="Times New Roman"/>
              </a:rPr>
              <a:t>be </a:t>
            </a:r>
            <a:r>
              <a:rPr sz="1200" dirty="0">
                <a:latin typeface="Times New Roman"/>
                <a:cs typeface="Times New Roman"/>
              </a:rPr>
              <a:t>translated into</a:t>
            </a:r>
            <a:r>
              <a:rPr sz="1200" spc="-15" dirty="0">
                <a:latin typeface="Times New Roman"/>
                <a:cs typeface="Times New Roman"/>
              </a:rPr>
              <a:t> </a:t>
            </a:r>
            <a:r>
              <a:rPr sz="1200" spc="-10" dirty="0">
                <a:latin typeface="Times New Roman"/>
                <a:cs typeface="Times New Roman"/>
              </a:rPr>
              <a:t>innovative</a:t>
            </a:r>
            <a:r>
              <a:rPr sz="1200" spc="-20" dirty="0">
                <a:latin typeface="Times New Roman"/>
                <a:cs typeface="Times New Roman"/>
              </a:rPr>
              <a:t> </a:t>
            </a:r>
            <a:r>
              <a:rPr sz="1200" dirty="0">
                <a:latin typeface="Times New Roman"/>
                <a:cs typeface="Times New Roman"/>
              </a:rPr>
              <a:t>solutions</a:t>
            </a:r>
            <a:r>
              <a:rPr sz="1200" spc="-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real-</a:t>
            </a:r>
            <a:r>
              <a:rPr sz="1200" dirty="0">
                <a:latin typeface="Times New Roman"/>
                <a:cs typeface="Times New Roman"/>
              </a:rPr>
              <a:t>world</a:t>
            </a:r>
            <a:r>
              <a:rPr sz="1200" spc="-15" dirty="0">
                <a:latin typeface="Times New Roman"/>
                <a:cs typeface="Times New Roman"/>
              </a:rPr>
              <a:t> </a:t>
            </a:r>
            <a:r>
              <a:rPr sz="1200" dirty="0">
                <a:latin typeface="Times New Roman"/>
                <a:cs typeface="Times New Roman"/>
              </a:rPr>
              <a:t>problems.</a:t>
            </a:r>
            <a:r>
              <a:rPr sz="1200" spc="-5"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fosters</a:t>
            </a:r>
            <a:r>
              <a:rPr sz="1200" spc="-5" dirty="0">
                <a:latin typeface="Times New Roman"/>
                <a:cs typeface="Times New Roman"/>
              </a:rPr>
              <a:t> </a:t>
            </a:r>
            <a:r>
              <a:rPr sz="1200" b="1" spc="-20" dirty="0">
                <a:latin typeface="Times New Roman"/>
                <a:cs typeface="Times New Roman"/>
              </a:rPr>
              <a:t>problem-</a:t>
            </a:r>
            <a:r>
              <a:rPr sz="1200" b="1" dirty="0">
                <a:latin typeface="Times New Roman"/>
                <a:cs typeface="Times New Roman"/>
              </a:rPr>
              <a:t>solving</a:t>
            </a:r>
            <a:r>
              <a:rPr sz="1200" dirty="0">
                <a:latin typeface="Times New Roman"/>
                <a:cs typeface="Times New Roman"/>
              </a:rPr>
              <a:t>,</a:t>
            </a:r>
            <a:r>
              <a:rPr sz="1200" spc="-10" dirty="0">
                <a:latin typeface="Times New Roman"/>
                <a:cs typeface="Times New Roman"/>
              </a:rPr>
              <a:t> </a:t>
            </a:r>
            <a:r>
              <a:rPr sz="1200" b="1" spc="-10" dirty="0">
                <a:latin typeface="Times New Roman"/>
                <a:cs typeface="Times New Roman"/>
              </a:rPr>
              <a:t>interdisciplinary </a:t>
            </a:r>
            <a:r>
              <a:rPr sz="1200" b="1" dirty="0">
                <a:latin typeface="Times New Roman"/>
                <a:cs typeface="Times New Roman"/>
              </a:rPr>
              <a:t>thinking</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b="1" spc="-10" dirty="0">
                <a:latin typeface="Times New Roman"/>
                <a:cs typeface="Times New Roman"/>
              </a:rPr>
              <a:t>hands-</a:t>
            </a:r>
            <a:r>
              <a:rPr sz="1200" b="1" dirty="0">
                <a:latin typeface="Times New Roman"/>
                <a:cs typeface="Times New Roman"/>
              </a:rPr>
              <a:t>on</a:t>
            </a:r>
            <a:r>
              <a:rPr sz="1200" b="1" spc="-15" dirty="0">
                <a:latin typeface="Times New Roman"/>
                <a:cs typeface="Times New Roman"/>
              </a:rPr>
              <a:t> </a:t>
            </a:r>
            <a:r>
              <a:rPr sz="1200" b="1" dirty="0">
                <a:latin typeface="Times New Roman"/>
                <a:cs typeface="Times New Roman"/>
              </a:rPr>
              <a:t>skills</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which</a:t>
            </a:r>
            <a:r>
              <a:rPr sz="1200" spc="-25" dirty="0">
                <a:latin typeface="Times New Roman"/>
                <a:cs typeface="Times New Roman"/>
              </a:rPr>
              <a:t> </a:t>
            </a:r>
            <a:r>
              <a:rPr sz="1200" dirty="0">
                <a:latin typeface="Times New Roman"/>
                <a:cs typeface="Times New Roman"/>
              </a:rPr>
              <a:t>are core</a:t>
            </a:r>
            <a:r>
              <a:rPr sz="1200" spc="-5" dirty="0">
                <a:latin typeface="Times New Roman"/>
                <a:cs typeface="Times New Roman"/>
              </a:rPr>
              <a:t> </a:t>
            </a:r>
            <a:r>
              <a:rPr sz="1200" spc="-10" dirty="0">
                <a:latin typeface="Times New Roman"/>
                <a:cs typeface="Times New Roman"/>
              </a:rPr>
              <a:t>objectives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Innovative</a:t>
            </a:r>
            <a:r>
              <a:rPr sz="1200" dirty="0">
                <a:latin typeface="Times New Roman"/>
                <a:cs typeface="Times New Roman"/>
              </a:rPr>
              <a:t> Project</a:t>
            </a:r>
            <a:r>
              <a:rPr sz="1200" spc="25" dirty="0">
                <a:latin typeface="Times New Roman"/>
                <a:cs typeface="Times New Roman"/>
              </a:rPr>
              <a:t> </a:t>
            </a:r>
            <a:r>
              <a:rPr sz="1200" spc="-20" dirty="0">
                <a:latin typeface="Times New Roman"/>
                <a:cs typeface="Times New Roman"/>
              </a:rPr>
              <a:t>Lab.</a:t>
            </a:r>
            <a:endParaRPr sz="1200">
              <a:latin typeface="Times New Roman"/>
              <a:cs typeface="Times New Roman"/>
            </a:endParaRPr>
          </a:p>
          <a:p>
            <a:pPr marL="12700" marR="196850">
              <a:lnSpc>
                <a:spcPct val="95800"/>
              </a:lnSpc>
              <a:spcBef>
                <a:spcPts val="10"/>
              </a:spcBef>
            </a:pP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conclusion,</a:t>
            </a:r>
            <a:r>
              <a:rPr sz="1200"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flood</a:t>
            </a:r>
            <a:r>
              <a:rPr sz="1200" spc="-10" dirty="0">
                <a:latin typeface="Times New Roman"/>
                <a:cs typeface="Times New Roman"/>
              </a:rPr>
              <a:t> detection</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not</a:t>
            </a:r>
            <a:r>
              <a:rPr sz="1200" spc="-15" dirty="0">
                <a:latin typeface="Times New Roman"/>
                <a:cs typeface="Times New Roman"/>
              </a:rPr>
              <a:t> </a:t>
            </a:r>
            <a:r>
              <a:rPr sz="1200" dirty="0">
                <a:latin typeface="Times New Roman"/>
                <a:cs typeface="Times New Roman"/>
              </a:rPr>
              <a:t>only</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successful</a:t>
            </a:r>
            <a:r>
              <a:rPr sz="1200" spc="-55" dirty="0">
                <a:latin typeface="Times New Roman"/>
                <a:cs typeface="Times New Roman"/>
              </a:rPr>
              <a:t> </a:t>
            </a:r>
            <a:r>
              <a:rPr sz="1200" dirty="0">
                <a:latin typeface="Times New Roman"/>
                <a:cs typeface="Times New Roman"/>
              </a:rPr>
              <a:t>prototype</a:t>
            </a:r>
            <a:r>
              <a:rPr sz="1200" spc="-15" dirty="0">
                <a:latin typeface="Times New Roman"/>
                <a:cs typeface="Times New Roman"/>
              </a:rPr>
              <a:t> </a:t>
            </a:r>
            <a:r>
              <a:rPr sz="1200" dirty="0">
                <a:latin typeface="Times New Roman"/>
                <a:cs typeface="Times New Roman"/>
              </a:rPr>
              <a:t>but</a:t>
            </a:r>
            <a:r>
              <a:rPr sz="1200" spc="15" dirty="0">
                <a:latin typeface="Times New Roman"/>
                <a:cs typeface="Times New Roman"/>
              </a:rPr>
              <a:t> </a:t>
            </a:r>
            <a:r>
              <a:rPr sz="1200" dirty="0">
                <a:latin typeface="Times New Roman"/>
                <a:cs typeface="Times New Roman"/>
              </a:rPr>
              <a:t>also</a:t>
            </a:r>
            <a:r>
              <a:rPr sz="1200" spc="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foundation</a:t>
            </a:r>
            <a:r>
              <a:rPr sz="1200" spc="-10"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spc="-10" dirty="0">
                <a:latin typeface="Times New Roman"/>
                <a:cs typeface="Times New Roman"/>
              </a:rPr>
              <a:t>further </a:t>
            </a:r>
            <a:r>
              <a:rPr sz="1200" dirty="0">
                <a:latin typeface="Times New Roman"/>
                <a:cs typeface="Times New Roman"/>
              </a:rPr>
              <a:t>research</a:t>
            </a:r>
            <a:r>
              <a:rPr sz="1200" spc="-4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development.</a:t>
            </a:r>
            <a:r>
              <a:rPr sz="1200" spc="-10"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reflects</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broader</a:t>
            </a:r>
            <a:r>
              <a:rPr sz="1200" spc="-30" dirty="0">
                <a:latin typeface="Times New Roman"/>
                <a:cs typeface="Times New Roman"/>
              </a:rPr>
              <a:t> </a:t>
            </a:r>
            <a:r>
              <a:rPr sz="1200" dirty="0">
                <a:latin typeface="Times New Roman"/>
                <a:cs typeface="Times New Roman"/>
              </a:rPr>
              <a:t>vision</a:t>
            </a:r>
            <a:r>
              <a:rPr sz="1200" spc="-6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how</a:t>
            </a:r>
            <a:r>
              <a:rPr sz="1200" spc="-15" dirty="0">
                <a:latin typeface="Times New Roman"/>
                <a:cs typeface="Times New Roman"/>
              </a:rPr>
              <a:t> </a:t>
            </a:r>
            <a:r>
              <a:rPr sz="1200" b="1" dirty="0">
                <a:latin typeface="Times New Roman"/>
                <a:cs typeface="Times New Roman"/>
              </a:rPr>
              <a:t>technology</a:t>
            </a:r>
            <a:r>
              <a:rPr sz="1200" b="1" spc="-20" dirty="0">
                <a:latin typeface="Times New Roman"/>
                <a:cs typeface="Times New Roman"/>
              </a:rPr>
              <a:t> </a:t>
            </a:r>
            <a:r>
              <a:rPr sz="1200" b="1" dirty="0">
                <a:latin typeface="Times New Roman"/>
                <a:cs typeface="Times New Roman"/>
              </a:rPr>
              <a:t>can</a:t>
            </a:r>
            <a:r>
              <a:rPr sz="1200" b="1" spc="-15" dirty="0">
                <a:latin typeface="Times New Roman"/>
                <a:cs typeface="Times New Roman"/>
              </a:rPr>
              <a:t> </a:t>
            </a:r>
            <a:r>
              <a:rPr sz="1200" b="1" dirty="0">
                <a:latin typeface="Times New Roman"/>
                <a:cs typeface="Times New Roman"/>
              </a:rPr>
              <a:t>serve</a:t>
            </a:r>
            <a:r>
              <a:rPr sz="1200" b="1" spc="-25" dirty="0">
                <a:latin typeface="Times New Roman"/>
                <a:cs typeface="Times New Roman"/>
              </a:rPr>
              <a:t> </a:t>
            </a:r>
            <a:r>
              <a:rPr sz="1200" b="1" dirty="0">
                <a:latin typeface="Times New Roman"/>
                <a:cs typeface="Times New Roman"/>
              </a:rPr>
              <a:t>society</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how</a:t>
            </a:r>
            <a:r>
              <a:rPr sz="1200" spc="-25" dirty="0">
                <a:latin typeface="Times New Roman"/>
                <a:cs typeface="Times New Roman"/>
              </a:rPr>
              <a:t> </a:t>
            </a:r>
            <a:r>
              <a:rPr sz="1200" spc="-10" dirty="0">
                <a:latin typeface="Times New Roman"/>
                <a:cs typeface="Times New Roman"/>
              </a:rPr>
              <a:t>young </a:t>
            </a:r>
            <a:r>
              <a:rPr sz="1200" dirty="0">
                <a:latin typeface="Times New Roman"/>
                <a:cs typeface="Times New Roman"/>
              </a:rPr>
              <a:t>innovators</a:t>
            </a:r>
            <a:r>
              <a:rPr sz="1200" spc="-3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play</a:t>
            </a:r>
            <a:r>
              <a:rPr sz="1200" spc="-4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vital</a:t>
            </a:r>
            <a:r>
              <a:rPr sz="1200" spc="-60" dirty="0">
                <a:latin typeface="Times New Roman"/>
                <a:cs typeface="Times New Roman"/>
              </a:rPr>
              <a:t> </a:t>
            </a:r>
            <a:r>
              <a:rPr sz="1200" dirty="0">
                <a:latin typeface="Times New Roman"/>
                <a:cs typeface="Times New Roman"/>
              </a:rPr>
              <a:t>role in</a:t>
            </a:r>
            <a:r>
              <a:rPr sz="1200" spc="-20" dirty="0">
                <a:latin typeface="Times New Roman"/>
                <a:cs typeface="Times New Roman"/>
              </a:rPr>
              <a:t> </a:t>
            </a:r>
            <a:r>
              <a:rPr sz="1200" dirty="0">
                <a:latin typeface="Times New Roman"/>
                <a:cs typeface="Times New Roman"/>
              </a:rPr>
              <a:t>building</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safer,</a:t>
            </a:r>
            <a:r>
              <a:rPr sz="1200" spc="-10" dirty="0">
                <a:latin typeface="Times New Roman"/>
                <a:cs typeface="Times New Roman"/>
              </a:rPr>
              <a:t> </a:t>
            </a:r>
            <a:r>
              <a:rPr sz="1200" spc="-50" dirty="0">
                <a:latin typeface="Times New Roman"/>
                <a:cs typeface="Times New Roman"/>
              </a:rPr>
              <a:t>s</a:t>
            </a:r>
            <a:endParaRPr sz="1200">
              <a:latin typeface="Times New Roman"/>
              <a:cs typeface="Times New Roman"/>
            </a:endParaRPr>
          </a:p>
        </p:txBody>
      </p:sp>
      <p:sp>
        <p:nvSpPr>
          <p:cNvPr id="3" name="object 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5" name="Slide Number Placeholder 4">
            <a:extLst>
              <a:ext uri="{FF2B5EF4-FFF2-40B4-BE49-F238E27FC236}">
                <a16:creationId xmlns:a16="http://schemas.microsoft.com/office/drawing/2014/main" id="{91BAC029-DFE6-7761-F1BF-3647D1C8CE21}"/>
              </a:ext>
            </a:extLst>
          </p:cNvPr>
          <p:cNvSpPr>
            <a:spLocks noGrp="1"/>
          </p:cNvSpPr>
          <p:nvPr>
            <p:ph type="sldNum" sz="quarter" idx="7"/>
          </p:nvPr>
        </p:nvSpPr>
        <p:spPr>
          <a:xfrm>
            <a:off x="3712464" y="8986096"/>
            <a:ext cx="446786" cy="249979"/>
          </a:xfrm>
        </p:spPr>
        <p:txBody>
          <a:bodyPr/>
          <a:lstStyle/>
          <a:p>
            <a:pPr marL="38100">
              <a:lnSpc>
                <a:spcPts val="1410"/>
              </a:lnSpc>
            </a:pPr>
            <a:fld id="{81D60167-4931-47E6-BA6A-407CBD079E47}" type="slidenum">
              <a:rPr lang="en-IN" spc="-50" smtClean="0"/>
              <a:t>27</a:t>
            </a:fld>
            <a:endParaRPr lang="en-IN" spc="-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304799"/>
            <a:ext cx="6958330" cy="7903209"/>
            <a:chOff x="304800" y="304799"/>
            <a:chExt cx="6958330" cy="7903209"/>
          </a:xfrm>
        </p:grpSpPr>
        <p:sp>
          <p:nvSpPr>
            <p:cNvPr id="3" name="object 3"/>
            <p:cNvSpPr/>
            <p:nvPr/>
          </p:nvSpPr>
          <p:spPr>
            <a:xfrm>
              <a:off x="359410" y="3791584"/>
              <a:ext cx="6843395" cy="21590"/>
            </a:xfrm>
            <a:custGeom>
              <a:avLst/>
              <a:gdLst/>
              <a:ahLst/>
              <a:cxnLst/>
              <a:rect l="l" t="t" r="r" b="b"/>
              <a:pathLst>
                <a:path w="6843395" h="21589">
                  <a:moveTo>
                    <a:pt x="6843052" y="1409"/>
                  </a:moveTo>
                  <a:lnTo>
                    <a:pt x="6842747" y="1409"/>
                  </a:lnTo>
                  <a:lnTo>
                    <a:pt x="6842747" y="0"/>
                  </a:lnTo>
                  <a:lnTo>
                    <a:pt x="0" y="0"/>
                  </a:lnTo>
                  <a:lnTo>
                    <a:pt x="0" y="21590"/>
                  </a:lnTo>
                  <a:lnTo>
                    <a:pt x="6842747" y="21590"/>
                  </a:lnTo>
                  <a:lnTo>
                    <a:pt x="6842747" y="4445"/>
                  </a:lnTo>
                  <a:lnTo>
                    <a:pt x="6843052" y="4445"/>
                  </a:lnTo>
                  <a:lnTo>
                    <a:pt x="6843052" y="1409"/>
                  </a:lnTo>
                  <a:close/>
                </a:path>
              </a:pathLst>
            </a:custGeom>
            <a:solidFill>
              <a:srgbClr val="9F9F9F"/>
            </a:solidFill>
          </p:spPr>
          <p:txBody>
            <a:bodyPr wrap="square" lIns="0" tIns="0" rIns="0" bIns="0" rtlCol="0"/>
            <a:lstStyle/>
            <a:p>
              <a:endParaRPr/>
            </a:p>
          </p:txBody>
        </p:sp>
        <p:sp>
          <p:nvSpPr>
            <p:cNvPr id="4" name="object 4"/>
            <p:cNvSpPr/>
            <p:nvPr/>
          </p:nvSpPr>
          <p:spPr>
            <a:xfrm>
              <a:off x="7202423" y="3792981"/>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E2E2E2"/>
            </a:solidFill>
          </p:spPr>
          <p:txBody>
            <a:bodyPr wrap="square" lIns="0" tIns="0" rIns="0" bIns="0" rtlCol="0"/>
            <a:lstStyle/>
            <a:p>
              <a:endParaRPr/>
            </a:p>
          </p:txBody>
        </p:sp>
        <p:sp>
          <p:nvSpPr>
            <p:cNvPr id="5" name="object 5"/>
            <p:cNvSpPr/>
            <p:nvPr/>
          </p:nvSpPr>
          <p:spPr>
            <a:xfrm>
              <a:off x="359968" y="3792994"/>
              <a:ext cx="6845934" cy="18415"/>
            </a:xfrm>
            <a:custGeom>
              <a:avLst/>
              <a:gdLst/>
              <a:ahLst/>
              <a:cxnLst/>
              <a:rect l="l" t="t" r="r" b="b"/>
              <a:pathLst>
                <a:path w="6845934" h="18414">
                  <a:moveTo>
                    <a:pt x="3048" y="3035"/>
                  </a:moveTo>
                  <a:lnTo>
                    <a:pt x="0" y="3035"/>
                  </a:lnTo>
                  <a:lnTo>
                    <a:pt x="0" y="18275"/>
                  </a:lnTo>
                  <a:lnTo>
                    <a:pt x="3048" y="18275"/>
                  </a:lnTo>
                  <a:lnTo>
                    <a:pt x="3048" y="3035"/>
                  </a:lnTo>
                  <a:close/>
                </a:path>
                <a:path w="6845934" h="18414">
                  <a:moveTo>
                    <a:pt x="6845490" y="0"/>
                  </a:moveTo>
                  <a:lnTo>
                    <a:pt x="6842455" y="0"/>
                  </a:lnTo>
                  <a:lnTo>
                    <a:pt x="6842455" y="3035"/>
                  </a:lnTo>
                  <a:lnTo>
                    <a:pt x="6845490" y="3035"/>
                  </a:lnTo>
                  <a:lnTo>
                    <a:pt x="6845490" y="0"/>
                  </a:lnTo>
                  <a:close/>
                </a:path>
              </a:pathLst>
            </a:custGeom>
            <a:solidFill>
              <a:srgbClr val="9F9F9F"/>
            </a:solidFill>
          </p:spPr>
          <p:txBody>
            <a:bodyPr wrap="square" lIns="0" tIns="0" rIns="0" bIns="0" rtlCol="0"/>
            <a:lstStyle/>
            <a:p>
              <a:endParaRPr/>
            </a:p>
          </p:txBody>
        </p:sp>
        <p:sp>
          <p:nvSpPr>
            <p:cNvPr id="6" name="object 6"/>
            <p:cNvSpPr/>
            <p:nvPr/>
          </p:nvSpPr>
          <p:spPr>
            <a:xfrm>
              <a:off x="7202423" y="3796029"/>
              <a:ext cx="3175" cy="15240"/>
            </a:xfrm>
            <a:custGeom>
              <a:avLst/>
              <a:gdLst/>
              <a:ahLst/>
              <a:cxnLst/>
              <a:rect l="l" t="t" r="r" b="b"/>
              <a:pathLst>
                <a:path w="3175" h="15239">
                  <a:moveTo>
                    <a:pt x="3047" y="0"/>
                  </a:moveTo>
                  <a:lnTo>
                    <a:pt x="0" y="0"/>
                  </a:lnTo>
                  <a:lnTo>
                    <a:pt x="0" y="15240"/>
                  </a:lnTo>
                  <a:lnTo>
                    <a:pt x="3047" y="15240"/>
                  </a:lnTo>
                  <a:lnTo>
                    <a:pt x="3047" y="0"/>
                  </a:lnTo>
                  <a:close/>
                </a:path>
              </a:pathLst>
            </a:custGeom>
            <a:solidFill>
              <a:srgbClr val="E2E2E2"/>
            </a:solidFill>
          </p:spPr>
          <p:txBody>
            <a:bodyPr wrap="square" lIns="0" tIns="0" rIns="0" bIns="0" rtlCol="0"/>
            <a:lstStyle/>
            <a:p>
              <a:endParaRPr/>
            </a:p>
          </p:txBody>
        </p:sp>
        <p:sp>
          <p:nvSpPr>
            <p:cNvPr id="7" name="object 7"/>
            <p:cNvSpPr/>
            <p:nvPr/>
          </p:nvSpPr>
          <p:spPr>
            <a:xfrm>
              <a:off x="359968" y="3811269"/>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9F9F9F"/>
            </a:solidFill>
          </p:spPr>
          <p:txBody>
            <a:bodyPr wrap="square" lIns="0" tIns="0" rIns="0" bIns="0" rtlCol="0"/>
            <a:lstStyle/>
            <a:p>
              <a:endParaRPr/>
            </a:p>
          </p:txBody>
        </p:sp>
        <p:sp>
          <p:nvSpPr>
            <p:cNvPr id="8" name="object 8"/>
            <p:cNvSpPr/>
            <p:nvPr/>
          </p:nvSpPr>
          <p:spPr>
            <a:xfrm>
              <a:off x="359968" y="3811282"/>
              <a:ext cx="6845934" cy="3175"/>
            </a:xfrm>
            <a:custGeom>
              <a:avLst/>
              <a:gdLst/>
              <a:ahLst/>
              <a:cxnLst/>
              <a:rect l="l" t="t" r="r" b="b"/>
              <a:pathLst>
                <a:path w="6845934" h="3175">
                  <a:moveTo>
                    <a:pt x="6845490" y="0"/>
                  </a:moveTo>
                  <a:lnTo>
                    <a:pt x="6842493" y="0"/>
                  </a:lnTo>
                  <a:lnTo>
                    <a:pt x="3048" y="0"/>
                  </a:lnTo>
                  <a:lnTo>
                    <a:pt x="0" y="0"/>
                  </a:lnTo>
                  <a:lnTo>
                    <a:pt x="0" y="3035"/>
                  </a:lnTo>
                  <a:lnTo>
                    <a:pt x="3048" y="3035"/>
                  </a:lnTo>
                  <a:lnTo>
                    <a:pt x="6842455" y="3035"/>
                  </a:lnTo>
                  <a:lnTo>
                    <a:pt x="6845490" y="3035"/>
                  </a:lnTo>
                  <a:lnTo>
                    <a:pt x="6845490" y="0"/>
                  </a:lnTo>
                  <a:close/>
                </a:path>
              </a:pathLst>
            </a:custGeom>
            <a:solidFill>
              <a:srgbClr val="E2E2E2"/>
            </a:solidFill>
          </p:spPr>
          <p:txBody>
            <a:bodyPr wrap="square" lIns="0" tIns="0" rIns="0" bIns="0" rtlCol="0"/>
            <a:lstStyle/>
            <a:p>
              <a:endParaRPr/>
            </a:p>
          </p:txBody>
        </p:sp>
        <p:sp>
          <p:nvSpPr>
            <p:cNvPr id="9" name="object 9"/>
            <p:cNvSpPr/>
            <p:nvPr/>
          </p:nvSpPr>
          <p:spPr>
            <a:xfrm>
              <a:off x="359410" y="6294119"/>
              <a:ext cx="6843395" cy="21590"/>
            </a:xfrm>
            <a:custGeom>
              <a:avLst/>
              <a:gdLst/>
              <a:ahLst/>
              <a:cxnLst/>
              <a:rect l="l" t="t" r="r" b="b"/>
              <a:pathLst>
                <a:path w="6843395" h="21589">
                  <a:moveTo>
                    <a:pt x="6843052" y="1790"/>
                  </a:moveTo>
                  <a:lnTo>
                    <a:pt x="6842747" y="1790"/>
                  </a:lnTo>
                  <a:lnTo>
                    <a:pt x="6842747" y="0"/>
                  </a:lnTo>
                  <a:lnTo>
                    <a:pt x="0" y="0"/>
                  </a:lnTo>
                  <a:lnTo>
                    <a:pt x="0" y="21590"/>
                  </a:lnTo>
                  <a:lnTo>
                    <a:pt x="6842747" y="21590"/>
                  </a:lnTo>
                  <a:lnTo>
                    <a:pt x="6842747" y="4826"/>
                  </a:lnTo>
                  <a:lnTo>
                    <a:pt x="6843052" y="4826"/>
                  </a:lnTo>
                  <a:lnTo>
                    <a:pt x="6843052" y="1790"/>
                  </a:lnTo>
                  <a:close/>
                </a:path>
              </a:pathLst>
            </a:custGeom>
            <a:solidFill>
              <a:srgbClr val="9F9F9F"/>
            </a:solidFill>
          </p:spPr>
          <p:txBody>
            <a:bodyPr wrap="square" lIns="0" tIns="0" rIns="0" bIns="0" rtlCol="0"/>
            <a:lstStyle/>
            <a:p>
              <a:endParaRPr/>
            </a:p>
          </p:txBody>
        </p:sp>
        <p:sp>
          <p:nvSpPr>
            <p:cNvPr id="10" name="object 10"/>
            <p:cNvSpPr/>
            <p:nvPr/>
          </p:nvSpPr>
          <p:spPr>
            <a:xfrm>
              <a:off x="7202423" y="6295898"/>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E2E2E2"/>
            </a:solidFill>
          </p:spPr>
          <p:txBody>
            <a:bodyPr wrap="square" lIns="0" tIns="0" rIns="0" bIns="0" rtlCol="0"/>
            <a:lstStyle/>
            <a:p>
              <a:endParaRPr/>
            </a:p>
          </p:txBody>
        </p:sp>
        <p:sp>
          <p:nvSpPr>
            <p:cNvPr id="11" name="object 11"/>
            <p:cNvSpPr/>
            <p:nvPr/>
          </p:nvSpPr>
          <p:spPr>
            <a:xfrm>
              <a:off x="359968" y="6295910"/>
              <a:ext cx="6845934" cy="18415"/>
            </a:xfrm>
            <a:custGeom>
              <a:avLst/>
              <a:gdLst/>
              <a:ahLst/>
              <a:cxnLst/>
              <a:rect l="l" t="t" r="r" b="b"/>
              <a:pathLst>
                <a:path w="6845934" h="18414">
                  <a:moveTo>
                    <a:pt x="3048" y="3035"/>
                  </a:moveTo>
                  <a:lnTo>
                    <a:pt x="0" y="3035"/>
                  </a:lnTo>
                  <a:lnTo>
                    <a:pt x="0" y="18275"/>
                  </a:lnTo>
                  <a:lnTo>
                    <a:pt x="3048" y="18275"/>
                  </a:lnTo>
                  <a:lnTo>
                    <a:pt x="3048" y="3035"/>
                  </a:lnTo>
                  <a:close/>
                </a:path>
                <a:path w="6845934" h="18414">
                  <a:moveTo>
                    <a:pt x="6845490" y="0"/>
                  </a:moveTo>
                  <a:lnTo>
                    <a:pt x="6842455" y="0"/>
                  </a:lnTo>
                  <a:lnTo>
                    <a:pt x="6842455" y="3035"/>
                  </a:lnTo>
                  <a:lnTo>
                    <a:pt x="6845490" y="3035"/>
                  </a:lnTo>
                  <a:lnTo>
                    <a:pt x="6845490" y="0"/>
                  </a:lnTo>
                  <a:close/>
                </a:path>
              </a:pathLst>
            </a:custGeom>
            <a:solidFill>
              <a:srgbClr val="9F9F9F"/>
            </a:solidFill>
          </p:spPr>
          <p:txBody>
            <a:bodyPr wrap="square" lIns="0" tIns="0" rIns="0" bIns="0" rtlCol="0"/>
            <a:lstStyle/>
            <a:p>
              <a:endParaRPr/>
            </a:p>
          </p:txBody>
        </p:sp>
        <p:sp>
          <p:nvSpPr>
            <p:cNvPr id="12" name="object 12"/>
            <p:cNvSpPr/>
            <p:nvPr/>
          </p:nvSpPr>
          <p:spPr>
            <a:xfrm>
              <a:off x="7202423" y="6298945"/>
              <a:ext cx="3175" cy="15240"/>
            </a:xfrm>
            <a:custGeom>
              <a:avLst/>
              <a:gdLst/>
              <a:ahLst/>
              <a:cxnLst/>
              <a:rect l="l" t="t" r="r" b="b"/>
              <a:pathLst>
                <a:path w="3175" h="15239">
                  <a:moveTo>
                    <a:pt x="3047" y="0"/>
                  </a:moveTo>
                  <a:lnTo>
                    <a:pt x="0" y="0"/>
                  </a:lnTo>
                  <a:lnTo>
                    <a:pt x="0" y="15239"/>
                  </a:lnTo>
                  <a:lnTo>
                    <a:pt x="3047" y="15239"/>
                  </a:lnTo>
                  <a:lnTo>
                    <a:pt x="3047" y="0"/>
                  </a:lnTo>
                  <a:close/>
                </a:path>
              </a:pathLst>
            </a:custGeom>
            <a:solidFill>
              <a:srgbClr val="E2E2E2"/>
            </a:solidFill>
          </p:spPr>
          <p:txBody>
            <a:bodyPr wrap="square" lIns="0" tIns="0" rIns="0" bIns="0" rtlCol="0"/>
            <a:lstStyle/>
            <a:p>
              <a:endParaRPr/>
            </a:p>
          </p:txBody>
        </p:sp>
        <p:sp>
          <p:nvSpPr>
            <p:cNvPr id="13" name="object 13"/>
            <p:cNvSpPr/>
            <p:nvPr/>
          </p:nvSpPr>
          <p:spPr>
            <a:xfrm>
              <a:off x="359968" y="6314185"/>
              <a:ext cx="3175" cy="3175"/>
            </a:xfrm>
            <a:custGeom>
              <a:avLst/>
              <a:gdLst/>
              <a:ahLst/>
              <a:cxnLst/>
              <a:rect l="l" t="t" r="r" b="b"/>
              <a:pathLst>
                <a:path w="3175" h="3175">
                  <a:moveTo>
                    <a:pt x="3047" y="0"/>
                  </a:moveTo>
                  <a:lnTo>
                    <a:pt x="0" y="0"/>
                  </a:lnTo>
                  <a:lnTo>
                    <a:pt x="0" y="3048"/>
                  </a:lnTo>
                  <a:lnTo>
                    <a:pt x="3047" y="3048"/>
                  </a:lnTo>
                  <a:lnTo>
                    <a:pt x="3047" y="0"/>
                  </a:lnTo>
                  <a:close/>
                </a:path>
              </a:pathLst>
            </a:custGeom>
            <a:solidFill>
              <a:srgbClr val="9F9F9F"/>
            </a:solidFill>
          </p:spPr>
          <p:txBody>
            <a:bodyPr wrap="square" lIns="0" tIns="0" rIns="0" bIns="0" rtlCol="0"/>
            <a:lstStyle/>
            <a:p>
              <a:endParaRPr/>
            </a:p>
          </p:txBody>
        </p:sp>
        <p:sp>
          <p:nvSpPr>
            <p:cNvPr id="14" name="object 14"/>
            <p:cNvSpPr/>
            <p:nvPr/>
          </p:nvSpPr>
          <p:spPr>
            <a:xfrm>
              <a:off x="359968" y="6314185"/>
              <a:ext cx="6845934" cy="3175"/>
            </a:xfrm>
            <a:custGeom>
              <a:avLst/>
              <a:gdLst/>
              <a:ahLst/>
              <a:cxnLst/>
              <a:rect l="l" t="t" r="r" b="b"/>
              <a:pathLst>
                <a:path w="6845934" h="3175">
                  <a:moveTo>
                    <a:pt x="6845490" y="0"/>
                  </a:moveTo>
                  <a:lnTo>
                    <a:pt x="6842493" y="0"/>
                  </a:lnTo>
                  <a:lnTo>
                    <a:pt x="3048" y="0"/>
                  </a:lnTo>
                  <a:lnTo>
                    <a:pt x="0" y="0"/>
                  </a:lnTo>
                  <a:lnTo>
                    <a:pt x="0" y="3048"/>
                  </a:lnTo>
                  <a:lnTo>
                    <a:pt x="3048" y="3048"/>
                  </a:lnTo>
                  <a:lnTo>
                    <a:pt x="6842455" y="3048"/>
                  </a:lnTo>
                  <a:lnTo>
                    <a:pt x="6845490" y="3048"/>
                  </a:lnTo>
                  <a:lnTo>
                    <a:pt x="6845490" y="0"/>
                  </a:lnTo>
                  <a:close/>
                </a:path>
              </a:pathLst>
            </a:custGeom>
            <a:solidFill>
              <a:srgbClr val="E2E2E2"/>
            </a:solidFill>
          </p:spPr>
          <p:txBody>
            <a:bodyPr wrap="square" lIns="0" tIns="0" rIns="0" bIns="0" rtlCol="0"/>
            <a:lstStyle/>
            <a:p>
              <a:endParaRPr/>
            </a:p>
          </p:txBody>
        </p:sp>
        <p:sp>
          <p:nvSpPr>
            <p:cNvPr id="15" name="object 15"/>
            <p:cNvSpPr/>
            <p:nvPr/>
          </p:nvSpPr>
          <p:spPr>
            <a:xfrm>
              <a:off x="359410" y="8183892"/>
              <a:ext cx="6843395" cy="21590"/>
            </a:xfrm>
            <a:custGeom>
              <a:avLst/>
              <a:gdLst/>
              <a:ahLst/>
              <a:cxnLst/>
              <a:rect l="l" t="t" r="r" b="b"/>
              <a:pathLst>
                <a:path w="6843395" h="21590">
                  <a:moveTo>
                    <a:pt x="6843052" y="2400"/>
                  </a:moveTo>
                  <a:lnTo>
                    <a:pt x="6842747" y="2400"/>
                  </a:lnTo>
                  <a:lnTo>
                    <a:pt x="6842747" y="0"/>
                  </a:lnTo>
                  <a:lnTo>
                    <a:pt x="0" y="0"/>
                  </a:lnTo>
                  <a:lnTo>
                    <a:pt x="0" y="21577"/>
                  </a:lnTo>
                  <a:lnTo>
                    <a:pt x="6842747" y="21577"/>
                  </a:lnTo>
                  <a:lnTo>
                    <a:pt x="6842747" y="5448"/>
                  </a:lnTo>
                  <a:lnTo>
                    <a:pt x="6843052" y="5448"/>
                  </a:lnTo>
                  <a:lnTo>
                    <a:pt x="6843052" y="2400"/>
                  </a:lnTo>
                  <a:close/>
                </a:path>
              </a:pathLst>
            </a:custGeom>
            <a:solidFill>
              <a:srgbClr val="9F9F9F"/>
            </a:solidFill>
          </p:spPr>
          <p:txBody>
            <a:bodyPr wrap="square" lIns="0" tIns="0" rIns="0" bIns="0" rtlCol="0"/>
            <a:lstStyle/>
            <a:p>
              <a:endParaRPr/>
            </a:p>
          </p:txBody>
        </p:sp>
        <p:sp>
          <p:nvSpPr>
            <p:cNvPr id="16" name="object 16"/>
            <p:cNvSpPr/>
            <p:nvPr/>
          </p:nvSpPr>
          <p:spPr>
            <a:xfrm>
              <a:off x="7202423" y="8186292"/>
              <a:ext cx="3175" cy="3175"/>
            </a:xfrm>
            <a:custGeom>
              <a:avLst/>
              <a:gdLst/>
              <a:ahLst/>
              <a:cxnLst/>
              <a:rect l="l" t="t" r="r" b="b"/>
              <a:pathLst>
                <a:path w="3175" h="3175">
                  <a:moveTo>
                    <a:pt x="3047" y="0"/>
                  </a:moveTo>
                  <a:lnTo>
                    <a:pt x="0" y="0"/>
                  </a:lnTo>
                  <a:lnTo>
                    <a:pt x="0" y="3048"/>
                  </a:lnTo>
                  <a:lnTo>
                    <a:pt x="3047" y="3048"/>
                  </a:lnTo>
                  <a:lnTo>
                    <a:pt x="3047" y="0"/>
                  </a:lnTo>
                  <a:close/>
                </a:path>
              </a:pathLst>
            </a:custGeom>
            <a:solidFill>
              <a:srgbClr val="E2E2E2"/>
            </a:solidFill>
          </p:spPr>
          <p:txBody>
            <a:bodyPr wrap="square" lIns="0" tIns="0" rIns="0" bIns="0" rtlCol="0"/>
            <a:lstStyle/>
            <a:p>
              <a:endParaRPr/>
            </a:p>
          </p:txBody>
        </p:sp>
        <p:sp>
          <p:nvSpPr>
            <p:cNvPr id="17" name="object 17"/>
            <p:cNvSpPr/>
            <p:nvPr/>
          </p:nvSpPr>
          <p:spPr>
            <a:xfrm>
              <a:off x="359968" y="8186292"/>
              <a:ext cx="6845934" cy="18415"/>
            </a:xfrm>
            <a:custGeom>
              <a:avLst/>
              <a:gdLst/>
              <a:ahLst/>
              <a:cxnLst/>
              <a:rect l="l" t="t" r="r" b="b"/>
              <a:pathLst>
                <a:path w="6845934" h="18415">
                  <a:moveTo>
                    <a:pt x="3048" y="3060"/>
                  </a:moveTo>
                  <a:lnTo>
                    <a:pt x="0" y="3060"/>
                  </a:lnTo>
                  <a:lnTo>
                    <a:pt x="0" y="18288"/>
                  </a:lnTo>
                  <a:lnTo>
                    <a:pt x="3048" y="18288"/>
                  </a:lnTo>
                  <a:lnTo>
                    <a:pt x="3048" y="3060"/>
                  </a:lnTo>
                  <a:close/>
                </a:path>
                <a:path w="6845934" h="18415">
                  <a:moveTo>
                    <a:pt x="6845490" y="0"/>
                  </a:moveTo>
                  <a:lnTo>
                    <a:pt x="6842455" y="0"/>
                  </a:lnTo>
                  <a:lnTo>
                    <a:pt x="6842455" y="3048"/>
                  </a:lnTo>
                  <a:lnTo>
                    <a:pt x="6845490" y="3048"/>
                  </a:lnTo>
                  <a:lnTo>
                    <a:pt x="6845490" y="0"/>
                  </a:lnTo>
                  <a:close/>
                </a:path>
              </a:pathLst>
            </a:custGeom>
            <a:solidFill>
              <a:srgbClr val="9F9F9F"/>
            </a:solidFill>
          </p:spPr>
          <p:txBody>
            <a:bodyPr wrap="square" lIns="0" tIns="0" rIns="0" bIns="0" rtlCol="0"/>
            <a:lstStyle/>
            <a:p>
              <a:endParaRPr/>
            </a:p>
          </p:txBody>
        </p:sp>
        <p:sp>
          <p:nvSpPr>
            <p:cNvPr id="18" name="object 18"/>
            <p:cNvSpPr/>
            <p:nvPr/>
          </p:nvSpPr>
          <p:spPr>
            <a:xfrm>
              <a:off x="7202423" y="8189340"/>
              <a:ext cx="3175" cy="15240"/>
            </a:xfrm>
            <a:custGeom>
              <a:avLst/>
              <a:gdLst/>
              <a:ahLst/>
              <a:cxnLst/>
              <a:rect l="l" t="t" r="r" b="b"/>
              <a:pathLst>
                <a:path w="3175" h="15240">
                  <a:moveTo>
                    <a:pt x="3047" y="0"/>
                  </a:moveTo>
                  <a:lnTo>
                    <a:pt x="0" y="0"/>
                  </a:lnTo>
                  <a:lnTo>
                    <a:pt x="0" y="15239"/>
                  </a:lnTo>
                  <a:lnTo>
                    <a:pt x="3047" y="15239"/>
                  </a:lnTo>
                  <a:lnTo>
                    <a:pt x="3047" y="0"/>
                  </a:lnTo>
                  <a:close/>
                </a:path>
              </a:pathLst>
            </a:custGeom>
            <a:solidFill>
              <a:srgbClr val="E2E2E2"/>
            </a:solidFill>
          </p:spPr>
          <p:txBody>
            <a:bodyPr wrap="square" lIns="0" tIns="0" rIns="0" bIns="0" rtlCol="0"/>
            <a:lstStyle/>
            <a:p>
              <a:endParaRPr/>
            </a:p>
          </p:txBody>
        </p:sp>
        <p:sp>
          <p:nvSpPr>
            <p:cNvPr id="19" name="object 19"/>
            <p:cNvSpPr/>
            <p:nvPr/>
          </p:nvSpPr>
          <p:spPr>
            <a:xfrm>
              <a:off x="359968" y="8204580"/>
              <a:ext cx="3175" cy="3175"/>
            </a:xfrm>
            <a:custGeom>
              <a:avLst/>
              <a:gdLst/>
              <a:ahLst/>
              <a:cxnLst/>
              <a:rect l="l" t="t" r="r" b="b"/>
              <a:pathLst>
                <a:path w="3175" h="3175">
                  <a:moveTo>
                    <a:pt x="3047" y="0"/>
                  </a:moveTo>
                  <a:lnTo>
                    <a:pt x="0" y="0"/>
                  </a:lnTo>
                  <a:lnTo>
                    <a:pt x="0" y="3048"/>
                  </a:lnTo>
                  <a:lnTo>
                    <a:pt x="3047" y="3048"/>
                  </a:lnTo>
                  <a:lnTo>
                    <a:pt x="3047" y="0"/>
                  </a:lnTo>
                  <a:close/>
                </a:path>
              </a:pathLst>
            </a:custGeom>
            <a:solidFill>
              <a:srgbClr val="9F9F9F"/>
            </a:solidFill>
          </p:spPr>
          <p:txBody>
            <a:bodyPr wrap="square" lIns="0" tIns="0" rIns="0" bIns="0" rtlCol="0"/>
            <a:lstStyle/>
            <a:p>
              <a:endParaRPr/>
            </a:p>
          </p:txBody>
        </p:sp>
        <p:sp>
          <p:nvSpPr>
            <p:cNvPr id="20" name="object 20"/>
            <p:cNvSpPr/>
            <p:nvPr/>
          </p:nvSpPr>
          <p:spPr>
            <a:xfrm>
              <a:off x="359968" y="8204580"/>
              <a:ext cx="6845934" cy="3175"/>
            </a:xfrm>
            <a:custGeom>
              <a:avLst/>
              <a:gdLst/>
              <a:ahLst/>
              <a:cxnLst/>
              <a:rect l="l" t="t" r="r" b="b"/>
              <a:pathLst>
                <a:path w="6845934" h="3175">
                  <a:moveTo>
                    <a:pt x="6845490" y="0"/>
                  </a:moveTo>
                  <a:lnTo>
                    <a:pt x="6842493" y="0"/>
                  </a:lnTo>
                  <a:lnTo>
                    <a:pt x="3048" y="0"/>
                  </a:lnTo>
                  <a:lnTo>
                    <a:pt x="0" y="0"/>
                  </a:lnTo>
                  <a:lnTo>
                    <a:pt x="0" y="3048"/>
                  </a:lnTo>
                  <a:lnTo>
                    <a:pt x="3048" y="3048"/>
                  </a:lnTo>
                  <a:lnTo>
                    <a:pt x="6842455" y="3048"/>
                  </a:lnTo>
                  <a:lnTo>
                    <a:pt x="6845490" y="3048"/>
                  </a:lnTo>
                  <a:lnTo>
                    <a:pt x="6845490" y="0"/>
                  </a:lnTo>
                  <a:close/>
                </a:path>
              </a:pathLst>
            </a:custGeom>
            <a:solidFill>
              <a:srgbClr val="E2E2E2"/>
            </a:solidFill>
          </p:spPr>
          <p:txBody>
            <a:bodyPr wrap="square" lIns="0" tIns="0" rIns="0" bIns="0" rtlCol="0"/>
            <a:lstStyle/>
            <a:p>
              <a:endParaRPr/>
            </a:p>
          </p:txBody>
        </p:sp>
      </p:grpSp>
      <p:pic>
        <p:nvPicPr>
          <p:cNvPr id="21" name="object 21"/>
          <p:cNvPicPr/>
          <p:nvPr/>
        </p:nvPicPr>
        <p:blipFill>
          <a:blip r:embed="rId2" cstate="print"/>
          <a:stretch>
            <a:fillRect/>
          </a:stretch>
        </p:blipFill>
        <p:spPr>
          <a:xfrm>
            <a:off x="382193" y="3972305"/>
            <a:ext cx="200025" cy="203200"/>
          </a:xfrm>
          <a:prstGeom prst="rect">
            <a:avLst/>
          </a:prstGeom>
        </p:spPr>
      </p:pic>
      <p:sp>
        <p:nvSpPr>
          <p:cNvPr id="22" name="object 22"/>
          <p:cNvSpPr txBox="1"/>
          <p:nvPr/>
        </p:nvSpPr>
        <p:spPr>
          <a:xfrm>
            <a:off x="347268" y="1112266"/>
            <a:ext cx="6816725" cy="8406130"/>
          </a:xfrm>
          <a:prstGeom prst="rect">
            <a:avLst/>
          </a:prstGeom>
        </p:spPr>
        <p:txBody>
          <a:bodyPr vert="horz" wrap="square" lIns="0" tIns="11430" rIns="0" bIns="0" rtlCol="0">
            <a:spAutoFit/>
          </a:bodyPr>
          <a:lstStyle/>
          <a:p>
            <a:pPr marL="12700">
              <a:lnSpc>
                <a:spcPct val="100000"/>
              </a:lnSpc>
              <a:spcBef>
                <a:spcPts val="90"/>
              </a:spcBef>
            </a:pPr>
            <a:r>
              <a:rPr sz="1400" dirty="0">
                <a:latin typeface="Times New Roman"/>
                <a:cs typeface="Times New Roman"/>
              </a:rPr>
              <a:t>FUTURE</a:t>
            </a:r>
            <a:r>
              <a:rPr sz="1400" spc="-45" dirty="0">
                <a:latin typeface="Times New Roman"/>
                <a:cs typeface="Times New Roman"/>
              </a:rPr>
              <a:t> </a:t>
            </a:r>
            <a:r>
              <a:rPr sz="1400" spc="-10" dirty="0">
                <a:latin typeface="Times New Roman"/>
                <a:cs typeface="Times New Roman"/>
              </a:rPr>
              <a:t>ENHANCEMENTS:</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45"/>
              </a:spcBef>
            </a:pPr>
            <a:endParaRPr sz="1400">
              <a:latin typeface="Times New Roman"/>
              <a:cs typeface="Times New Roman"/>
            </a:endParaRPr>
          </a:p>
          <a:p>
            <a:pPr marL="12700">
              <a:lnSpc>
                <a:spcPct val="100000"/>
              </a:lnSpc>
            </a:pPr>
            <a:r>
              <a:rPr sz="1400" dirty="0">
                <a:latin typeface="Segoe UI Emoji"/>
                <a:cs typeface="Segoe UI Emoji"/>
              </a:rPr>
              <a:t>🌱</a:t>
            </a:r>
            <a:r>
              <a:rPr sz="1400" spc="-95" dirty="0">
                <a:latin typeface="Segoe UI Emoji"/>
                <a:cs typeface="Segoe UI Emoji"/>
              </a:rPr>
              <a:t> </a:t>
            </a:r>
            <a:r>
              <a:rPr sz="1400" b="1" dirty="0">
                <a:latin typeface="Times New Roman"/>
                <a:cs typeface="Times New Roman"/>
              </a:rPr>
              <a:t>Future</a:t>
            </a:r>
            <a:r>
              <a:rPr sz="1400" b="1" spc="-45" dirty="0">
                <a:latin typeface="Times New Roman"/>
                <a:cs typeface="Times New Roman"/>
              </a:rPr>
              <a:t> </a:t>
            </a:r>
            <a:r>
              <a:rPr sz="1400" b="1" dirty="0">
                <a:latin typeface="Times New Roman"/>
                <a:cs typeface="Times New Roman"/>
              </a:rPr>
              <a:t>Enhancements</a:t>
            </a:r>
            <a:r>
              <a:rPr sz="1400" b="1" spc="-20" dirty="0">
                <a:latin typeface="Times New Roman"/>
                <a:cs typeface="Times New Roman"/>
              </a:rPr>
              <a:t> </a:t>
            </a:r>
            <a:r>
              <a:rPr sz="1400" b="1" dirty="0">
                <a:latin typeface="Times New Roman"/>
                <a:cs typeface="Times New Roman"/>
              </a:rPr>
              <a:t>–</a:t>
            </a:r>
            <a:r>
              <a:rPr sz="1400" b="1" spc="-45" dirty="0">
                <a:latin typeface="Times New Roman"/>
                <a:cs typeface="Times New Roman"/>
              </a:rPr>
              <a:t> </a:t>
            </a:r>
            <a:r>
              <a:rPr sz="1400" b="1" dirty="0">
                <a:latin typeface="Times New Roman"/>
                <a:cs typeface="Times New Roman"/>
              </a:rPr>
              <a:t>Flood</a:t>
            </a:r>
            <a:r>
              <a:rPr sz="1400" b="1" spc="-55" dirty="0">
                <a:latin typeface="Times New Roman"/>
                <a:cs typeface="Times New Roman"/>
              </a:rPr>
              <a:t> </a:t>
            </a:r>
            <a:r>
              <a:rPr sz="1400" b="1" dirty="0">
                <a:latin typeface="Times New Roman"/>
                <a:cs typeface="Times New Roman"/>
              </a:rPr>
              <a:t>Detector</a:t>
            </a:r>
            <a:r>
              <a:rPr sz="1400" b="1" spc="-45" dirty="0">
                <a:latin typeface="Times New Roman"/>
                <a:cs typeface="Times New Roman"/>
              </a:rPr>
              <a:t> </a:t>
            </a:r>
            <a:r>
              <a:rPr sz="1400" b="1" spc="-10" dirty="0">
                <a:latin typeface="Times New Roman"/>
                <a:cs typeface="Times New Roman"/>
              </a:rPr>
              <a:t>System</a:t>
            </a:r>
            <a:endParaRPr sz="1400">
              <a:latin typeface="Times New Roman"/>
              <a:cs typeface="Times New Roman"/>
            </a:endParaRPr>
          </a:p>
          <a:p>
            <a:pPr marL="12700" marR="168275">
              <a:lnSpc>
                <a:spcPct val="144000"/>
              </a:lnSpc>
              <a:spcBef>
                <a:spcPts val="150"/>
              </a:spcBef>
            </a:pPr>
            <a:r>
              <a:rPr sz="1400" dirty="0">
                <a:latin typeface="Times New Roman"/>
                <a:cs typeface="Times New Roman"/>
              </a:rPr>
              <a:t>While</a:t>
            </a:r>
            <a:r>
              <a:rPr sz="1400" spc="-25" dirty="0">
                <a:latin typeface="Times New Roman"/>
                <a:cs typeface="Times New Roman"/>
              </a:rPr>
              <a:t> </a:t>
            </a:r>
            <a:r>
              <a:rPr sz="1400" dirty="0">
                <a:latin typeface="Times New Roman"/>
                <a:cs typeface="Times New Roman"/>
              </a:rPr>
              <a:t>the</a:t>
            </a:r>
            <a:r>
              <a:rPr sz="1400" spc="-10" dirty="0">
                <a:latin typeface="Times New Roman"/>
                <a:cs typeface="Times New Roman"/>
              </a:rPr>
              <a:t> </a:t>
            </a:r>
            <a:r>
              <a:rPr sz="1400" dirty="0">
                <a:latin typeface="Times New Roman"/>
                <a:cs typeface="Times New Roman"/>
              </a:rPr>
              <a:t>current flood</a:t>
            </a:r>
            <a:r>
              <a:rPr sz="1400" spc="-30" dirty="0">
                <a:latin typeface="Times New Roman"/>
                <a:cs typeface="Times New Roman"/>
              </a:rPr>
              <a:t> </a:t>
            </a:r>
            <a:r>
              <a:rPr sz="1400" dirty="0">
                <a:latin typeface="Times New Roman"/>
                <a:cs typeface="Times New Roman"/>
              </a:rPr>
              <a:t>detection</a:t>
            </a:r>
            <a:r>
              <a:rPr sz="1400" spc="-40" dirty="0">
                <a:latin typeface="Times New Roman"/>
                <a:cs typeface="Times New Roman"/>
              </a:rPr>
              <a:t> </a:t>
            </a:r>
            <a:r>
              <a:rPr sz="1400" dirty="0">
                <a:latin typeface="Times New Roman"/>
                <a:cs typeface="Times New Roman"/>
              </a:rPr>
              <a:t>system</a:t>
            </a:r>
            <a:r>
              <a:rPr sz="1400" spc="-70" dirty="0">
                <a:latin typeface="Times New Roman"/>
                <a:cs typeface="Times New Roman"/>
              </a:rPr>
              <a:t> </a:t>
            </a:r>
            <a:r>
              <a:rPr sz="1400" dirty="0">
                <a:latin typeface="Times New Roman"/>
                <a:cs typeface="Times New Roman"/>
              </a:rPr>
              <a:t>offers</a:t>
            </a:r>
            <a:r>
              <a:rPr sz="1400" spc="-20"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spc="-10" dirty="0">
                <a:latin typeface="Times New Roman"/>
                <a:cs typeface="Times New Roman"/>
              </a:rPr>
              <a:t>functional</a:t>
            </a:r>
            <a:r>
              <a:rPr sz="1400" spc="-4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efficient</a:t>
            </a:r>
            <a:r>
              <a:rPr sz="1400" spc="-25" dirty="0">
                <a:latin typeface="Times New Roman"/>
                <a:cs typeface="Times New Roman"/>
              </a:rPr>
              <a:t> </a:t>
            </a:r>
            <a:r>
              <a:rPr sz="1400" dirty="0">
                <a:latin typeface="Times New Roman"/>
                <a:cs typeface="Times New Roman"/>
              </a:rPr>
              <a:t>solution</a:t>
            </a:r>
            <a:r>
              <a:rPr sz="1400" spc="-25" dirty="0">
                <a:latin typeface="Times New Roman"/>
                <a:cs typeface="Times New Roman"/>
              </a:rPr>
              <a:t> </a:t>
            </a:r>
            <a:r>
              <a:rPr sz="1400" dirty="0">
                <a:latin typeface="Times New Roman"/>
                <a:cs typeface="Times New Roman"/>
              </a:rPr>
              <a:t>for</a:t>
            </a:r>
            <a:r>
              <a:rPr sz="1400" spc="-30" dirty="0">
                <a:latin typeface="Times New Roman"/>
                <a:cs typeface="Times New Roman"/>
              </a:rPr>
              <a:t> </a:t>
            </a:r>
            <a:r>
              <a:rPr sz="1400" spc="-10" dirty="0">
                <a:latin typeface="Times New Roman"/>
                <a:cs typeface="Times New Roman"/>
              </a:rPr>
              <a:t>basic </a:t>
            </a:r>
            <a:r>
              <a:rPr sz="1400" dirty="0">
                <a:latin typeface="Times New Roman"/>
                <a:cs typeface="Times New Roman"/>
              </a:rPr>
              <a:t>water</a:t>
            </a:r>
            <a:r>
              <a:rPr sz="1400" spc="-45" dirty="0">
                <a:latin typeface="Times New Roman"/>
                <a:cs typeface="Times New Roman"/>
              </a:rPr>
              <a:t> </a:t>
            </a:r>
            <a:r>
              <a:rPr sz="1400" dirty="0">
                <a:latin typeface="Times New Roman"/>
                <a:cs typeface="Times New Roman"/>
              </a:rPr>
              <a:t>level</a:t>
            </a:r>
            <a:r>
              <a:rPr sz="1400" spc="-45" dirty="0">
                <a:latin typeface="Times New Roman"/>
                <a:cs typeface="Times New Roman"/>
              </a:rPr>
              <a:t> </a:t>
            </a:r>
            <a:r>
              <a:rPr sz="1400" dirty="0">
                <a:latin typeface="Times New Roman"/>
                <a:cs typeface="Times New Roman"/>
              </a:rPr>
              <a:t>monitoring</a:t>
            </a:r>
            <a:r>
              <a:rPr sz="1400" spc="-65" dirty="0">
                <a:latin typeface="Times New Roman"/>
                <a:cs typeface="Times New Roman"/>
              </a:rPr>
              <a:t> </a:t>
            </a:r>
            <a:r>
              <a:rPr sz="1400" dirty="0">
                <a:latin typeface="Times New Roman"/>
                <a:cs typeface="Times New Roman"/>
              </a:rPr>
              <a:t>and</a:t>
            </a:r>
            <a:r>
              <a:rPr sz="1400" spc="-45" dirty="0">
                <a:latin typeface="Times New Roman"/>
                <a:cs typeface="Times New Roman"/>
              </a:rPr>
              <a:t> </a:t>
            </a:r>
            <a:r>
              <a:rPr sz="1400" dirty="0">
                <a:latin typeface="Times New Roman"/>
                <a:cs typeface="Times New Roman"/>
              </a:rPr>
              <a:t>alerting,</a:t>
            </a:r>
            <a:r>
              <a:rPr sz="1400" spc="-30" dirty="0">
                <a:latin typeface="Times New Roman"/>
                <a:cs typeface="Times New Roman"/>
              </a:rPr>
              <a:t> </a:t>
            </a:r>
            <a:r>
              <a:rPr sz="1400" dirty="0">
                <a:latin typeface="Times New Roman"/>
                <a:cs typeface="Times New Roman"/>
              </a:rPr>
              <a:t>there</a:t>
            </a:r>
            <a:r>
              <a:rPr sz="1400" spc="-40" dirty="0">
                <a:latin typeface="Times New Roman"/>
                <a:cs typeface="Times New Roman"/>
              </a:rPr>
              <a:t> </a:t>
            </a:r>
            <a:r>
              <a:rPr sz="1400" dirty="0">
                <a:latin typeface="Times New Roman"/>
                <a:cs typeface="Times New Roman"/>
              </a:rPr>
              <a:t>are</a:t>
            </a:r>
            <a:r>
              <a:rPr sz="1400" spc="-35" dirty="0">
                <a:latin typeface="Times New Roman"/>
                <a:cs typeface="Times New Roman"/>
              </a:rPr>
              <a:t> </a:t>
            </a:r>
            <a:r>
              <a:rPr sz="1400" dirty="0">
                <a:latin typeface="Times New Roman"/>
                <a:cs typeface="Times New Roman"/>
              </a:rPr>
              <a:t>several</a:t>
            </a:r>
            <a:r>
              <a:rPr sz="1400" spc="-65" dirty="0">
                <a:latin typeface="Times New Roman"/>
                <a:cs typeface="Times New Roman"/>
              </a:rPr>
              <a:t> </a:t>
            </a:r>
            <a:r>
              <a:rPr sz="1400" dirty="0">
                <a:latin typeface="Times New Roman"/>
                <a:cs typeface="Times New Roman"/>
              </a:rPr>
              <a:t>potential</a:t>
            </a:r>
            <a:r>
              <a:rPr sz="1400" spc="-65" dirty="0">
                <a:latin typeface="Times New Roman"/>
                <a:cs typeface="Times New Roman"/>
              </a:rPr>
              <a:t> </a:t>
            </a:r>
            <a:r>
              <a:rPr sz="1400" dirty="0">
                <a:latin typeface="Times New Roman"/>
                <a:cs typeface="Times New Roman"/>
              </a:rPr>
              <a:t>enhancements</a:t>
            </a:r>
            <a:r>
              <a:rPr sz="1400" spc="-40" dirty="0">
                <a:latin typeface="Times New Roman"/>
                <a:cs typeface="Times New Roman"/>
              </a:rPr>
              <a:t> </a:t>
            </a:r>
            <a:r>
              <a:rPr sz="1400" dirty="0">
                <a:latin typeface="Times New Roman"/>
                <a:cs typeface="Times New Roman"/>
              </a:rPr>
              <a:t>that</a:t>
            </a:r>
            <a:r>
              <a:rPr sz="1400" spc="-45" dirty="0">
                <a:latin typeface="Times New Roman"/>
                <a:cs typeface="Times New Roman"/>
              </a:rPr>
              <a:t> </a:t>
            </a:r>
            <a:r>
              <a:rPr sz="1400" spc="-25" dirty="0">
                <a:latin typeface="Times New Roman"/>
                <a:cs typeface="Times New Roman"/>
              </a:rPr>
              <a:t>can </a:t>
            </a:r>
            <a:r>
              <a:rPr sz="1400" dirty="0">
                <a:latin typeface="Times New Roman"/>
                <a:cs typeface="Times New Roman"/>
              </a:rPr>
              <a:t>significantly</a:t>
            </a:r>
            <a:r>
              <a:rPr sz="1400" spc="-40" dirty="0">
                <a:latin typeface="Times New Roman"/>
                <a:cs typeface="Times New Roman"/>
              </a:rPr>
              <a:t> </a:t>
            </a:r>
            <a:r>
              <a:rPr sz="1400" dirty="0">
                <a:latin typeface="Times New Roman"/>
                <a:cs typeface="Times New Roman"/>
              </a:rPr>
              <a:t>improve</a:t>
            </a:r>
            <a:r>
              <a:rPr sz="1400" spc="-35" dirty="0">
                <a:latin typeface="Times New Roman"/>
                <a:cs typeface="Times New Roman"/>
              </a:rPr>
              <a:t> </a:t>
            </a:r>
            <a:r>
              <a:rPr sz="1400" dirty="0">
                <a:latin typeface="Times New Roman"/>
                <a:cs typeface="Times New Roman"/>
              </a:rPr>
              <a:t>its</a:t>
            </a:r>
            <a:r>
              <a:rPr sz="1400" spc="-25" dirty="0">
                <a:latin typeface="Times New Roman"/>
                <a:cs typeface="Times New Roman"/>
              </a:rPr>
              <a:t> </a:t>
            </a:r>
            <a:r>
              <a:rPr sz="1400" spc="-10" dirty="0">
                <a:latin typeface="Times New Roman"/>
                <a:cs typeface="Times New Roman"/>
              </a:rPr>
              <a:t>accuracy,</a:t>
            </a:r>
            <a:r>
              <a:rPr sz="1400" spc="-25" dirty="0">
                <a:latin typeface="Times New Roman"/>
                <a:cs typeface="Times New Roman"/>
              </a:rPr>
              <a:t> </a:t>
            </a:r>
            <a:r>
              <a:rPr sz="1400" spc="-10" dirty="0">
                <a:latin typeface="Times New Roman"/>
                <a:cs typeface="Times New Roman"/>
              </a:rPr>
              <a:t>scalability,</a:t>
            </a:r>
            <a:r>
              <a:rPr sz="1400" spc="-25"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overall</a:t>
            </a:r>
            <a:r>
              <a:rPr sz="1400" spc="-45" dirty="0">
                <a:latin typeface="Times New Roman"/>
                <a:cs typeface="Times New Roman"/>
              </a:rPr>
              <a:t> </a:t>
            </a:r>
            <a:r>
              <a:rPr sz="1400" dirty="0">
                <a:latin typeface="Times New Roman"/>
                <a:cs typeface="Times New Roman"/>
              </a:rPr>
              <a:t>utility.</a:t>
            </a:r>
            <a:r>
              <a:rPr sz="1400" spc="-25" dirty="0">
                <a:latin typeface="Times New Roman"/>
                <a:cs typeface="Times New Roman"/>
              </a:rPr>
              <a:t> </a:t>
            </a:r>
            <a:r>
              <a:rPr sz="1400" dirty="0">
                <a:latin typeface="Times New Roman"/>
                <a:cs typeface="Times New Roman"/>
              </a:rPr>
              <a:t>These</a:t>
            </a:r>
            <a:r>
              <a:rPr sz="1400" spc="-10" dirty="0">
                <a:latin typeface="Times New Roman"/>
                <a:cs typeface="Times New Roman"/>
              </a:rPr>
              <a:t> </a:t>
            </a:r>
            <a:r>
              <a:rPr sz="1400" dirty="0">
                <a:latin typeface="Times New Roman"/>
                <a:cs typeface="Times New Roman"/>
              </a:rPr>
              <a:t>future</a:t>
            </a:r>
            <a:r>
              <a:rPr sz="1400" spc="-30" dirty="0">
                <a:latin typeface="Times New Roman"/>
                <a:cs typeface="Times New Roman"/>
              </a:rPr>
              <a:t> </a:t>
            </a:r>
            <a:r>
              <a:rPr sz="1400" spc="-10" dirty="0">
                <a:latin typeface="Times New Roman"/>
                <a:cs typeface="Times New Roman"/>
              </a:rPr>
              <a:t>improvements </a:t>
            </a:r>
            <a:r>
              <a:rPr sz="1400" dirty="0">
                <a:latin typeface="Times New Roman"/>
                <a:cs typeface="Times New Roman"/>
              </a:rPr>
              <a:t>can</a:t>
            </a:r>
            <a:r>
              <a:rPr sz="1400" spc="-35" dirty="0">
                <a:latin typeface="Times New Roman"/>
                <a:cs typeface="Times New Roman"/>
              </a:rPr>
              <a:t> </a:t>
            </a:r>
            <a:r>
              <a:rPr sz="1400" dirty="0">
                <a:latin typeface="Times New Roman"/>
                <a:cs typeface="Times New Roman"/>
              </a:rPr>
              <a:t>help</a:t>
            </a:r>
            <a:r>
              <a:rPr sz="1400" spc="-3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system</a:t>
            </a:r>
            <a:r>
              <a:rPr sz="1400" spc="-55" dirty="0">
                <a:latin typeface="Times New Roman"/>
                <a:cs typeface="Times New Roman"/>
              </a:rPr>
              <a:t> </a:t>
            </a:r>
            <a:r>
              <a:rPr sz="1400" dirty="0">
                <a:latin typeface="Times New Roman"/>
                <a:cs typeface="Times New Roman"/>
              </a:rPr>
              <a:t>evolve</a:t>
            </a:r>
            <a:r>
              <a:rPr sz="1400" spc="-10" dirty="0">
                <a:latin typeface="Times New Roman"/>
                <a:cs typeface="Times New Roman"/>
              </a:rPr>
              <a:t> </a:t>
            </a:r>
            <a:r>
              <a:rPr sz="1400" dirty="0">
                <a:latin typeface="Times New Roman"/>
                <a:cs typeface="Times New Roman"/>
              </a:rPr>
              <a:t>into</a:t>
            </a:r>
            <a:r>
              <a:rPr sz="1400" spc="-30" dirty="0">
                <a:latin typeface="Times New Roman"/>
                <a:cs typeface="Times New Roman"/>
              </a:rPr>
              <a:t> </a:t>
            </a:r>
            <a:r>
              <a:rPr sz="1400" dirty="0">
                <a:latin typeface="Times New Roman"/>
                <a:cs typeface="Times New Roman"/>
              </a:rPr>
              <a:t>a</a:t>
            </a:r>
            <a:r>
              <a:rPr sz="1400" spc="-5" dirty="0">
                <a:latin typeface="Times New Roman"/>
                <a:cs typeface="Times New Roman"/>
              </a:rPr>
              <a:t> </a:t>
            </a:r>
            <a:r>
              <a:rPr sz="1400" dirty="0">
                <a:latin typeface="Times New Roman"/>
                <a:cs typeface="Times New Roman"/>
              </a:rPr>
              <a:t>more</a:t>
            </a:r>
            <a:r>
              <a:rPr sz="1400" spc="-30" dirty="0">
                <a:latin typeface="Times New Roman"/>
                <a:cs typeface="Times New Roman"/>
              </a:rPr>
              <a:t> </a:t>
            </a:r>
            <a:r>
              <a:rPr sz="1400" spc="-10" dirty="0">
                <a:latin typeface="Times New Roman"/>
                <a:cs typeface="Times New Roman"/>
              </a:rPr>
              <a:t>advanced</a:t>
            </a:r>
            <a:r>
              <a:rPr sz="1400" spc="-35" dirty="0">
                <a:latin typeface="Times New Roman"/>
                <a:cs typeface="Times New Roman"/>
              </a:rPr>
              <a:t> </a:t>
            </a:r>
            <a:r>
              <a:rPr sz="1400" dirty="0">
                <a:latin typeface="Times New Roman"/>
                <a:cs typeface="Times New Roman"/>
              </a:rPr>
              <a:t>and</a:t>
            </a:r>
            <a:r>
              <a:rPr sz="1400" spc="-10" dirty="0">
                <a:latin typeface="Times New Roman"/>
                <a:cs typeface="Times New Roman"/>
              </a:rPr>
              <a:t> </a:t>
            </a:r>
            <a:r>
              <a:rPr sz="1400" dirty="0">
                <a:latin typeface="Times New Roman"/>
                <a:cs typeface="Times New Roman"/>
              </a:rPr>
              <a:t>intelligent</a:t>
            </a:r>
            <a:r>
              <a:rPr sz="1400" spc="-10" dirty="0">
                <a:latin typeface="Times New Roman"/>
                <a:cs typeface="Times New Roman"/>
              </a:rPr>
              <a:t> </a:t>
            </a:r>
            <a:r>
              <a:rPr sz="1400" dirty="0">
                <a:latin typeface="Times New Roman"/>
                <a:cs typeface="Times New Roman"/>
              </a:rPr>
              <a:t>flood</a:t>
            </a:r>
            <a:r>
              <a:rPr sz="1400" spc="-30" dirty="0">
                <a:latin typeface="Times New Roman"/>
                <a:cs typeface="Times New Roman"/>
              </a:rPr>
              <a:t> </a:t>
            </a:r>
            <a:r>
              <a:rPr sz="1400" spc="-10" dirty="0">
                <a:latin typeface="Times New Roman"/>
                <a:cs typeface="Times New Roman"/>
              </a:rPr>
              <a:t>prediction</a:t>
            </a:r>
            <a:r>
              <a:rPr sz="1400" spc="-55" dirty="0">
                <a:latin typeface="Times New Roman"/>
                <a:cs typeface="Times New Roman"/>
              </a:rPr>
              <a:t> </a:t>
            </a:r>
            <a:r>
              <a:rPr sz="1400" spc="-25" dirty="0">
                <a:latin typeface="Times New Roman"/>
                <a:cs typeface="Times New Roman"/>
              </a:rPr>
              <a:t>and </a:t>
            </a:r>
            <a:r>
              <a:rPr sz="1400" spc="-10" dirty="0">
                <a:latin typeface="Times New Roman"/>
                <a:cs typeface="Times New Roman"/>
              </a:rPr>
              <a:t>management</a:t>
            </a:r>
            <a:r>
              <a:rPr sz="1400" spc="-5" dirty="0">
                <a:latin typeface="Times New Roman"/>
                <a:cs typeface="Times New Roman"/>
              </a:rPr>
              <a:t> </a:t>
            </a:r>
            <a:r>
              <a:rPr sz="1400" spc="-10" dirty="0">
                <a:latin typeface="Times New Roman"/>
                <a:cs typeface="Times New Roman"/>
              </a:rPr>
              <a:t>tool:</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40"/>
              </a:spcBef>
            </a:pPr>
            <a:endParaRPr sz="1400">
              <a:latin typeface="Times New Roman"/>
              <a:cs typeface="Times New Roman"/>
            </a:endParaRPr>
          </a:p>
          <a:p>
            <a:pPr marL="299085">
              <a:lnSpc>
                <a:spcPct val="100000"/>
              </a:lnSpc>
            </a:pPr>
            <a:r>
              <a:rPr sz="1400" b="1" dirty="0">
                <a:latin typeface="Times New Roman"/>
                <a:cs typeface="Times New Roman"/>
              </a:rPr>
              <a:t>1.</a:t>
            </a:r>
            <a:r>
              <a:rPr sz="1400" b="1" spc="-35" dirty="0">
                <a:latin typeface="Times New Roman"/>
                <a:cs typeface="Times New Roman"/>
              </a:rPr>
              <a:t> </a:t>
            </a:r>
            <a:r>
              <a:rPr sz="1400" b="1" dirty="0">
                <a:latin typeface="Times New Roman"/>
                <a:cs typeface="Times New Roman"/>
              </a:rPr>
              <a:t>IoT</a:t>
            </a:r>
            <a:r>
              <a:rPr sz="1400" b="1" spc="-20" dirty="0">
                <a:latin typeface="Times New Roman"/>
                <a:cs typeface="Times New Roman"/>
              </a:rPr>
              <a:t> </a:t>
            </a:r>
            <a:r>
              <a:rPr sz="1400" b="1" dirty="0">
                <a:latin typeface="Times New Roman"/>
                <a:cs typeface="Times New Roman"/>
              </a:rPr>
              <a:t>&amp;</a:t>
            </a:r>
            <a:r>
              <a:rPr sz="1400" b="1" spc="-30" dirty="0">
                <a:latin typeface="Times New Roman"/>
                <a:cs typeface="Times New Roman"/>
              </a:rPr>
              <a:t> </a:t>
            </a:r>
            <a:r>
              <a:rPr sz="1400" b="1" dirty="0">
                <a:latin typeface="Times New Roman"/>
                <a:cs typeface="Times New Roman"/>
              </a:rPr>
              <a:t>Cloud</a:t>
            </a:r>
            <a:r>
              <a:rPr sz="1400" b="1" spc="-30" dirty="0">
                <a:latin typeface="Times New Roman"/>
                <a:cs typeface="Times New Roman"/>
              </a:rPr>
              <a:t> </a:t>
            </a:r>
            <a:r>
              <a:rPr sz="1400" b="1" spc="-10" dirty="0">
                <a:latin typeface="Times New Roman"/>
                <a:cs typeface="Times New Roman"/>
              </a:rPr>
              <a:t>Integration</a:t>
            </a:r>
            <a:endParaRPr sz="1400">
              <a:latin typeface="Times New Roman"/>
              <a:cs typeface="Times New Roman"/>
            </a:endParaRPr>
          </a:p>
          <a:p>
            <a:pPr marL="469265" indent="-227965">
              <a:lnSpc>
                <a:spcPct val="100000"/>
              </a:lnSpc>
              <a:spcBef>
                <a:spcPts val="890"/>
              </a:spcBef>
              <a:buSzPct val="71428"/>
              <a:buFont typeface="Symbol"/>
              <a:buChar char=""/>
              <a:tabLst>
                <a:tab pos="469265" algn="l"/>
              </a:tabLst>
            </a:pPr>
            <a:r>
              <a:rPr sz="1400" b="1" spc="-10" dirty="0">
                <a:latin typeface="Times New Roman"/>
                <a:cs typeface="Times New Roman"/>
              </a:rPr>
              <a:t>Real-</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Data</a:t>
            </a:r>
            <a:r>
              <a:rPr sz="1400" b="1" spc="-40" dirty="0">
                <a:latin typeface="Times New Roman"/>
                <a:cs typeface="Times New Roman"/>
              </a:rPr>
              <a:t> </a:t>
            </a:r>
            <a:r>
              <a:rPr sz="1400" b="1" dirty="0">
                <a:latin typeface="Times New Roman"/>
                <a:cs typeface="Times New Roman"/>
              </a:rPr>
              <a:t>Monitoring</a:t>
            </a:r>
            <a:r>
              <a:rPr sz="1400" b="1" spc="-40" dirty="0">
                <a:latin typeface="Times New Roman"/>
                <a:cs typeface="Times New Roman"/>
              </a:rPr>
              <a:t> </a:t>
            </a:r>
            <a:r>
              <a:rPr sz="1400" b="1" dirty="0">
                <a:latin typeface="Times New Roman"/>
                <a:cs typeface="Times New Roman"/>
              </a:rPr>
              <a:t>on</a:t>
            </a:r>
            <a:r>
              <a:rPr sz="1400" b="1" spc="-60" dirty="0">
                <a:latin typeface="Times New Roman"/>
                <a:cs typeface="Times New Roman"/>
              </a:rPr>
              <a:t> </a:t>
            </a:r>
            <a:r>
              <a:rPr sz="1400" b="1" dirty="0">
                <a:latin typeface="Times New Roman"/>
                <a:cs typeface="Times New Roman"/>
              </a:rPr>
              <a:t>Cloud</a:t>
            </a:r>
            <a:r>
              <a:rPr sz="1400" b="1" spc="-45" dirty="0">
                <a:latin typeface="Times New Roman"/>
                <a:cs typeface="Times New Roman"/>
              </a:rPr>
              <a:t> </a:t>
            </a:r>
            <a:r>
              <a:rPr sz="1400" b="1" dirty="0">
                <a:latin typeface="Times New Roman"/>
                <a:cs typeface="Times New Roman"/>
              </a:rPr>
              <a:t>Dashboards:</a:t>
            </a:r>
            <a:r>
              <a:rPr sz="1400" b="1" spc="-15" dirty="0">
                <a:latin typeface="Times New Roman"/>
                <a:cs typeface="Times New Roman"/>
              </a:rPr>
              <a:t> </a:t>
            </a:r>
            <a:r>
              <a:rPr sz="1400" dirty="0">
                <a:latin typeface="Times New Roman"/>
                <a:cs typeface="Times New Roman"/>
              </a:rPr>
              <a:t>Integrate</a:t>
            </a:r>
            <a:r>
              <a:rPr sz="1400" spc="-35" dirty="0">
                <a:latin typeface="Times New Roman"/>
                <a:cs typeface="Times New Roman"/>
              </a:rPr>
              <a:t> </a:t>
            </a:r>
            <a:r>
              <a:rPr sz="1400" dirty="0">
                <a:latin typeface="Times New Roman"/>
                <a:cs typeface="Times New Roman"/>
              </a:rPr>
              <a:t>platforms</a:t>
            </a:r>
            <a:r>
              <a:rPr sz="1400" spc="-5" dirty="0">
                <a:latin typeface="Times New Roman"/>
                <a:cs typeface="Times New Roman"/>
              </a:rPr>
              <a:t> </a:t>
            </a:r>
            <a:r>
              <a:rPr sz="1400" spc="-20" dirty="0">
                <a:latin typeface="Times New Roman"/>
                <a:cs typeface="Times New Roman"/>
              </a:rPr>
              <a:t>like</a:t>
            </a:r>
            <a:endParaRPr sz="1400">
              <a:latin typeface="Times New Roman"/>
              <a:cs typeface="Times New Roman"/>
            </a:endParaRPr>
          </a:p>
          <a:p>
            <a:pPr marL="469265">
              <a:lnSpc>
                <a:spcPct val="100000"/>
              </a:lnSpc>
              <a:spcBef>
                <a:spcPts val="745"/>
              </a:spcBef>
            </a:pPr>
            <a:r>
              <a:rPr sz="1400" b="1" dirty="0">
                <a:latin typeface="Times New Roman"/>
                <a:cs typeface="Times New Roman"/>
              </a:rPr>
              <a:t>ThingSpeak</a:t>
            </a:r>
            <a:r>
              <a:rPr sz="1400" dirty="0">
                <a:latin typeface="Times New Roman"/>
                <a:cs typeface="Times New Roman"/>
              </a:rPr>
              <a:t>,</a:t>
            </a:r>
            <a:r>
              <a:rPr sz="1400" spc="-25" dirty="0">
                <a:latin typeface="Times New Roman"/>
                <a:cs typeface="Times New Roman"/>
              </a:rPr>
              <a:t> </a:t>
            </a:r>
            <a:r>
              <a:rPr sz="1400" b="1" dirty="0">
                <a:latin typeface="Times New Roman"/>
                <a:cs typeface="Times New Roman"/>
              </a:rPr>
              <a:t>Blynk</a:t>
            </a:r>
            <a:r>
              <a:rPr sz="1400" dirty="0">
                <a:latin typeface="Times New Roman"/>
                <a:cs typeface="Times New Roman"/>
              </a:rPr>
              <a:t>,</a:t>
            </a:r>
            <a:r>
              <a:rPr sz="1400" spc="-25" dirty="0">
                <a:latin typeface="Times New Roman"/>
                <a:cs typeface="Times New Roman"/>
              </a:rPr>
              <a:t> </a:t>
            </a:r>
            <a:r>
              <a:rPr sz="1400" dirty="0">
                <a:latin typeface="Times New Roman"/>
                <a:cs typeface="Times New Roman"/>
              </a:rPr>
              <a:t>or</a:t>
            </a:r>
            <a:r>
              <a:rPr sz="1400" spc="-40" dirty="0">
                <a:latin typeface="Times New Roman"/>
                <a:cs typeface="Times New Roman"/>
              </a:rPr>
              <a:t> </a:t>
            </a:r>
            <a:r>
              <a:rPr sz="1400" b="1" dirty="0">
                <a:latin typeface="Times New Roman"/>
                <a:cs typeface="Times New Roman"/>
              </a:rPr>
              <a:t>Firebase</a:t>
            </a:r>
            <a:r>
              <a:rPr sz="1400" b="1" spc="-20" dirty="0">
                <a:latin typeface="Times New Roman"/>
                <a:cs typeface="Times New Roman"/>
              </a:rPr>
              <a:t> </a:t>
            </a:r>
            <a:r>
              <a:rPr sz="1400" dirty="0">
                <a:latin typeface="Times New Roman"/>
                <a:cs typeface="Times New Roman"/>
              </a:rPr>
              <a:t>to</a:t>
            </a:r>
            <a:r>
              <a:rPr sz="1400" spc="-40" dirty="0">
                <a:latin typeface="Times New Roman"/>
                <a:cs typeface="Times New Roman"/>
              </a:rPr>
              <a:t> </a:t>
            </a:r>
            <a:r>
              <a:rPr sz="1400" dirty="0">
                <a:latin typeface="Times New Roman"/>
                <a:cs typeface="Times New Roman"/>
              </a:rPr>
              <a:t>display</a:t>
            </a:r>
            <a:r>
              <a:rPr sz="1400" spc="-55" dirty="0">
                <a:latin typeface="Times New Roman"/>
                <a:cs typeface="Times New Roman"/>
              </a:rPr>
              <a:t> </a:t>
            </a:r>
            <a:r>
              <a:rPr sz="1400" spc="-10" dirty="0">
                <a:latin typeface="Times New Roman"/>
                <a:cs typeface="Times New Roman"/>
              </a:rPr>
              <a:t>real-</a:t>
            </a:r>
            <a:r>
              <a:rPr sz="1400" dirty="0">
                <a:latin typeface="Times New Roman"/>
                <a:cs typeface="Times New Roman"/>
              </a:rPr>
              <a:t>time</a:t>
            </a:r>
            <a:r>
              <a:rPr sz="1400" spc="-30" dirty="0">
                <a:latin typeface="Times New Roman"/>
                <a:cs typeface="Times New Roman"/>
              </a:rPr>
              <a:t> </a:t>
            </a:r>
            <a:r>
              <a:rPr sz="1400" dirty="0">
                <a:latin typeface="Times New Roman"/>
                <a:cs typeface="Times New Roman"/>
              </a:rPr>
              <a:t>water</a:t>
            </a:r>
            <a:r>
              <a:rPr sz="1400" spc="-20" dirty="0">
                <a:latin typeface="Times New Roman"/>
                <a:cs typeface="Times New Roman"/>
              </a:rPr>
              <a:t> </a:t>
            </a:r>
            <a:r>
              <a:rPr sz="1400" dirty="0">
                <a:latin typeface="Times New Roman"/>
                <a:cs typeface="Times New Roman"/>
              </a:rPr>
              <a:t>levels</a:t>
            </a:r>
            <a:r>
              <a:rPr sz="1400" spc="-30" dirty="0">
                <a:latin typeface="Times New Roman"/>
                <a:cs typeface="Times New Roman"/>
              </a:rPr>
              <a:t> </a:t>
            </a:r>
            <a:r>
              <a:rPr sz="1400" dirty="0">
                <a:latin typeface="Times New Roman"/>
                <a:cs typeface="Times New Roman"/>
              </a:rPr>
              <a:t>and</a:t>
            </a:r>
            <a:r>
              <a:rPr sz="1400" spc="-35" dirty="0">
                <a:latin typeface="Times New Roman"/>
                <a:cs typeface="Times New Roman"/>
              </a:rPr>
              <a:t> </a:t>
            </a:r>
            <a:r>
              <a:rPr sz="1400" dirty="0">
                <a:latin typeface="Times New Roman"/>
                <a:cs typeface="Times New Roman"/>
              </a:rPr>
              <a:t>alerts</a:t>
            </a:r>
            <a:r>
              <a:rPr sz="1400" spc="-35" dirty="0">
                <a:latin typeface="Times New Roman"/>
                <a:cs typeface="Times New Roman"/>
              </a:rPr>
              <a:t> </a:t>
            </a:r>
            <a:r>
              <a:rPr sz="1400" spc="-10" dirty="0">
                <a:latin typeface="Times New Roman"/>
                <a:cs typeface="Times New Roman"/>
              </a:rPr>
              <a:t>online.</a:t>
            </a:r>
            <a:endParaRPr sz="1400">
              <a:latin typeface="Times New Roman"/>
              <a:cs typeface="Times New Roman"/>
            </a:endParaRPr>
          </a:p>
          <a:p>
            <a:pPr marL="469265" marR="106680" indent="-228600">
              <a:lnSpc>
                <a:spcPct val="142900"/>
              </a:lnSpc>
              <a:spcBef>
                <a:spcPts val="25"/>
              </a:spcBef>
              <a:buSzPct val="71428"/>
              <a:buFont typeface="Symbol"/>
              <a:buChar char=""/>
              <a:tabLst>
                <a:tab pos="469265" algn="l"/>
              </a:tabLst>
            </a:pPr>
            <a:r>
              <a:rPr sz="1400" b="1" dirty="0">
                <a:latin typeface="Times New Roman"/>
                <a:cs typeface="Times New Roman"/>
              </a:rPr>
              <a:t>Data</a:t>
            </a:r>
            <a:r>
              <a:rPr sz="1400" b="1" spc="-35" dirty="0">
                <a:latin typeface="Times New Roman"/>
                <a:cs typeface="Times New Roman"/>
              </a:rPr>
              <a:t> </a:t>
            </a:r>
            <a:r>
              <a:rPr sz="1400" b="1" dirty="0">
                <a:latin typeface="Times New Roman"/>
                <a:cs typeface="Times New Roman"/>
              </a:rPr>
              <a:t>Logging</a:t>
            </a:r>
            <a:r>
              <a:rPr sz="1400" b="1" spc="-30" dirty="0">
                <a:latin typeface="Times New Roman"/>
                <a:cs typeface="Times New Roman"/>
              </a:rPr>
              <a:t> </a:t>
            </a:r>
            <a:r>
              <a:rPr sz="1400" b="1" dirty="0">
                <a:latin typeface="Times New Roman"/>
                <a:cs typeface="Times New Roman"/>
              </a:rPr>
              <a:t>for</a:t>
            </a:r>
            <a:r>
              <a:rPr sz="1400" b="1" spc="-30" dirty="0">
                <a:latin typeface="Times New Roman"/>
                <a:cs typeface="Times New Roman"/>
              </a:rPr>
              <a:t> </a:t>
            </a:r>
            <a:r>
              <a:rPr sz="1400" b="1" dirty="0">
                <a:latin typeface="Times New Roman"/>
                <a:cs typeface="Times New Roman"/>
              </a:rPr>
              <a:t>Analysis:</a:t>
            </a:r>
            <a:r>
              <a:rPr sz="1400" b="1" spc="-20" dirty="0">
                <a:latin typeface="Times New Roman"/>
                <a:cs typeface="Times New Roman"/>
              </a:rPr>
              <a:t> </a:t>
            </a:r>
            <a:r>
              <a:rPr sz="1400" dirty="0">
                <a:latin typeface="Times New Roman"/>
                <a:cs typeface="Times New Roman"/>
              </a:rPr>
              <a:t>Store</a:t>
            </a:r>
            <a:r>
              <a:rPr sz="1400" spc="-25" dirty="0">
                <a:latin typeface="Times New Roman"/>
                <a:cs typeface="Times New Roman"/>
              </a:rPr>
              <a:t> </a:t>
            </a:r>
            <a:r>
              <a:rPr sz="1400" dirty="0">
                <a:latin typeface="Times New Roman"/>
                <a:cs typeface="Times New Roman"/>
              </a:rPr>
              <a:t>sensor</a:t>
            </a:r>
            <a:r>
              <a:rPr sz="1400" spc="-40" dirty="0">
                <a:latin typeface="Times New Roman"/>
                <a:cs typeface="Times New Roman"/>
              </a:rPr>
              <a:t> </a:t>
            </a:r>
            <a:r>
              <a:rPr sz="1400" dirty="0">
                <a:latin typeface="Times New Roman"/>
                <a:cs typeface="Times New Roman"/>
              </a:rPr>
              <a:t>readings</a:t>
            </a:r>
            <a:r>
              <a:rPr sz="1400" spc="-25" dirty="0">
                <a:latin typeface="Times New Roman"/>
                <a:cs typeface="Times New Roman"/>
              </a:rPr>
              <a:t> </a:t>
            </a:r>
            <a:r>
              <a:rPr sz="1400" dirty="0">
                <a:latin typeface="Times New Roman"/>
                <a:cs typeface="Times New Roman"/>
              </a:rPr>
              <a:t>over</a:t>
            </a:r>
            <a:r>
              <a:rPr sz="1400" spc="-35" dirty="0">
                <a:latin typeface="Times New Roman"/>
                <a:cs typeface="Times New Roman"/>
              </a:rPr>
              <a:t> </a:t>
            </a:r>
            <a:r>
              <a:rPr sz="1400" dirty="0">
                <a:latin typeface="Times New Roman"/>
                <a:cs typeface="Times New Roman"/>
              </a:rPr>
              <a:t>time</a:t>
            </a:r>
            <a:r>
              <a:rPr sz="1400" spc="-25" dirty="0">
                <a:latin typeface="Times New Roman"/>
                <a:cs typeface="Times New Roman"/>
              </a:rPr>
              <a:t> </a:t>
            </a:r>
            <a:r>
              <a:rPr sz="1400" dirty="0">
                <a:latin typeface="Times New Roman"/>
                <a:cs typeface="Times New Roman"/>
              </a:rPr>
              <a:t>to</a:t>
            </a:r>
            <a:r>
              <a:rPr sz="1400" spc="-35" dirty="0">
                <a:latin typeface="Times New Roman"/>
                <a:cs typeface="Times New Roman"/>
              </a:rPr>
              <a:t> </a:t>
            </a:r>
            <a:r>
              <a:rPr sz="1400" spc="-10" dirty="0">
                <a:latin typeface="Times New Roman"/>
                <a:cs typeface="Times New Roman"/>
              </a:rPr>
              <a:t>analyze</a:t>
            </a:r>
            <a:r>
              <a:rPr sz="1400" spc="-30" dirty="0">
                <a:latin typeface="Times New Roman"/>
                <a:cs typeface="Times New Roman"/>
              </a:rPr>
              <a:t> </a:t>
            </a:r>
            <a:r>
              <a:rPr sz="1400" dirty="0">
                <a:latin typeface="Times New Roman"/>
                <a:cs typeface="Times New Roman"/>
              </a:rPr>
              <a:t>patterns,</a:t>
            </a:r>
            <a:r>
              <a:rPr sz="1400" spc="-15" dirty="0">
                <a:latin typeface="Times New Roman"/>
                <a:cs typeface="Times New Roman"/>
              </a:rPr>
              <a:t> </a:t>
            </a:r>
            <a:r>
              <a:rPr sz="1400" spc="-10" dirty="0">
                <a:latin typeface="Times New Roman"/>
                <a:cs typeface="Times New Roman"/>
              </a:rPr>
              <a:t>which </a:t>
            </a:r>
            <a:r>
              <a:rPr sz="1400" dirty="0">
                <a:latin typeface="Times New Roman"/>
                <a:cs typeface="Times New Roman"/>
              </a:rPr>
              <a:t>is</a:t>
            </a:r>
            <a:r>
              <a:rPr sz="1400" spc="-20" dirty="0">
                <a:latin typeface="Times New Roman"/>
                <a:cs typeface="Times New Roman"/>
              </a:rPr>
              <a:t> </a:t>
            </a:r>
            <a:r>
              <a:rPr sz="1400" dirty="0">
                <a:latin typeface="Times New Roman"/>
                <a:cs typeface="Times New Roman"/>
              </a:rPr>
              <a:t>crucial</a:t>
            </a:r>
            <a:r>
              <a:rPr sz="1400" spc="-20" dirty="0">
                <a:latin typeface="Times New Roman"/>
                <a:cs typeface="Times New Roman"/>
              </a:rPr>
              <a:t> </a:t>
            </a:r>
            <a:r>
              <a:rPr sz="1400" dirty="0">
                <a:latin typeface="Times New Roman"/>
                <a:cs typeface="Times New Roman"/>
              </a:rPr>
              <a:t>for</a:t>
            </a:r>
            <a:r>
              <a:rPr sz="1400" spc="-10" dirty="0">
                <a:latin typeface="Times New Roman"/>
                <a:cs typeface="Times New Roman"/>
              </a:rPr>
              <a:t> </a:t>
            </a:r>
            <a:r>
              <a:rPr sz="1400" dirty="0">
                <a:latin typeface="Times New Roman"/>
                <a:cs typeface="Times New Roman"/>
              </a:rPr>
              <a:t>flood </a:t>
            </a:r>
            <a:r>
              <a:rPr sz="1400" spc="-10" dirty="0">
                <a:latin typeface="Times New Roman"/>
                <a:cs typeface="Times New Roman"/>
              </a:rPr>
              <a:t>forecasting</a:t>
            </a:r>
            <a:r>
              <a:rPr sz="1400" spc="-50" dirty="0">
                <a:latin typeface="Times New Roman"/>
                <a:cs typeface="Times New Roman"/>
              </a:rPr>
              <a:t> </a:t>
            </a:r>
            <a:r>
              <a:rPr sz="1400" dirty="0">
                <a:latin typeface="Times New Roman"/>
                <a:cs typeface="Times New Roman"/>
              </a:rPr>
              <a:t>and urban</a:t>
            </a:r>
            <a:r>
              <a:rPr sz="1400" spc="-40" dirty="0">
                <a:latin typeface="Times New Roman"/>
                <a:cs typeface="Times New Roman"/>
              </a:rPr>
              <a:t> </a:t>
            </a:r>
            <a:r>
              <a:rPr sz="1400" spc="-10" dirty="0">
                <a:latin typeface="Times New Roman"/>
                <a:cs typeface="Times New Roman"/>
              </a:rPr>
              <a:t>planning.</a:t>
            </a:r>
            <a:endParaRPr sz="1400">
              <a:latin typeface="Times New Roman"/>
              <a:cs typeface="Times New Roman"/>
            </a:endParaRPr>
          </a:p>
          <a:p>
            <a:pPr marL="469265" marR="129539" indent="-228600">
              <a:lnSpc>
                <a:spcPts val="2430"/>
              </a:lnSpc>
              <a:spcBef>
                <a:spcPts val="200"/>
              </a:spcBef>
              <a:buSzPct val="71428"/>
              <a:buFont typeface="Symbol"/>
              <a:buChar char=""/>
              <a:tabLst>
                <a:tab pos="469265" algn="l"/>
              </a:tabLst>
            </a:pPr>
            <a:r>
              <a:rPr sz="1400" b="1" dirty="0">
                <a:latin typeface="Times New Roman"/>
                <a:cs typeface="Times New Roman"/>
              </a:rPr>
              <a:t>Remote</a:t>
            </a:r>
            <a:r>
              <a:rPr sz="1400" b="1" spc="-45" dirty="0">
                <a:latin typeface="Times New Roman"/>
                <a:cs typeface="Times New Roman"/>
              </a:rPr>
              <a:t> </a:t>
            </a:r>
            <a:r>
              <a:rPr sz="1400" b="1" dirty="0">
                <a:latin typeface="Times New Roman"/>
                <a:cs typeface="Times New Roman"/>
              </a:rPr>
              <a:t>Configuration:</a:t>
            </a:r>
            <a:r>
              <a:rPr sz="1400" b="1" spc="-10" dirty="0">
                <a:latin typeface="Times New Roman"/>
                <a:cs typeface="Times New Roman"/>
              </a:rPr>
              <a:t> </a:t>
            </a:r>
            <a:r>
              <a:rPr sz="1400" dirty="0">
                <a:latin typeface="Times New Roman"/>
                <a:cs typeface="Times New Roman"/>
              </a:rPr>
              <a:t>Allow</a:t>
            </a:r>
            <a:r>
              <a:rPr sz="1400" spc="-50" dirty="0">
                <a:latin typeface="Times New Roman"/>
                <a:cs typeface="Times New Roman"/>
              </a:rPr>
              <a:t> </a:t>
            </a:r>
            <a:r>
              <a:rPr sz="1400" dirty="0">
                <a:latin typeface="Times New Roman"/>
                <a:cs typeface="Times New Roman"/>
              </a:rPr>
              <a:t>remote</a:t>
            </a:r>
            <a:r>
              <a:rPr sz="1400" spc="-40" dirty="0">
                <a:latin typeface="Times New Roman"/>
                <a:cs typeface="Times New Roman"/>
              </a:rPr>
              <a:t> </a:t>
            </a:r>
            <a:r>
              <a:rPr sz="1400" dirty="0">
                <a:latin typeface="Times New Roman"/>
                <a:cs typeface="Times New Roman"/>
              </a:rPr>
              <a:t>changes</a:t>
            </a:r>
            <a:r>
              <a:rPr sz="1400" spc="-35" dirty="0">
                <a:latin typeface="Times New Roman"/>
                <a:cs typeface="Times New Roman"/>
              </a:rPr>
              <a:t> </a:t>
            </a:r>
            <a:r>
              <a:rPr sz="1400" dirty="0">
                <a:latin typeface="Times New Roman"/>
                <a:cs typeface="Times New Roman"/>
              </a:rPr>
              <a:t>to</a:t>
            </a:r>
            <a:r>
              <a:rPr sz="1400" spc="-50" dirty="0">
                <a:latin typeface="Times New Roman"/>
                <a:cs typeface="Times New Roman"/>
              </a:rPr>
              <a:t> </a:t>
            </a:r>
            <a:r>
              <a:rPr sz="1400" dirty="0">
                <a:latin typeface="Times New Roman"/>
                <a:cs typeface="Times New Roman"/>
              </a:rPr>
              <a:t>system</a:t>
            </a:r>
            <a:r>
              <a:rPr sz="1400" spc="-65" dirty="0">
                <a:latin typeface="Times New Roman"/>
                <a:cs typeface="Times New Roman"/>
              </a:rPr>
              <a:t> </a:t>
            </a:r>
            <a:r>
              <a:rPr sz="1400" dirty="0">
                <a:latin typeface="Times New Roman"/>
                <a:cs typeface="Times New Roman"/>
              </a:rPr>
              <a:t>settings</a:t>
            </a:r>
            <a:r>
              <a:rPr sz="1400" spc="-20" dirty="0">
                <a:latin typeface="Times New Roman"/>
                <a:cs typeface="Times New Roman"/>
              </a:rPr>
              <a:t> </a:t>
            </a:r>
            <a:r>
              <a:rPr sz="1400" dirty="0">
                <a:latin typeface="Times New Roman"/>
                <a:cs typeface="Times New Roman"/>
              </a:rPr>
              <a:t>like</a:t>
            </a:r>
            <a:r>
              <a:rPr sz="1400" spc="-40" dirty="0">
                <a:latin typeface="Times New Roman"/>
                <a:cs typeface="Times New Roman"/>
              </a:rPr>
              <a:t> </a:t>
            </a:r>
            <a:r>
              <a:rPr sz="1400" dirty="0">
                <a:latin typeface="Times New Roman"/>
                <a:cs typeface="Times New Roman"/>
              </a:rPr>
              <a:t>alert</a:t>
            </a:r>
            <a:r>
              <a:rPr sz="1400" spc="-15" dirty="0">
                <a:latin typeface="Times New Roman"/>
                <a:cs typeface="Times New Roman"/>
              </a:rPr>
              <a:t> </a:t>
            </a:r>
            <a:r>
              <a:rPr sz="1400" spc="-10" dirty="0">
                <a:latin typeface="Times New Roman"/>
                <a:cs typeface="Times New Roman"/>
              </a:rPr>
              <a:t>thresholds, </a:t>
            </a:r>
            <a:r>
              <a:rPr sz="1400" dirty="0">
                <a:latin typeface="Times New Roman"/>
                <a:cs typeface="Times New Roman"/>
              </a:rPr>
              <a:t>sensor</a:t>
            </a:r>
            <a:r>
              <a:rPr sz="1400" spc="-55" dirty="0">
                <a:latin typeface="Times New Roman"/>
                <a:cs typeface="Times New Roman"/>
              </a:rPr>
              <a:t> </a:t>
            </a:r>
            <a:r>
              <a:rPr sz="1400" dirty="0">
                <a:latin typeface="Times New Roman"/>
                <a:cs typeface="Times New Roman"/>
              </a:rPr>
              <a:t>calibration,</a:t>
            </a:r>
            <a:r>
              <a:rPr sz="1400" spc="-40" dirty="0">
                <a:latin typeface="Times New Roman"/>
                <a:cs typeface="Times New Roman"/>
              </a:rPr>
              <a:t> </a:t>
            </a:r>
            <a:r>
              <a:rPr sz="1400" dirty="0">
                <a:latin typeface="Times New Roman"/>
                <a:cs typeface="Times New Roman"/>
              </a:rPr>
              <a:t>or</a:t>
            </a:r>
            <a:r>
              <a:rPr sz="1400" spc="-55" dirty="0">
                <a:latin typeface="Times New Roman"/>
                <a:cs typeface="Times New Roman"/>
              </a:rPr>
              <a:t> </a:t>
            </a:r>
            <a:r>
              <a:rPr sz="1400" dirty="0">
                <a:latin typeface="Times New Roman"/>
                <a:cs typeface="Times New Roman"/>
              </a:rPr>
              <a:t>notification</a:t>
            </a:r>
            <a:r>
              <a:rPr sz="1400" spc="-50" dirty="0">
                <a:latin typeface="Times New Roman"/>
                <a:cs typeface="Times New Roman"/>
              </a:rPr>
              <a:t> </a:t>
            </a:r>
            <a:r>
              <a:rPr sz="1400" spc="-10" dirty="0">
                <a:latin typeface="Times New Roman"/>
                <a:cs typeface="Times New Roman"/>
              </a:rPr>
              <a:t>methods.</a:t>
            </a:r>
            <a:endParaRPr sz="1400">
              <a:latin typeface="Times New Roman"/>
              <a:cs typeface="Times New Roman"/>
            </a:endParaRPr>
          </a:p>
          <a:p>
            <a:pPr>
              <a:lnSpc>
                <a:spcPct val="100000"/>
              </a:lnSpc>
              <a:spcBef>
                <a:spcPts val="1535"/>
              </a:spcBef>
              <a:buFont typeface="Symbol"/>
              <a:buChar char=""/>
            </a:pPr>
            <a:endParaRPr sz="1400">
              <a:latin typeface="Times New Roman"/>
              <a:cs typeface="Times New Roman"/>
            </a:endParaRPr>
          </a:p>
          <a:p>
            <a:pPr marL="12700">
              <a:lnSpc>
                <a:spcPct val="100000"/>
              </a:lnSpc>
              <a:spcBef>
                <a:spcPts val="5"/>
              </a:spcBef>
            </a:pPr>
            <a:r>
              <a:rPr sz="1400" dirty="0">
                <a:latin typeface="Segoe UI Emoji"/>
                <a:cs typeface="Segoe UI Emoji"/>
              </a:rPr>
              <a:t>🤖</a:t>
            </a:r>
            <a:r>
              <a:rPr sz="1400" spc="-50" dirty="0">
                <a:latin typeface="Segoe UI Emoji"/>
                <a:cs typeface="Segoe UI Emoji"/>
              </a:rPr>
              <a:t> </a:t>
            </a:r>
            <a:r>
              <a:rPr sz="1400" b="1" dirty="0">
                <a:latin typeface="Times New Roman"/>
                <a:cs typeface="Times New Roman"/>
              </a:rPr>
              <a:t>2.</a:t>
            </a:r>
            <a:r>
              <a:rPr sz="1400" b="1" spc="-15" dirty="0">
                <a:latin typeface="Times New Roman"/>
                <a:cs typeface="Times New Roman"/>
              </a:rPr>
              <a:t> </a:t>
            </a:r>
            <a:r>
              <a:rPr sz="1400" b="1" spc="-10" dirty="0">
                <a:latin typeface="Times New Roman"/>
                <a:cs typeface="Times New Roman"/>
              </a:rPr>
              <a:t>AI/ML-</a:t>
            </a:r>
            <a:r>
              <a:rPr sz="1400" b="1" dirty="0">
                <a:latin typeface="Times New Roman"/>
                <a:cs typeface="Times New Roman"/>
              </a:rPr>
              <a:t>Based</a:t>
            </a:r>
            <a:r>
              <a:rPr sz="1400" b="1" spc="-10" dirty="0">
                <a:latin typeface="Times New Roman"/>
                <a:cs typeface="Times New Roman"/>
              </a:rPr>
              <a:t> Prediction</a:t>
            </a:r>
            <a:endParaRPr sz="1400">
              <a:latin typeface="Times New Roman"/>
              <a:cs typeface="Times New Roman"/>
            </a:endParaRPr>
          </a:p>
          <a:p>
            <a:pPr marL="469265" marR="82550" indent="-228600">
              <a:lnSpc>
                <a:spcPct val="144300"/>
              </a:lnSpc>
              <a:spcBef>
                <a:spcPts val="145"/>
              </a:spcBef>
              <a:buSzPct val="71428"/>
              <a:buFont typeface="Symbol"/>
              <a:buChar char=""/>
              <a:tabLst>
                <a:tab pos="469265" algn="l"/>
              </a:tabLst>
            </a:pPr>
            <a:r>
              <a:rPr sz="1400" b="1" dirty="0">
                <a:latin typeface="Times New Roman"/>
                <a:cs typeface="Times New Roman"/>
              </a:rPr>
              <a:t>Machine</a:t>
            </a:r>
            <a:r>
              <a:rPr sz="1400" b="1" spc="-50" dirty="0">
                <a:latin typeface="Times New Roman"/>
                <a:cs typeface="Times New Roman"/>
              </a:rPr>
              <a:t> </a:t>
            </a:r>
            <a:r>
              <a:rPr sz="1400" b="1" dirty="0">
                <a:latin typeface="Times New Roman"/>
                <a:cs typeface="Times New Roman"/>
              </a:rPr>
              <a:t>Learning</a:t>
            </a:r>
            <a:r>
              <a:rPr sz="1400" b="1" spc="-50" dirty="0">
                <a:latin typeface="Times New Roman"/>
                <a:cs typeface="Times New Roman"/>
              </a:rPr>
              <a:t> </a:t>
            </a:r>
            <a:r>
              <a:rPr sz="1400" b="1" dirty="0">
                <a:latin typeface="Times New Roman"/>
                <a:cs typeface="Times New Roman"/>
              </a:rPr>
              <a:t>Algorithms:</a:t>
            </a:r>
            <a:r>
              <a:rPr sz="1400" b="1" spc="-25" dirty="0">
                <a:latin typeface="Times New Roman"/>
                <a:cs typeface="Times New Roman"/>
              </a:rPr>
              <a:t> </a:t>
            </a:r>
            <a:r>
              <a:rPr sz="1400" dirty="0">
                <a:latin typeface="Times New Roman"/>
                <a:cs typeface="Times New Roman"/>
              </a:rPr>
              <a:t>Use</a:t>
            </a:r>
            <a:r>
              <a:rPr sz="1400" spc="-50" dirty="0">
                <a:latin typeface="Times New Roman"/>
                <a:cs typeface="Times New Roman"/>
              </a:rPr>
              <a:t> </a:t>
            </a:r>
            <a:r>
              <a:rPr sz="1400" dirty="0">
                <a:latin typeface="Times New Roman"/>
                <a:cs typeface="Times New Roman"/>
              </a:rPr>
              <a:t>historical</a:t>
            </a:r>
            <a:r>
              <a:rPr sz="1400" spc="-50" dirty="0">
                <a:latin typeface="Times New Roman"/>
                <a:cs typeface="Times New Roman"/>
              </a:rPr>
              <a:t> </a:t>
            </a:r>
            <a:r>
              <a:rPr sz="1400" dirty="0">
                <a:latin typeface="Times New Roman"/>
                <a:cs typeface="Times New Roman"/>
              </a:rPr>
              <a:t>flood</a:t>
            </a:r>
            <a:r>
              <a:rPr sz="1400" spc="-50" dirty="0">
                <a:latin typeface="Times New Roman"/>
                <a:cs typeface="Times New Roman"/>
              </a:rPr>
              <a:t> </a:t>
            </a:r>
            <a:r>
              <a:rPr sz="1400" dirty="0">
                <a:latin typeface="Times New Roman"/>
                <a:cs typeface="Times New Roman"/>
              </a:rPr>
              <a:t>data,</a:t>
            </a:r>
            <a:r>
              <a:rPr sz="1400" spc="-35" dirty="0">
                <a:latin typeface="Times New Roman"/>
                <a:cs typeface="Times New Roman"/>
              </a:rPr>
              <a:t> </a:t>
            </a:r>
            <a:r>
              <a:rPr sz="1400" dirty="0">
                <a:latin typeface="Times New Roman"/>
                <a:cs typeface="Times New Roman"/>
              </a:rPr>
              <a:t>rainfall</a:t>
            </a:r>
            <a:r>
              <a:rPr sz="1400" spc="-55" dirty="0">
                <a:latin typeface="Times New Roman"/>
                <a:cs typeface="Times New Roman"/>
              </a:rPr>
              <a:t> </a:t>
            </a:r>
            <a:r>
              <a:rPr sz="1400" dirty="0">
                <a:latin typeface="Times New Roman"/>
                <a:cs typeface="Times New Roman"/>
              </a:rPr>
              <a:t>intensity,</a:t>
            </a:r>
            <a:r>
              <a:rPr sz="1400" spc="-35" dirty="0">
                <a:latin typeface="Times New Roman"/>
                <a:cs typeface="Times New Roman"/>
              </a:rPr>
              <a:t> </a:t>
            </a:r>
            <a:r>
              <a:rPr sz="1400" dirty="0">
                <a:latin typeface="Times New Roman"/>
                <a:cs typeface="Times New Roman"/>
              </a:rPr>
              <a:t>and</a:t>
            </a:r>
            <a:r>
              <a:rPr sz="1400" spc="-50" dirty="0">
                <a:latin typeface="Times New Roman"/>
                <a:cs typeface="Times New Roman"/>
              </a:rPr>
              <a:t> </a:t>
            </a:r>
            <a:r>
              <a:rPr sz="1400" spc="-10" dirty="0">
                <a:latin typeface="Times New Roman"/>
                <a:cs typeface="Times New Roman"/>
              </a:rPr>
              <a:t>sensor </a:t>
            </a:r>
            <a:r>
              <a:rPr sz="1400" dirty="0">
                <a:latin typeface="Times New Roman"/>
                <a:cs typeface="Times New Roman"/>
              </a:rPr>
              <a:t>readings</a:t>
            </a:r>
            <a:r>
              <a:rPr sz="1400" spc="-35" dirty="0">
                <a:latin typeface="Times New Roman"/>
                <a:cs typeface="Times New Roman"/>
              </a:rPr>
              <a:t> </a:t>
            </a:r>
            <a:r>
              <a:rPr sz="1400" dirty="0">
                <a:latin typeface="Times New Roman"/>
                <a:cs typeface="Times New Roman"/>
              </a:rPr>
              <a:t>to</a:t>
            </a:r>
            <a:r>
              <a:rPr sz="1400" spc="-35" dirty="0">
                <a:latin typeface="Times New Roman"/>
                <a:cs typeface="Times New Roman"/>
              </a:rPr>
              <a:t> </a:t>
            </a:r>
            <a:r>
              <a:rPr sz="1400" dirty="0">
                <a:latin typeface="Times New Roman"/>
                <a:cs typeface="Times New Roman"/>
              </a:rPr>
              <a:t>train</a:t>
            </a:r>
            <a:r>
              <a:rPr sz="1400" spc="-40" dirty="0">
                <a:latin typeface="Times New Roman"/>
                <a:cs typeface="Times New Roman"/>
              </a:rPr>
              <a:t> </a:t>
            </a:r>
            <a:r>
              <a:rPr sz="1400" dirty="0">
                <a:latin typeface="Times New Roman"/>
                <a:cs typeface="Times New Roman"/>
              </a:rPr>
              <a:t>models</a:t>
            </a:r>
            <a:r>
              <a:rPr sz="1400" spc="-30" dirty="0">
                <a:latin typeface="Times New Roman"/>
                <a:cs typeface="Times New Roman"/>
              </a:rPr>
              <a:t> </a:t>
            </a:r>
            <a:r>
              <a:rPr sz="1400" dirty="0">
                <a:latin typeface="Times New Roman"/>
                <a:cs typeface="Times New Roman"/>
              </a:rPr>
              <a:t>that</a:t>
            </a:r>
            <a:r>
              <a:rPr sz="1400" spc="-40" dirty="0">
                <a:latin typeface="Times New Roman"/>
                <a:cs typeface="Times New Roman"/>
              </a:rPr>
              <a:t> </a:t>
            </a:r>
            <a:r>
              <a:rPr sz="1400" dirty="0">
                <a:latin typeface="Times New Roman"/>
                <a:cs typeface="Times New Roman"/>
              </a:rPr>
              <a:t>can</a:t>
            </a:r>
            <a:r>
              <a:rPr sz="1400" spc="-55" dirty="0">
                <a:latin typeface="Times New Roman"/>
                <a:cs typeface="Times New Roman"/>
              </a:rPr>
              <a:t> </a:t>
            </a:r>
            <a:r>
              <a:rPr sz="1400" dirty="0">
                <a:latin typeface="Times New Roman"/>
                <a:cs typeface="Times New Roman"/>
              </a:rPr>
              <a:t>predict</a:t>
            </a:r>
            <a:r>
              <a:rPr sz="1400" spc="-20" dirty="0">
                <a:latin typeface="Times New Roman"/>
                <a:cs typeface="Times New Roman"/>
              </a:rPr>
              <a:t> </a:t>
            </a:r>
            <a:r>
              <a:rPr sz="1400" dirty="0">
                <a:latin typeface="Times New Roman"/>
                <a:cs typeface="Times New Roman"/>
              </a:rPr>
              <a:t>floods</a:t>
            </a:r>
            <a:r>
              <a:rPr sz="1400" spc="-30" dirty="0">
                <a:latin typeface="Times New Roman"/>
                <a:cs typeface="Times New Roman"/>
              </a:rPr>
              <a:t> </a:t>
            </a:r>
            <a:r>
              <a:rPr sz="1400" dirty="0">
                <a:latin typeface="Times New Roman"/>
                <a:cs typeface="Times New Roman"/>
              </a:rPr>
              <a:t>before</a:t>
            </a:r>
            <a:r>
              <a:rPr sz="1400" spc="-35" dirty="0">
                <a:latin typeface="Times New Roman"/>
                <a:cs typeface="Times New Roman"/>
              </a:rPr>
              <a:t> </a:t>
            </a:r>
            <a:r>
              <a:rPr sz="1400" dirty="0">
                <a:latin typeface="Times New Roman"/>
                <a:cs typeface="Times New Roman"/>
              </a:rPr>
              <a:t>they</a:t>
            </a:r>
            <a:r>
              <a:rPr sz="1400" spc="-40" dirty="0">
                <a:latin typeface="Times New Roman"/>
                <a:cs typeface="Times New Roman"/>
              </a:rPr>
              <a:t> </a:t>
            </a:r>
            <a:r>
              <a:rPr sz="1400" spc="-10" dirty="0">
                <a:latin typeface="Times New Roman"/>
                <a:cs typeface="Times New Roman"/>
              </a:rPr>
              <a:t>happen.</a:t>
            </a:r>
            <a:endParaRPr sz="1400">
              <a:latin typeface="Times New Roman"/>
              <a:cs typeface="Times New Roman"/>
            </a:endParaRPr>
          </a:p>
          <a:p>
            <a:pPr marL="469265" marR="5080" indent="-228600">
              <a:lnSpc>
                <a:spcPts val="2420"/>
              </a:lnSpc>
              <a:spcBef>
                <a:spcPts val="185"/>
              </a:spcBef>
              <a:buSzPct val="71428"/>
              <a:buFont typeface="Symbol"/>
              <a:buChar char=""/>
              <a:tabLst>
                <a:tab pos="469265" algn="l"/>
              </a:tabLst>
            </a:pPr>
            <a:r>
              <a:rPr sz="1400" b="1" dirty="0">
                <a:latin typeface="Times New Roman"/>
                <a:cs typeface="Times New Roman"/>
              </a:rPr>
              <a:t>Anomaly</a:t>
            </a:r>
            <a:r>
              <a:rPr sz="1400" b="1" spc="-35" dirty="0">
                <a:latin typeface="Times New Roman"/>
                <a:cs typeface="Times New Roman"/>
              </a:rPr>
              <a:t> </a:t>
            </a:r>
            <a:r>
              <a:rPr sz="1400" b="1" dirty="0">
                <a:latin typeface="Times New Roman"/>
                <a:cs typeface="Times New Roman"/>
              </a:rPr>
              <a:t>Detection:</a:t>
            </a:r>
            <a:r>
              <a:rPr sz="1400" b="1" spc="-35" dirty="0">
                <a:latin typeface="Times New Roman"/>
                <a:cs typeface="Times New Roman"/>
              </a:rPr>
              <a:t> </a:t>
            </a:r>
            <a:r>
              <a:rPr sz="1400" dirty="0">
                <a:latin typeface="Times New Roman"/>
                <a:cs typeface="Times New Roman"/>
              </a:rPr>
              <a:t>Implement</a:t>
            </a:r>
            <a:r>
              <a:rPr sz="1400" spc="-30" dirty="0">
                <a:latin typeface="Times New Roman"/>
                <a:cs typeface="Times New Roman"/>
              </a:rPr>
              <a:t> </a:t>
            </a:r>
            <a:r>
              <a:rPr sz="1400" dirty="0">
                <a:latin typeface="Times New Roman"/>
                <a:cs typeface="Times New Roman"/>
              </a:rPr>
              <a:t>AI</a:t>
            </a:r>
            <a:r>
              <a:rPr sz="1400" spc="-3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identify</a:t>
            </a:r>
            <a:r>
              <a:rPr sz="1400" spc="-15" dirty="0">
                <a:latin typeface="Times New Roman"/>
                <a:cs typeface="Times New Roman"/>
              </a:rPr>
              <a:t> </a:t>
            </a:r>
            <a:r>
              <a:rPr sz="1400" dirty="0">
                <a:latin typeface="Times New Roman"/>
                <a:cs typeface="Times New Roman"/>
              </a:rPr>
              <a:t>unusual</a:t>
            </a:r>
            <a:r>
              <a:rPr sz="1400" spc="-55" dirty="0">
                <a:latin typeface="Times New Roman"/>
                <a:cs typeface="Times New Roman"/>
              </a:rPr>
              <a:t> </a:t>
            </a:r>
            <a:r>
              <a:rPr sz="1400" dirty="0">
                <a:latin typeface="Times New Roman"/>
                <a:cs typeface="Times New Roman"/>
              </a:rPr>
              <a:t>patterns in</a:t>
            </a:r>
            <a:r>
              <a:rPr sz="1400" spc="-55" dirty="0">
                <a:latin typeface="Times New Roman"/>
                <a:cs typeface="Times New Roman"/>
              </a:rPr>
              <a:t> </a:t>
            </a:r>
            <a:r>
              <a:rPr sz="1400" dirty="0">
                <a:latin typeface="Times New Roman"/>
                <a:cs typeface="Times New Roman"/>
              </a:rPr>
              <a:t>sensor</a:t>
            </a:r>
            <a:r>
              <a:rPr sz="1400" spc="-40" dirty="0">
                <a:latin typeface="Times New Roman"/>
                <a:cs typeface="Times New Roman"/>
              </a:rPr>
              <a:t> </a:t>
            </a:r>
            <a:r>
              <a:rPr sz="1400" dirty="0">
                <a:latin typeface="Times New Roman"/>
                <a:cs typeface="Times New Roman"/>
              </a:rPr>
              <a:t>data</a:t>
            </a:r>
            <a:r>
              <a:rPr sz="1400" spc="-25" dirty="0">
                <a:latin typeface="Times New Roman"/>
                <a:cs typeface="Times New Roman"/>
              </a:rPr>
              <a:t> </a:t>
            </a:r>
            <a:r>
              <a:rPr sz="1400" dirty="0">
                <a:latin typeface="Times New Roman"/>
                <a:cs typeface="Times New Roman"/>
              </a:rPr>
              <a:t>that</a:t>
            </a:r>
            <a:r>
              <a:rPr sz="1400" spc="-10" dirty="0">
                <a:latin typeface="Times New Roman"/>
                <a:cs typeface="Times New Roman"/>
              </a:rPr>
              <a:t> might </a:t>
            </a:r>
            <a:r>
              <a:rPr sz="1400" dirty="0">
                <a:latin typeface="Times New Roman"/>
                <a:cs typeface="Times New Roman"/>
              </a:rPr>
              <a:t>indicate</a:t>
            </a:r>
            <a:r>
              <a:rPr sz="1400" spc="-55" dirty="0">
                <a:latin typeface="Times New Roman"/>
                <a:cs typeface="Times New Roman"/>
              </a:rPr>
              <a:t> </a:t>
            </a:r>
            <a:r>
              <a:rPr sz="1400" dirty="0">
                <a:latin typeface="Times New Roman"/>
                <a:cs typeface="Times New Roman"/>
              </a:rPr>
              <a:t>sensor</a:t>
            </a:r>
            <a:r>
              <a:rPr sz="1400" spc="-30" dirty="0">
                <a:latin typeface="Times New Roman"/>
                <a:cs typeface="Times New Roman"/>
              </a:rPr>
              <a:t> </a:t>
            </a:r>
            <a:r>
              <a:rPr sz="1400" dirty="0">
                <a:latin typeface="Times New Roman"/>
                <a:cs typeface="Times New Roman"/>
              </a:rPr>
              <a:t>failure</a:t>
            </a:r>
            <a:r>
              <a:rPr sz="1400" spc="-40" dirty="0">
                <a:latin typeface="Times New Roman"/>
                <a:cs typeface="Times New Roman"/>
              </a:rPr>
              <a:t> </a:t>
            </a:r>
            <a:r>
              <a:rPr sz="1400" dirty="0">
                <a:latin typeface="Times New Roman"/>
                <a:cs typeface="Times New Roman"/>
              </a:rPr>
              <a:t>or</a:t>
            </a:r>
            <a:r>
              <a:rPr sz="1400" spc="-50" dirty="0">
                <a:latin typeface="Times New Roman"/>
                <a:cs typeface="Times New Roman"/>
              </a:rPr>
              <a:t> </a:t>
            </a:r>
            <a:r>
              <a:rPr sz="1400" dirty="0">
                <a:latin typeface="Times New Roman"/>
                <a:cs typeface="Times New Roman"/>
              </a:rPr>
              <a:t>sudden</a:t>
            </a:r>
            <a:r>
              <a:rPr sz="1400" spc="-65" dirty="0">
                <a:latin typeface="Times New Roman"/>
                <a:cs typeface="Times New Roman"/>
              </a:rPr>
              <a:t> </a:t>
            </a:r>
            <a:r>
              <a:rPr sz="1400" dirty="0">
                <a:latin typeface="Times New Roman"/>
                <a:cs typeface="Times New Roman"/>
              </a:rPr>
              <a:t>environmental</a:t>
            </a:r>
            <a:r>
              <a:rPr sz="1400" spc="-65" dirty="0">
                <a:latin typeface="Times New Roman"/>
                <a:cs typeface="Times New Roman"/>
              </a:rPr>
              <a:t> </a:t>
            </a:r>
            <a:r>
              <a:rPr sz="1400" spc="-10" dirty="0">
                <a:latin typeface="Times New Roman"/>
                <a:cs typeface="Times New Roman"/>
              </a:rPr>
              <a:t>changes.</a:t>
            </a:r>
            <a:endParaRPr sz="1400">
              <a:latin typeface="Times New Roman"/>
              <a:cs typeface="Times New Roman"/>
            </a:endParaRPr>
          </a:p>
          <a:p>
            <a:pPr>
              <a:lnSpc>
                <a:spcPct val="100000"/>
              </a:lnSpc>
              <a:spcBef>
                <a:spcPts val="1550"/>
              </a:spcBef>
              <a:buFont typeface="Symbol"/>
              <a:buChar char=""/>
            </a:pPr>
            <a:endParaRPr sz="1400">
              <a:latin typeface="Times New Roman"/>
              <a:cs typeface="Times New Roman"/>
            </a:endParaRPr>
          </a:p>
          <a:p>
            <a:pPr marL="12700">
              <a:lnSpc>
                <a:spcPct val="100000"/>
              </a:lnSpc>
            </a:pPr>
            <a:r>
              <a:rPr sz="1400" spc="-975" dirty="0">
                <a:latin typeface="Segoe UI Emoji"/>
                <a:cs typeface="Segoe UI Emoji"/>
              </a:rPr>
              <a:t>🌦️</a:t>
            </a:r>
            <a:r>
              <a:rPr sz="1400" spc="-35" dirty="0">
                <a:latin typeface="Segoe UI Emoji"/>
                <a:cs typeface="Segoe UI Emoji"/>
              </a:rPr>
              <a:t> </a:t>
            </a:r>
            <a:r>
              <a:rPr sz="1400" b="1" dirty="0">
                <a:latin typeface="Times New Roman"/>
                <a:cs typeface="Times New Roman"/>
              </a:rPr>
              <a:t>3.</a:t>
            </a:r>
            <a:r>
              <a:rPr sz="1400" b="1" spc="-35" dirty="0">
                <a:latin typeface="Times New Roman"/>
                <a:cs typeface="Times New Roman"/>
              </a:rPr>
              <a:t> </a:t>
            </a:r>
            <a:r>
              <a:rPr sz="1400" b="1" spc="-10" dirty="0">
                <a:latin typeface="Times New Roman"/>
                <a:cs typeface="Times New Roman"/>
              </a:rPr>
              <a:t>Weather</a:t>
            </a:r>
            <a:r>
              <a:rPr sz="1400" b="1" spc="-5" dirty="0">
                <a:latin typeface="Times New Roman"/>
                <a:cs typeface="Times New Roman"/>
              </a:rPr>
              <a:t> </a:t>
            </a:r>
            <a:r>
              <a:rPr sz="1400" b="1" dirty="0">
                <a:latin typeface="Times New Roman"/>
                <a:cs typeface="Times New Roman"/>
              </a:rPr>
              <a:t>API </a:t>
            </a:r>
            <a:r>
              <a:rPr sz="1400" b="1" spc="-10" dirty="0">
                <a:latin typeface="Times New Roman"/>
                <a:cs typeface="Times New Roman"/>
              </a:rPr>
              <a:t>Integration</a:t>
            </a:r>
            <a:endParaRPr sz="1400">
              <a:latin typeface="Times New Roman"/>
              <a:cs typeface="Times New Roman"/>
            </a:endParaRPr>
          </a:p>
          <a:p>
            <a:pPr marL="469265" marR="1078230" indent="-228600">
              <a:lnSpc>
                <a:spcPct val="143000"/>
              </a:lnSpc>
              <a:spcBef>
                <a:spcPts val="190"/>
              </a:spcBef>
              <a:buSzPct val="71428"/>
              <a:buFont typeface="Symbol"/>
              <a:buChar char=""/>
              <a:tabLst>
                <a:tab pos="469265" algn="l"/>
              </a:tabLst>
            </a:pPr>
            <a:r>
              <a:rPr sz="1400" b="1" spc="-10" dirty="0">
                <a:latin typeface="Times New Roman"/>
                <a:cs typeface="Times New Roman"/>
              </a:rPr>
              <a:t>Real-</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Weather</a:t>
            </a:r>
            <a:r>
              <a:rPr sz="1400" b="1" spc="-35" dirty="0">
                <a:latin typeface="Times New Roman"/>
                <a:cs typeface="Times New Roman"/>
              </a:rPr>
              <a:t> </a:t>
            </a:r>
            <a:r>
              <a:rPr sz="1400" b="1" dirty="0">
                <a:latin typeface="Times New Roman"/>
                <a:cs typeface="Times New Roman"/>
              </a:rPr>
              <a:t>Forecasts:</a:t>
            </a:r>
            <a:r>
              <a:rPr sz="1400" b="1" spc="5" dirty="0">
                <a:latin typeface="Times New Roman"/>
                <a:cs typeface="Times New Roman"/>
              </a:rPr>
              <a:t> </a:t>
            </a:r>
            <a:r>
              <a:rPr sz="1400" dirty="0">
                <a:latin typeface="Times New Roman"/>
                <a:cs typeface="Times New Roman"/>
              </a:rPr>
              <a:t>Fetch</a:t>
            </a:r>
            <a:r>
              <a:rPr sz="1400" spc="-55" dirty="0">
                <a:latin typeface="Times New Roman"/>
                <a:cs typeface="Times New Roman"/>
              </a:rPr>
              <a:t> </a:t>
            </a:r>
            <a:r>
              <a:rPr sz="1400" dirty="0">
                <a:latin typeface="Times New Roman"/>
                <a:cs typeface="Times New Roman"/>
              </a:rPr>
              <a:t>live</a:t>
            </a:r>
            <a:r>
              <a:rPr sz="1400" spc="-10" dirty="0">
                <a:latin typeface="Times New Roman"/>
                <a:cs typeface="Times New Roman"/>
              </a:rPr>
              <a:t> </a:t>
            </a:r>
            <a:r>
              <a:rPr sz="1400" dirty="0">
                <a:latin typeface="Times New Roman"/>
                <a:cs typeface="Times New Roman"/>
              </a:rPr>
              <a:t>weather</a:t>
            </a:r>
            <a:r>
              <a:rPr sz="1400" spc="-45" dirty="0">
                <a:latin typeface="Times New Roman"/>
                <a:cs typeface="Times New Roman"/>
              </a:rPr>
              <a:t> </a:t>
            </a:r>
            <a:r>
              <a:rPr sz="1400" dirty="0">
                <a:latin typeface="Times New Roman"/>
                <a:cs typeface="Times New Roman"/>
              </a:rPr>
              <a:t>data</a:t>
            </a:r>
            <a:r>
              <a:rPr sz="1400" spc="-10" dirty="0">
                <a:latin typeface="Times New Roman"/>
                <a:cs typeface="Times New Roman"/>
              </a:rPr>
              <a:t> </a:t>
            </a:r>
            <a:r>
              <a:rPr sz="1400" dirty="0">
                <a:latin typeface="Times New Roman"/>
                <a:cs typeface="Times New Roman"/>
              </a:rPr>
              <a:t>from</a:t>
            </a:r>
            <a:r>
              <a:rPr sz="1400" spc="-60" dirty="0">
                <a:latin typeface="Times New Roman"/>
                <a:cs typeface="Times New Roman"/>
              </a:rPr>
              <a:t> </a:t>
            </a:r>
            <a:r>
              <a:rPr sz="1400" dirty="0">
                <a:latin typeface="Times New Roman"/>
                <a:cs typeface="Times New Roman"/>
              </a:rPr>
              <a:t>APIs</a:t>
            </a:r>
            <a:r>
              <a:rPr sz="1400" spc="-5" dirty="0">
                <a:latin typeface="Times New Roman"/>
                <a:cs typeface="Times New Roman"/>
              </a:rPr>
              <a:t> </a:t>
            </a:r>
            <a:r>
              <a:rPr sz="1400" spc="-20" dirty="0">
                <a:latin typeface="Times New Roman"/>
                <a:cs typeface="Times New Roman"/>
              </a:rPr>
              <a:t>like </a:t>
            </a:r>
            <a:r>
              <a:rPr sz="1400" spc="-10" dirty="0">
                <a:latin typeface="Times New Roman"/>
                <a:cs typeface="Times New Roman"/>
              </a:rPr>
              <a:t>OpenWeatherMap</a:t>
            </a:r>
            <a:r>
              <a:rPr sz="1400" spc="-30"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correlate</a:t>
            </a:r>
            <a:r>
              <a:rPr sz="1400" spc="-25" dirty="0">
                <a:latin typeface="Times New Roman"/>
                <a:cs typeface="Times New Roman"/>
              </a:rPr>
              <a:t> </a:t>
            </a:r>
            <a:r>
              <a:rPr sz="1400" dirty="0">
                <a:latin typeface="Times New Roman"/>
                <a:cs typeface="Times New Roman"/>
              </a:rPr>
              <a:t>rainfall</a:t>
            </a:r>
            <a:r>
              <a:rPr sz="1400" spc="-55" dirty="0">
                <a:latin typeface="Times New Roman"/>
                <a:cs typeface="Times New Roman"/>
              </a:rPr>
              <a:t> </a:t>
            </a:r>
            <a:r>
              <a:rPr sz="1400" dirty="0">
                <a:latin typeface="Times New Roman"/>
                <a:cs typeface="Times New Roman"/>
              </a:rPr>
              <a:t>predictions</a:t>
            </a:r>
            <a:r>
              <a:rPr sz="1400" spc="-20" dirty="0">
                <a:latin typeface="Times New Roman"/>
                <a:cs typeface="Times New Roman"/>
              </a:rPr>
              <a:t> </a:t>
            </a:r>
            <a:r>
              <a:rPr sz="1400" dirty="0">
                <a:latin typeface="Times New Roman"/>
                <a:cs typeface="Times New Roman"/>
              </a:rPr>
              <a:t>with</a:t>
            </a:r>
            <a:r>
              <a:rPr sz="1400" spc="-45" dirty="0">
                <a:latin typeface="Times New Roman"/>
                <a:cs typeface="Times New Roman"/>
              </a:rPr>
              <a:t> </a:t>
            </a:r>
            <a:r>
              <a:rPr sz="1400" dirty="0">
                <a:latin typeface="Times New Roman"/>
                <a:cs typeface="Times New Roman"/>
              </a:rPr>
              <a:t>water</a:t>
            </a:r>
            <a:r>
              <a:rPr sz="1400" spc="-15" dirty="0">
                <a:latin typeface="Times New Roman"/>
                <a:cs typeface="Times New Roman"/>
              </a:rPr>
              <a:t> </a:t>
            </a:r>
            <a:r>
              <a:rPr sz="1400" dirty="0">
                <a:latin typeface="Times New Roman"/>
                <a:cs typeface="Times New Roman"/>
              </a:rPr>
              <a:t>level</a:t>
            </a:r>
            <a:r>
              <a:rPr sz="1400" spc="-50" dirty="0">
                <a:latin typeface="Times New Roman"/>
                <a:cs typeface="Times New Roman"/>
              </a:rPr>
              <a:t> </a:t>
            </a:r>
            <a:r>
              <a:rPr sz="1400" spc="-10" dirty="0">
                <a:latin typeface="Times New Roman"/>
                <a:cs typeface="Times New Roman"/>
              </a:rPr>
              <a:t>trends.</a:t>
            </a:r>
            <a:endParaRPr sz="1400">
              <a:latin typeface="Times New Roman"/>
              <a:cs typeface="Times New Roman"/>
            </a:endParaRPr>
          </a:p>
          <a:p>
            <a:pPr marL="469265" indent="-227965">
              <a:lnSpc>
                <a:spcPct val="100000"/>
              </a:lnSpc>
              <a:spcBef>
                <a:spcPts val="745"/>
              </a:spcBef>
              <a:buSzPct val="71428"/>
              <a:buFont typeface="Symbol"/>
              <a:buChar char=""/>
              <a:tabLst>
                <a:tab pos="469265" algn="l"/>
              </a:tabLst>
            </a:pPr>
            <a:r>
              <a:rPr sz="1400" b="1" dirty="0">
                <a:latin typeface="Times New Roman"/>
                <a:cs typeface="Times New Roman"/>
              </a:rPr>
              <a:t>Proactive</a:t>
            </a:r>
            <a:r>
              <a:rPr sz="1400" b="1" spc="-35" dirty="0">
                <a:latin typeface="Times New Roman"/>
                <a:cs typeface="Times New Roman"/>
              </a:rPr>
              <a:t> </a:t>
            </a:r>
            <a:r>
              <a:rPr sz="1400" b="1" dirty="0">
                <a:latin typeface="Times New Roman"/>
                <a:cs typeface="Times New Roman"/>
              </a:rPr>
              <a:t>Alerts:</a:t>
            </a:r>
            <a:r>
              <a:rPr sz="1400" b="1" spc="-30" dirty="0">
                <a:latin typeface="Times New Roman"/>
                <a:cs typeface="Times New Roman"/>
              </a:rPr>
              <a:t> </a:t>
            </a:r>
            <a:r>
              <a:rPr sz="1400" dirty="0">
                <a:latin typeface="Times New Roman"/>
                <a:cs typeface="Times New Roman"/>
              </a:rPr>
              <a:t>Use</a:t>
            </a:r>
            <a:r>
              <a:rPr sz="1400" spc="-35" dirty="0">
                <a:latin typeface="Times New Roman"/>
                <a:cs typeface="Times New Roman"/>
              </a:rPr>
              <a:t> </a:t>
            </a:r>
            <a:r>
              <a:rPr sz="1400" dirty="0">
                <a:latin typeface="Times New Roman"/>
                <a:cs typeface="Times New Roman"/>
              </a:rPr>
              <a:t>weather</a:t>
            </a:r>
            <a:r>
              <a:rPr sz="1400" spc="-20" dirty="0">
                <a:latin typeface="Times New Roman"/>
                <a:cs typeface="Times New Roman"/>
              </a:rPr>
              <a:t> </a:t>
            </a:r>
            <a:r>
              <a:rPr sz="1400" dirty="0">
                <a:latin typeface="Times New Roman"/>
                <a:cs typeface="Times New Roman"/>
              </a:rPr>
              <a:t>forecasts</a:t>
            </a:r>
            <a:r>
              <a:rPr sz="1400" spc="-30" dirty="0">
                <a:latin typeface="Times New Roman"/>
                <a:cs typeface="Times New Roman"/>
              </a:rPr>
              <a:t> </a:t>
            </a:r>
            <a:r>
              <a:rPr sz="1400" dirty="0">
                <a:latin typeface="Times New Roman"/>
                <a:cs typeface="Times New Roman"/>
              </a:rPr>
              <a:t>to</a:t>
            </a:r>
            <a:r>
              <a:rPr sz="1400" spc="-60" dirty="0">
                <a:latin typeface="Times New Roman"/>
                <a:cs typeface="Times New Roman"/>
              </a:rPr>
              <a:t> </a:t>
            </a:r>
            <a:r>
              <a:rPr sz="1400" dirty="0">
                <a:latin typeface="Times New Roman"/>
                <a:cs typeface="Times New Roman"/>
              </a:rPr>
              <a:t>send</a:t>
            </a:r>
            <a:r>
              <a:rPr sz="1400" spc="-40" dirty="0">
                <a:latin typeface="Times New Roman"/>
                <a:cs typeface="Times New Roman"/>
              </a:rPr>
              <a:t> </a:t>
            </a:r>
            <a:r>
              <a:rPr sz="1400" dirty="0">
                <a:latin typeface="Times New Roman"/>
                <a:cs typeface="Times New Roman"/>
              </a:rPr>
              <a:t>early</a:t>
            </a:r>
            <a:r>
              <a:rPr sz="1400" spc="-60" dirty="0">
                <a:latin typeface="Times New Roman"/>
                <a:cs typeface="Times New Roman"/>
              </a:rPr>
              <a:t> </a:t>
            </a:r>
            <a:r>
              <a:rPr sz="1400" dirty="0">
                <a:latin typeface="Times New Roman"/>
                <a:cs typeface="Times New Roman"/>
              </a:rPr>
              <a:t>warnings</a:t>
            </a:r>
            <a:r>
              <a:rPr sz="1400" spc="-25" dirty="0">
                <a:latin typeface="Times New Roman"/>
                <a:cs typeface="Times New Roman"/>
              </a:rPr>
              <a:t> </a:t>
            </a:r>
            <a:r>
              <a:rPr sz="1400" dirty="0">
                <a:latin typeface="Times New Roman"/>
                <a:cs typeface="Times New Roman"/>
              </a:rPr>
              <a:t>even</a:t>
            </a:r>
            <a:r>
              <a:rPr sz="1400" spc="-55" dirty="0">
                <a:latin typeface="Times New Roman"/>
                <a:cs typeface="Times New Roman"/>
              </a:rPr>
              <a:t> </a:t>
            </a:r>
            <a:r>
              <a:rPr sz="1400" dirty="0">
                <a:latin typeface="Times New Roman"/>
                <a:cs typeface="Times New Roman"/>
              </a:rPr>
              <a:t>before</a:t>
            </a:r>
            <a:r>
              <a:rPr sz="1400" spc="-35" dirty="0">
                <a:latin typeface="Times New Roman"/>
                <a:cs typeface="Times New Roman"/>
              </a:rPr>
              <a:t> </a:t>
            </a:r>
            <a:r>
              <a:rPr sz="1400" dirty="0">
                <a:latin typeface="Times New Roman"/>
                <a:cs typeface="Times New Roman"/>
              </a:rPr>
              <a:t>water</a:t>
            </a:r>
            <a:r>
              <a:rPr sz="1400" spc="-20" dirty="0">
                <a:latin typeface="Times New Roman"/>
                <a:cs typeface="Times New Roman"/>
              </a:rPr>
              <a:t> </a:t>
            </a:r>
            <a:r>
              <a:rPr sz="1400" spc="-10" dirty="0">
                <a:latin typeface="Times New Roman"/>
                <a:cs typeface="Times New Roman"/>
              </a:rPr>
              <a:t>levels</a:t>
            </a:r>
            <a:endParaRPr sz="1400">
              <a:latin typeface="Times New Roman"/>
              <a:cs typeface="Times New Roman"/>
            </a:endParaRPr>
          </a:p>
        </p:txBody>
      </p:sp>
      <p:sp>
        <p:nvSpPr>
          <p:cNvPr id="23" name="object 23"/>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24" name="object 24"/>
          <p:cNvSpPr txBox="1"/>
          <p:nvPr/>
        </p:nvSpPr>
        <p:spPr>
          <a:xfrm>
            <a:off x="3695191" y="9580405"/>
            <a:ext cx="172085" cy="194310"/>
          </a:xfrm>
          <a:prstGeom prst="rect">
            <a:avLst/>
          </a:prstGeom>
        </p:spPr>
        <p:txBody>
          <a:bodyPr vert="horz" wrap="square" lIns="0" tIns="0" rIns="0" bIns="0" rtlCol="0">
            <a:spAutoFit/>
          </a:bodyPr>
          <a:lstStyle/>
          <a:p>
            <a:pPr marL="12700">
              <a:lnSpc>
                <a:spcPts val="1410"/>
              </a:lnSpc>
            </a:pPr>
            <a:r>
              <a:rPr sz="1200" spc="-25" dirty="0">
                <a:latin typeface="Times New Roman"/>
                <a:cs typeface="Times New Roman"/>
              </a:rPr>
              <a:t>24</a:t>
            </a:r>
            <a:endParaRPr sz="1200">
              <a:latin typeface="Times New Roman"/>
              <a:cs typeface="Times New Roman"/>
            </a:endParaRPr>
          </a:p>
        </p:txBody>
      </p:sp>
      <p:sp>
        <p:nvSpPr>
          <p:cNvPr id="25" name="Slide Number Placeholder 24">
            <a:extLst>
              <a:ext uri="{FF2B5EF4-FFF2-40B4-BE49-F238E27FC236}">
                <a16:creationId xmlns:a16="http://schemas.microsoft.com/office/drawing/2014/main" id="{5E1C85D3-9756-BF9D-C992-D6A0C8C164E5}"/>
              </a:ext>
            </a:extLst>
          </p:cNvPr>
          <p:cNvSpPr>
            <a:spLocks noGrp="1"/>
          </p:cNvSpPr>
          <p:nvPr>
            <p:ph type="sldNum" sz="quarter" idx="7"/>
          </p:nvPr>
        </p:nvSpPr>
        <p:spPr/>
        <p:txBody>
          <a:bodyPr/>
          <a:lstStyle/>
          <a:p>
            <a:pPr marL="38100">
              <a:lnSpc>
                <a:spcPts val="1410"/>
              </a:lnSpc>
            </a:pPr>
            <a:fld id="{81D60167-4931-47E6-BA6A-407CBD079E47}" type="slidenum">
              <a:rPr lang="en-IN" spc="-50" smtClean="0"/>
              <a:t>28</a:t>
            </a:fld>
            <a:endParaRPr lang="en-IN" spc="-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304799"/>
            <a:ext cx="6958330" cy="7128509"/>
            <a:chOff x="304800" y="304799"/>
            <a:chExt cx="6958330" cy="7128509"/>
          </a:xfrm>
        </p:grpSpPr>
        <p:sp>
          <p:nvSpPr>
            <p:cNvPr id="3" name="object 3"/>
            <p:cNvSpPr/>
            <p:nvPr/>
          </p:nvSpPr>
          <p:spPr>
            <a:xfrm>
              <a:off x="359410" y="1130934"/>
              <a:ext cx="6843395" cy="20955"/>
            </a:xfrm>
            <a:custGeom>
              <a:avLst/>
              <a:gdLst/>
              <a:ahLst/>
              <a:cxnLst/>
              <a:rect l="l" t="t" r="r" b="b"/>
              <a:pathLst>
                <a:path w="6843395" h="20955">
                  <a:moveTo>
                    <a:pt x="6843052" y="127"/>
                  </a:moveTo>
                  <a:lnTo>
                    <a:pt x="6842747" y="127"/>
                  </a:lnTo>
                  <a:lnTo>
                    <a:pt x="6842747" y="0"/>
                  </a:lnTo>
                  <a:lnTo>
                    <a:pt x="0" y="0"/>
                  </a:lnTo>
                  <a:lnTo>
                    <a:pt x="0" y="20955"/>
                  </a:lnTo>
                  <a:lnTo>
                    <a:pt x="6842747" y="20955"/>
                  </a:lnTo>
                  <a:lnTo>
                    <a:pt x="6842747" y="3175"/>
                  </a:lnTo>
                  <a:lnTo>
                    <a:pt x="6843052" y="3175"/>
                  </a:lnTo>
                  <a:lnTo>
                    <a:pt x="6843052" y="127"/>
                  </a:lnTo>
                  <a:close/>
                </a:path>
              </a:pathLst>
            </a:custGeom>
            <a:solidFill>
              <a:srgbClr val="9F9F9F"/>
            </a:solidFill>
          </p:spPr>
          <p:txBody>
            <a:bodyPr wrap="square" lIns="0" tIns="0" rIns="0" bIns="0" rtlCol="0"/>
            <a:lstStyle/>
            <a:p>
              <a:endParaRPr/>
            </a:p>
          </p:txBody>
        </p:sp>
        <p:sp>
          <p:nvSpPr>
            <p:cNvPr id="4" name="object 4"/>
            <p:cNvSpPr/>
            <p:nvPr/>
          </p:nvSpPr>
          <p:spPr>
            <a:xfrm>
              <a:off x="7202423" y="1131061"/>
              <a:ext cx="3175" cy="3175"/>
            </a:xfrm>
            <a:custGeom>
              <a:avLst/>
              <a:gdLst/>
              <a:ahLst/>
              <a:cxnLst/>
              <a:rect l="l" t="t" r="r" b="b"/>
              <a:pathLst>
                <a:path w="3175" h="3175">
                  <a:moveTo>
                    <a:pt x="3047" y="0"/>
                  </a:moveTo>
                  <a:lnTo>
                    <a:pt x="0" y="0"/>
                  </a:lnTo>
                  <a:lnTo>
                    <a:pt x="0" y="3048"/>
                  </a:lnTo>
                  <a:lnTo>
                    <a:pt x="3047" y="3048"/>
                  </a:lnTo>
                  <a:lnTo>
                    <a:pt x="3047" y="0"/>
                  </a:lnTo>
                  <a:close/>
                </a:path>
              </a:pathLst>
            </a:custGeom>
            <a:solidFill>
              <a:srgbClr val="E2E2E2"/>
            </a:solidFill>
          </p:spPr>
          <p:txBody>
            <a:bodyPr wrap="square" lIns="0" tIns="0" rIns="0" bIns="0" rtlCol="0"/>
            <a:lstStyle/>
            <a:p>
              <a:endParaRPr/>
            </a:p>
          </p:txBody>
        </p:sp>
        <p:sp>
          <p:nvSpPr>
            <p:cNvPr id="5" name="object 5"/>
            <p:cNvSpPr/>
            <p:nvPr/>
          </p:nvSpPr>
          <p:spPr>
            <a:xfrm>
              <a:off x="359968" y="1131061"/>
              <a:ext cx="6845934" cy="18415"/>
            </a:xfrm>
            <a:custGeom>
              <a:avLst/>
              <a:gdLst/>
              <a:ahLst/>
              <a:cxnLst/>
              <a:rect l="l" t="t" r="r" b="b"/>
              <a:pathLst>
                <a:path w="6845934" h="18415">
                  <a:moveTo>
                    <a:pt x="3048" y="3048"/>
                  </a:moveTo>
                  <a:lnTo>
                    <a:pt x="0" y="3048"/>
                  </a:lnTo>
                  <a:lnTo>
                    <a:pt x="0" y="18288"/>
                  </a:lnTo>
                  <a:lnTo>
                    <a:pt x="3048" y="18288"/>
                  </a:lnTo>
                  <a:lnTo>
                    <a:pt x="3048" y="3048"/>
                  </a:lnTo>
                  <a:close/>
                </a:path>
                <a:path w="6845934" h="18415">
                  <a:moveTo>
                    <a:pt x="6845490" y="0"/>
                  </a:moveTo>
                  <a:lnTo>
                    <a:pt x="6842455" y="0"/>
                  </a:lnTo>
                  <a:lnTo>
                    <a:pt x="6842455" y="3048"/>
                  </a:lnTo>
                  <a:lnTo>
                    <a:pt x="6845490" y="3048"/>
                  </a:lnTo>
                  <a:lnTo>
                    <a:pt x="6845490" y="0"/>
                  </a:lnTo>
                  <a:close/>
                </a:path>
              </a:pathLst>
            </a:custGeom>
            <a:solidFill>
              <a:srgbClr val="9F9F9F"/>
            </a:solidFill>
          </p:spPr>
          <p:txBody>
            <a:bodyPr wrap="square" lIns="0" tIns="0" rIns="0" bIns="0" rtlCol="0"/>
            <a:lstStyle/>
            <a:p>
              <a:endParaRPr/>
            </a:p>
          </p:txBody>
        </p:sp>
        <p:sp>
          <p:nvSpPr>
            <p:cNvPr id="6" name="object 6"/>
            <p:cNvSpPr/>
            <p:nvPr/>
          </p:nvSpPr>
          <p:spPr>
            <a:xfrm>
              <a:off x="7202423" y="1134109"/>
              <a:ext cx="3175" cy="15240"/>
            </a:xfrm>
            <a:custGeom>
              <a:avLst/>
              <a:gdLst/>
              <a:ahLst/>
              <a:cxnLst/>
              <a:rect l="l" t="t" r="r" b="b"/>
              <a:pathLst>
                <a:path w="3175" h="15240">
                  <a:moveTo>
                    <a:pt x="3047" y="0"/>
                  </a:moveTo>
                  <a:lnTo>
                    <a:pt x="0" y="0"/>
                  </a:lnTo>
                  <a:lnTo>
                    <a:pt x="0" y="15240"/>
                  </a:lnTo>
                  <a:lnTo>
                    <a:pt x="3047" y="15240"/>
                  </a:lnTo>
                  <a:lnTo>
                    <a:pt x="3047" y="0"/>
                  </a:lnTo>
                  <a:close/>
                </a:path>
              </a:pathLst>
            </a:custGeom>
            <a:solidFill>
              <a:srgbClr val="E2E2E2"/>
            </a:solidFill>
          </p:spPr>
          <p:txBody>
            <a:bodyPr wrap="square" lIns="0" tIns="0" rIns="0" bIns="0" rtlCol="0"/>
            <a:lstStyle/>
            <a:p>
              <a:endParaRPr/>
            </a:p>
          </p:txBody>
        </p:sp>
        <p:sp>
          <p:nvSpPr>
            <p:cNvPr id="7" name="object 7"/>
            <p:cNvSpPr/>
            <p:nvPr/>
          </p:nvSpPr>
          <p:spPr>
            <a:xfrm>
              <a:off x="359968" y="1149349"/>
              <a:ext cx="3175" cy="3175"/>
            </a:xfrm>
            <a:custGeom>
              <a:avLst/>
              <a:gdLst/>
              <a:ahLst/>
              <a:cxnLst/>
              <a:rect l="l" t="t" r="r" b="b"/>
              <a:pathLst>
                <a:path w="3175" h="3175">
                  <a:moveTo>
                    <a:pt x="3047" y="0"/>
                  </a:moveTo>
                  <a:lnTo>
                    <a:pt x="0" y="0"/>
                  </a:lnTo>
                  <a:lnTo>
                    <a:pt x="0" y="3048"/>
                  </a:lnTo>
                  <a:lnTo>
                    <a:pt x="3047" y="3048"/>
                  </a:lnTo>
                  <a:lnTo>
                    <a:pt x="3047" y="0"/>
                  </a:lnTo>
                  <a:close/>
                </a:path>
              </a:pathLst>
            </a:custGeom>
            <a:solidFill>
              <a:srgbClr val="9F9F9F"/>
            </a:solidFill>
          </p:spPr>
          <p:txBody>
            <a:bodyPr wrap="square" lIns="0" tIns="0" rIns="0" bIns="0" rtlCol="0"/>
            <a:lstStyle/>
            <a:p>
              <a:endParaRPr/>
            </a:p>
          </p:txBody>
        </p:sp>
        <p:sp>
          <p:nvSpPr>
            <p:cNvPr id="8" name="object 8"/>
            <p:cNvSpPr/>
            <p:nvPr/>
          </p:nvSpPr>
          <p:spPr>
            <a:xfrm>
              <a:off x="359968" y="1149349"/>
              <a:ext cx="6845934" cy="3175"/>
            </a:xfrm>
            <a:custGeom>
              <a:avLst/>
              <a:gdLst/>
              <a:ahLst/>
              <a:cxnLst/>
              <a:rect l="l" t="t" r="r" b="b"/>
              <a:pathLst>
                <a:path w="6845934" h="3175">
                  <a:moveTo>
                    <a:pt x="6845490" y="0"/>
                  </a:moveTo>
                  <a:lnTo>
                    <a:pt x="6842493" y="0"/>
                  </a:lnTo>
                  <a:lnTo>
                    <a:pt x="3048" y="0"/>
                  </a:lnTo>
                  <a:lnTo>
                    <a:pt x="0" y="0"/>
                  </a:lnTo>
                  <a:lnTo>
                    <a:pt x="0" y="3048"/>
                  </a:lnTo>
                  <a:lnTo>
                    <a:pt x="3048" y="3048"/>
                  </a:lnTo>
                  <a:lnTo>
                    <a:pt x="6842455" y="3048"/>
                  </a:lnTo>
                  <a:lnTo>
                    <a:pt x="6845490" y="3048"/>
                  </a:lnTo>
                  <a:lnTo>
                    <a:pt x="6845490" y="0"/>
                  </a:lnTo>
                  <a:close/>
                </a:path>
              </a:pathLst>
            </a:custGeom>
            <a:solidFill>
              <a:srgbClr val="E2E2E2"/>
            </a:solidFill>
          </p:spPr>
          <p:txBody>
            <a:bodyPr wrap="square" lIns="0" tIns="0" rIns="0" bIns="0" rtlCol="0"/>
            <a:lstStyle/>
            <a:p>
              <a:endParaRPr/>
            </a:p>
          </p:txBody>
        </p:sp>
        <p:sp>
          <p:nvSpPr>
            <p:cNvPr id="9" name="object 9"/>
            <p:cNvSpPr/>
            <p:nvPr/>
          </p:nvSpPr>
          <p:spPr>
            <a:xfrm>
              <a:off x="359410" y="3633482"/>
              <a:ext cx="6843395" cy="20955"/>
            </a:xfrm>
            <a:custGeom>
              <a:avLst/>
              <a:gdLst/>
              <a:ahLst/>
              <a:cxnLst/>
              <a:rect l="l" t="t" r="r" b="b"/>
              <a:pathLst>
                <a:path w="6843395" h="20954">
                  <a:moveTo>
                    <a:pt x="6843052" y="635"/>
                  </a:moveTo>
                  <a:lnTo>
                    <a:pt x="6842747" y="635"/>
                  </a:lnTo>
                  <a:lnTo>
                    <a:pt x="6842747" y="0"/>
                  </a:lnTo>
                  <a:lnTo>
                    <a:pt x="0" y="0"/>
                  </a:lnTo>
                  <a:lnTo>
                    <a:pt x="0" y="20942"/>
                  </a:lnTo>
                  <a:lnTo>
                    <a:pt x="6842747" y="20942"/>
                  </a:lnTo>
                  <a:lnTo>
                    <a:pt x="6842747" y="3670"/>
                  </a:lnTo>
                  <a:lnTo>
                    <a:pt x="6843052" y="3670"/>
                  </a:lnTo>
                  <a:lnTo>
                    <a:pt x="6843052" y="635"/>
                  </a:lnTo>
                  <a:close/>
                </a:path>
              </a:pathLst>
            </a:custGeom>
            <a:solidFill>
              <a:srgbClr val="9F9F9F"/>
            </a:solidFill>
          </p:spPr>
          <p:txBody>
            <a:bodyPr wrap="square" lIns="0" tIns="0" rIns="0" bIns="0" rtlCol="0"/>
            <a:lstStyle/>
            <a:p>
              <a:endParaRPr/>
            </a:p>
          </p:txBody>
        </p:sp>
        <p:sp>
          <p:nvSpPr>
            <p:cNvPr id="10" name="object 10"/>
            <p:cNvSpPr/>
            <p:nvPr/>
          </p:nvSpPr>
          <p:spPr>
            <a:xfrm>
              <a:off x="7202423" y="3634105"/>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E2E2E2"/>
            </a:solidFill>
          </p:spPr>
          <p:txBody>
            <a:bodyPr wrap="square" lIns="0" tIns="0" rIns="0" bIns="0" rtlCol="0"/>
            <a:lstStyle/>
            <a:p>
              <a:endParaRPr/>
            </a:p>
          </p:txBody>
        </p:sp>
        <p:sp>
          <p:nvSpPr>
            <p:cNvPr id="11" name="object 11"/>
            <p:cNvSpPr/>
            <p:nvPr/>
          </p:nvSpPr>
          <p:spPr>
            <a:xfrm>
              <a:off x="359968" y="3634117"/>
              <a:ext cx="6845934" cy="18415"/>
            </a:xfrm>
            <a:custGeom>
              <a:avLst/>
              <a:gdLst/>
              <a:ahLst/>
              <a:cxnLst/>
              <a:rect l="l" t="t" r="r" b="b"/>
              <a:pathLst>
                <a:path w="6845934" h="18414">
                  <a:moveTo>
                    <a:pt x="3048" y="3035"/>
                  </a:moveTo>
                  <a:lnTo>
                    <a:pt x="0" y="3035"/>
                  </a:lnTo>
                  <a:lnTo>
                    <a:pt x="0" y="18275"/>
                  </a:lnTo>
                  <a:lnTo>
                    <a:pt x="3048" y="18275"/>
                  </a:lnTo>
                  <a:lnTo>
                    <a:pt x="3048" y="3035"/>
                  </a:lnTo>
                  <a:close/>
                </a:path>
                <a:path w="6845934" h="18414">
                  <a:moveTo>
                    <a:pt x="6845490" y="0"/>
                  </a:moveTo>
                  <a:lnTo>
                    <a:pt x="6842455" y="0"/>
                  </a:lnTo>
                  <a:lnTo>
                    <a:pt x="6842455" y="3035"/>
                  </a:lnTo>
                  <a:lnTo>
                    <a:pt x="6845490" y="3035"/>
                  </a:lnTo>
                  <a:lnTo>
                    <a:pt x="6845490" y="0"/>
                  </a:lnTo>
                  <a:close/>
                </a:path>
              </a:pathLst>
            </a:custGeom>
            <a:solidFill>
              <a:srgbClr val="9F9F9F"/>
            </a:solidFill>
          </p:spPr>
          <p:txBody>
            <a:bodyPr wrap="square" lIns="0" tIns="0" rIns="0" bIns="0" rtlCol="0"/>
            <a:lstStyle/>
            <a:p>
              <a:endParaRPr/>
            </a:p>
          </p:txBody>
        </p:sp>
        <p:sp>
          <p:nvSpPr>
            <p:cNvPr id="12" name="object 12"/>
            <p:cNvSpPr/>
            <p:nvPr/>
          </p:nvSpPr>
          <p:spPr>
            <a:xfrm>
              <a:off x="7202423" y="3637152"/>
              <a:ext cx="3175" cy="15240"/>
            </a:xfrm>
            <a:custGeom>
              <a:avLst/>
              <a:gdLst/>
              <a:ahLst/>
              <a:cxnLst/>
              <a:rect l="l" t="t" r="r" b="b"/>
              <a:pathLst>
                <a:path w="3175" h="15239">
                  <a:moveTo>
                    <a:pt x="3047" y="0"/>
                  </a:moveTo>
                  <a:lnTo>
                    <a:pt x="0" y="0"/>
                  </a:lnTo>
                  <a:lnTo>
                    <a:pt x="0" y="15240"/>
                  </a:lnTo>
                  <a:lnTo>
                    <a:pt x="3047" y="15240"/>
                  </a:lnTo>
                  <a:lnTo>
                    <a:pt x="3047" y="0"/>
                  </a:lnTo>
                  <a:close/>
                </a:path>
              </a:pathLst>
            </a:custGeom>
            <a:solidFill>
              <a:srgbClr val="E2E2E2"/>
            </a:solidFill>
          </p:spPr>
          <p:txBody>
            <a:bodyPr wrap="square" lIns="0" tIns="0" rIns="0" bIns="0" rtlCol="0"/>
            <a:lstStyle/>
            <a:p>
              <a:endParaRPr/>
            </a:p>
          </p:txBody>
        </p:sp>
        <p:sp>
          <p:nvSpPr>
            <p:cNvPr id="13" name="object 13"/>
            <p:cNvSpPr/>
            <p:nvPr/>
          </p:nvSpPr>
          <p:spPr>
            <a:xfrm>
              <a:off x="359968" y="3652392"/>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9F9F9F"/>
            </a:solidFill>
          </p:spPr>
          <p:txBody>
            <a:bodyPr wrap="square" lIns="0" tIns="0" rIns="0" bIns="0" rtlCol="0"/>
            <a:lstStyle/>
            <a:p>
              <a:endParaRPr/>
            </a:p>
          </p:txBody>
        </p:sp>
        <p:sp>
          <p:nvSpPr>
            <p:cNvPr id="14" name="object 14"/>
            <p:cNvSpPr/>
            <p:nvPr/>
          </p:nvSpPr>
          <p:spPr>
            <a:xfrm>
              <a:off x="359968" y="3652405"/>
              <a:ext cx="6845934" cy="3175"/>
            </a:xfrm>
            <a:custGeom>
              <a:avLst/>
              <a:gdLst/>
              <a:ahLst/>
              <a:cxnLst/>
              <a:rect l="l" t="t" r="r" b="b"/>
              <a:pathLst>
                <a:path w="6845934" h="3175">
                  <a:moveTo>
                    <a:pt x="6845490" y="0"/>
                  </a:moveTo>
                  <a:lnTo>
                    <a:pt x="6842493" y="0"/>
                  </a:lnTo>
                  <a:lnTo>
                    <a:pt x="3048" y="0"/>
                  </a:lnTo>
                  <a:lnTo>
                    <a:pt x="0" y="0"/>
                  </a:lnTo>
                  <a:lnTo>
                    <a:pt x="0" y="3035"/>
                  </a:lnTo>
                  <a:lnTo>
                    <a:pt x="3048" y="3035"/>
                  </a:lnTo>
                  <a:lnTo>
                    <a:pt x="6842455" y="3035"/>
                  </a:lnTo>
                  <a:lnTo>
                    <a:pt x="6845490" y="3035"/>
                  </a:lnTo>
                  <a:lnTo>
                    <a:pt x="6845490" y="0"/>
                  </a:lnTo>
                  <a:close/>
                </a:path>
              </a:pathLst>
            </a:custGeom>
            <a:solidFill>
              <a:srgbClr val="E2E2E2"/>
            </a:solidFill>
          </p:spPr>
          <p:txBody>
            <a:bodyPr wrap="square" lIns="0" tIns="0" rIns="0" bIns="0" rtlCol="0"/>
            <a:lstStyle/>
            <a:p>
              <a:endParaRPr/>
            </a:p>
          </p:txBody>
        </p:sp>
        <p:sp>
          <p:nvSpPr>
            <p:cNvPr id="15" name="object 15"/>
            <p:cNvSpPr/>
            <p:nvPr/>
          </p:nvSpPr>
          <p:spPr>
            <a:xfrm>
              <a:off x="359410" y="5523229"/>
              <a:ext cx="6843395" cy="20955"/>
            </a:xfrm>
            <a:custGeom>
              <a:avLst/>
              <a:gdLst/>
              <a:ahLst/>
              <a:cxnLst/>
              <a:rect l="l" t="t" r="r" b="b"/>
              <a:pathLst>
                <a:path w="6843395" h="20954">
                  <a:moveTo>
                    <a:pt x="6843052" y="1282"/>
                  </a:moveTo>
                  <a:lnTo>
                    <a:pt x="6842747" y="1282"/>
                  </a:lnTo>
                  <a:lnTo>
                    <a:pt x="6842747" y="0"/>
                  </a:lnTo>
                  <a:lnTo>
                    <a:pt x="0" y="0"/>
                  </a:lnTo>
                  <a:lnTo>
                    <a:pt x="0" y="20955"/>
                  </a:lnTo>
                  <a:lnTo>
                    <a:pt x="6842747" y="20955"/>
                  </a:lnTo>
                  <a:lnTo>
                    <a:pt x="6842747" y="4318"/>
                  </a:lnTo>
                  <a:lnTo>
                    <a:pt x="6843052" y="4318"/>
                  </a:lnTo>
                  <a:lnTo>
                    <a:pt x="6843052" y="1282"/>
                  </a:lnTo>
                  <a:close/>
                </a:path>
              </a:pathLst>
            </a:custGeom>
            <a:solidFill>
              <a:srgbClr val="9F9F9F"/>
            </a:solidFill>
          </p:spPr>
          <p:txBody>
            <a:bodyPr wrap="square" lIns="0" tIns="0" rIns="0" bIns="0" rtlCol="0"/>
            <a:lstStyle/>
            <a:p>
              <a:endParaRPr/>
            </a:p>
          </p:txBody>
        </p:sp>
        <p:sp>
          <p:nvSpPr>
            <p:cNvPr id="16" name="object 16"/>
            <p:cNvSpPr/>
            <p:nvPr/>
          </p:nvSpPr>
          <p:spPr>
            <a:xfrm>
              <a:off x="7202423" y="5524499"/>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E2E2E2"/>
            </a:solidFill>
          </p:spPr>
          <p:txBody>
            <a:bodyPr wrap="square" lIns="0" tIns="0" rIns="0" bIns="0" rtlCol="0"/>
            <a:lstStyle/>
            <a:p>
              <a:endParaRPr/>
            </a:p>
          </p:txBody>
        </p:sp>
        <p:sp>
          <p:nvSpPr>
            <p:cNvPr id="17" name="object 17"/>
            <p:cNvSpPr/>
            <p:nvPr/>
          </p:nvSpPr>
          <p:spPr>
            <a:xfrm>
              <a:off x="359968" y="5524512"/>
              <a:ext cx="6845934" cy="18415"/>
            </a:xfrm>
            <a:custGeom>
              <a:avLst/>
              <a:gdLst/>
              <a:ahLst/>
              <a:cxnLst/>
              <a:rect l="l" t="t" r="r" b="b"/>
              <a:pathLst>
                <a:path w="6845934" h="18414">
                  <a:moveTo>
                    <a:pt x="3048" y="3035"/>
                  </a:moveTo>
                  <a:lnTo>
                    <a:pt x="0" y="3035"/>
                  </a:lnTo>
                  <a:lnTo>
                    <a:pt x="0" y="18275"/>
                  </a:lnTo>
                  <a:lnTo>
                    <a:pt x="3048" y="18275"/>
                  </a:lnTo>
                  <a:lnTo>
                    <a:pt x="3048" y="3035"/>
                  </a:lnTo>
                  <a:close/>
                </a:path>
                <a:path w="6845934" h="18414">
                  <a:moveTo>
                    <a:pt x="6845490" y="0"/>
                  </a:moveTo>
                  <a:lnTo>
                    <a:pt x="6842455" y="0"/>
                  </a:lnTo>
                  <a:lnTo>
                    <a:pt x="6842455" y="3035"/>
                  </a:lnTo>
                  <a:lnTo>
                    <a:pt x="6845490" y="3035"/>
                  </a:lnTo>
                  <a:lnTo>
                    <a:pt x="6845490" y="0"/>
                  </a:lnTo>
                  <a:close/>
                </a:path>
              </a:pathLst>
            </a:custGeom>
            <a:solidFill>
              <a:srgbClr val="9F9F9F"/>
            </a:solidFill>
          </p:spPr>
          <p:txBody>
            <a:bodyPr wrap="square" lIns="0" tIns="0" rIns="0" bIns="0" rtlCol="0"/>
            <a:lstStyle/>
            <a:p>
              <a:endParaRPr/>
            </a:p>
          </p:txBody>
        </p:sp>
        <p:sp>
          <p:nvSpPr>
            <p:cNvPr id="18" name="object 18"/>
            <p:cNvSpPr/>
            <p:nvPr/>
          </p:nvSpPr>
          <p:spPr>
            <a:xfrm>
              <a:off x="7202423" y="5527547"/>
              <a:ext cx="3175" cy="15240"/>
            </a:xfrm>
            <a:custGeom>
              <a:avLst/>
              <a:gdLst/>
              <a:ahLst/>
              <a:cxnLst/>
              <a:rect l="l" t="t" r="r" b="b"/>
              <a:pathLst>
                <a:path w="3175" h="15239">
                  <a:moveTo>
                    <a:pt x="3047" y="0"/>
                  </a:moveTo>
                  <a:lnTo>
                    <a:pt x="0" y="0"/>
                  </a:lnTo>
                  <a:lnTo>
                    <a:pt x="0" y="15239"/>
                  </a:lnTo>
                  <a:lnTo>
                    <a:pt x="3047" y="15239"/>
                  </a:lnTo>
                  <a:lnTo>
                    <a:pt x="3047" y="0"/>
                  </a:lnTo>
                  <a:close/>
                </a:path>
              </a:pathLst>
            </a:custGeom>
            <a:solidFill>
              <a:srgbClr val="E2E2E2"/>
            </a:solidFill>
          </p:spPr>
          <p:txBody>
            <a:bodyPr wrap="square" lIns="0" tIns="0" rIns="0" bIns="0" rtlCol="0"/>
            <a:lstStyle/>
            <a:p>
              <a:endParaRPr/>
            </a:p>
          </p:txBody>
        </p:sp>
        <p:sp>
          <p:nvSpPr>
            <p:cNvPr id="19" name="object 19"/>
            <p:cNvSpPr/>
            <p:nvPr/>
          </p:nvSpPr>
          <p:spPr>
            <a:xfrm>
              <a:off x="359968" y="5542787"/>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9F9F9F"/>
            </a:solidFill>
          </p:spPr>
          <p:txBody>
            <a:bodyPr wrap="square" lIns="0" tIns="0" rIns="0" bIns="0" rtlCol="0"/>
            <a:lstStyle/>
            <a:p>
              <a:endParaRPr/>
            </a:p>
          </p:txBody>
        </p:sp>
        <p:sp>
          <p:nvSpPr>
            <p:cNvPr id="20" name="object 20"/>
            <p:cNvSpPr/>
            <p:nvPr/>
          </p:nvSpPr>
          <p:spPr>
            <a:xfrm>
              <a:off x="359968" y="5542800"/>
              <a:ext cx="6845934" cy="3175"/>
            </a:xfrm>
            <a:custGeom>
              <a:avLst/>
              <a:gdLst/>
              <a:ahLst/>
              <a:cxnLst/>
              <a:rect l="l" t="t" r="r" b="b"/>
              <a:pathLst>
                <a:path w="6845934" h="3175">
                  <a:moveTo>
                    <a:pt x="6845490" y="0"/>
                  </a:moveTo>
                  <a:lnTo>
                    <a:pt x="6842493" y="0"/>
                  </a:lnTo>
                  <a:lnTo>
                    <a:pt x="3048" y="0"/>
                  </a:lnTo>
                  <a:lnTo>
                    <a:pt x="0" y="0"/>
                  </a:lnTo>
                  <a:lnTo>
                    <a:pt x="0" y="3035"/>
                  </a:lnTo>
                  <a:lnTo>
                    <a:pt x="3048" y="3035"/>
                  </a:lnTo>
                  <a:lnTo>
                    <a:pt x="6842455" y="3035"/>
                  </a:lnTo>
                  <a:lnTo>
                    <a:pt x="6845490" y="3035"/>
                  </a:lnTo>
                  <a:lnTo>
                    <a:pt x="6845490" y="0"/>
                  </a:lnTo>
                  <a:close/>
                </a:path>
              </a:pathLst>
            </a:custGeom>
            <a:solidFill>
              <a:srgbClr val="E2E2E2"/>
            </a:solidFill>
          </p:spPr>
          <p:txBody>
            <a:bodyPr wrap="square" lIns="0" tIns="0" rIns="0" bIns="0" rtlCol="0"/>
            <a:lstStyle/>
            <a:p>
              <a:endParaRPr/>
            </a:p>
          </p:txBody>
        </p:sp>
        <p:sp>
          <p:nvSpPr>
            <p:cNvPr id="21" name="object 21"/>
            <p:cNvSpPr/>
            <p:nvPr/>
          </p:nvSpPr>
          <p:spPr>
            <a:xfrm>
              <a:off x="359410" y="7409827"/>
              <a:ext cx="6843395" cy="20955"/>
            </a:xfrm>
            <a:custGeom>
              <a:avLst/>
              <a:gdLst/>
              <a:ahLst/>
              <a:cxnLst/>
              <a:rect l="l" t="t" r="r" b="b"/>
              <a:pathLst>
                <a:path w="6843395" h="20954">
                  <a:moveTo>
                    <a:pt x="6843052" y="2032"/>
                  </a:moveTo>
                  <a:lnTo>
                    <a:pt x="6842747" y="2032"/>
                  </a:lnTo>
                  <a:lnTo>
                    <a:pt x="6842747" y="0"/>
                  </a:lnTo>
                  <a:lnTo>
                    <a:pt x="0" y="0"/>
                  </a:lnTo>
                  <a:lnTo>
                    <a:pt x="0" y="20942"/>
                  </a:lnTo>
                  <a:lnTo>
                    <a:pt x="6842747" y="20942"/>
                  </a:lnTo>
                  <a:lnTo>
                    <a:pt x="6842747" y="5067"/>
                  </a:lnTo>
                  <a:lnTo>
                    <a:pt x="6843052" y="5067"/>
                  </a:lnTo>
                  <a:lnTo>
                    <a:pt x="6843052" y="2032"/>
                  </a:lnTo>
                  <a:close/>
                </a:path>
              </a:pathLst>
            </a:custGeom>
            <a:solidFill>
              <a:srgbClr val="9F9F9F"/>
            </a:solidFill>
          </p:spPr>
          <p:txBody>
            <a:bodyPr wrap="square" lIns="0" tIns="0" rIns="0" bIns="0" rtlCol="0"/>
            <a:lstStyle/>
            <a:p>
              <a:endParaRPr/>
            </a:p>
          </p:txBody>
        </p:sp>
        <p:sp>
          <p:nvSpPr>
            <p:cNvPr id="22" name="object 22"/>
            <p:cNvSpPr/>
            <p:nvPr/>
          </p:nvSpPr>
          <p:spPr>
            <a:xfrm>
              <a:off x="7202423" y="7411846"/>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E2E2E2"/>
            </a:solidFill>
          </p:spPr>
          <p:txBody>
            <a:bodyPr wrap="square" lIns="0" tIns="0" rIns="0" bIns="0" rtlCol="0"/>
            <a:lstStyle/>
            <a:p>
              <a:endParaRPr/>
            </a:p>
          </p:txBody>
        </p:sp>
        <p:sp>
          <p:nvSpPr>
            <p:cNvPr id="23" name="object 23"/>
            <p:cNvSpPr/>
            <p:nvPr/>
          </p:nvSpPr>
          <p:spPr>
            <a:xfrm>
              <a:off x="359968" y="7411858"/>
              <a:ext cx="6845934" cy="18415"/>
            </a:xfrm>
            <a:custGeom>
              <a:avLst/>
              <a:gdLst/>
              <a:ahLst/>
              <a:cxnLst/>
              <a:rect l="l" t="t" r="r" b="b"/>
              <a:pathLst>
                <a:path w="6845934" h="18415">
                  <a:moveTo>
                    <a:pt x="3048" y="3035"/>
                  </a:moveTo>
                  <a:lnTo>
                    <a:pt x="0" y="3035"/>
                  </a:lnTo>
                  <a:lnTo>
                    <a:pt x="0" y="18275"/>
                  </a:lnTo>
                  <a:lnTo>
                    <a:pt x="3048" y="18275"/>
                  </a:lnTo>
                  <a:lnTo>
                    <a:pt x="3048" y="3035"/>
                  </a:lnTo>
                  <a:close/>
                </a:path>
                <a:path w="6845934" h="18415">
                  <a:moveTo>
                    <a:pt x="6845490" y="0"/>
                  </a:moveTo>
                  <a:lnTo>
                    <a:pt x="6842455" y="0"/>
                  </a:lnTo>
                  <a:lnTo>
                    <a:pt x="6842455" y="3035"/>
                  </a:lnTo>
                  <a:lnTo>
                    <a:pt x="6845490" y="3035"/>
                  </a:lnTo>
                  <a:lnTo>
                    <a:pt x="6845490" y="0"/>
                  </a:lnTo>
                  <a:close/>
                </a:path>
              </a:pathLst>
            </a:custGeom>
            <a:solidFill>
              <a:srgbClr val="9F9F9F"/>
            </a:solidFill>
          </p:spPr>
          <p:txBody>
            <a:bodyPr wrap="square" lIns="0" tIns="0" rIns="0" bIns="0" rtlCol="0"/>
            <a:lstStyle/>
            <a:p>
              <a:endParaRPr/>
            </a:p>
          </p:txBody>
        </p:sp>
        <p:sp>
          <p:nvSpPr>
            <p:cNvPr id="24" name="object 24"/>
            <p:cNvSpPr/>
            <p:nvPr/>
          </p:nvSpPr>
          <p:spPr>
            <a:xfrm>
              <a:off x="7202423" y="7414894"/>
              <a:ext cx="3175" cy="15240"/>
            </a:xfrm>
            <a:custGeom>
              <a:avLst/>
              <a:gdLst/>
              <a:ahLst/>
              <a:cxnLst/>
              <a:rect l="l" t="t" r="r" b="b"/>
              <a:pathLst>
                <a:path w="3175" h="15240">
                  <a:moveTo>
                    <a:pt x="3047" y="0"/>
                  </a:moveTo>
                  <a:lnTo>
                    <a:pt x="0" y="0"/>
                  </a:lnTo>
                  <a:lnTo>
                    <a:pt x="0" y="15239"/>
                  </a:lnTo>
                  <a:lnTo>
                    <a:pt x="3047" y="15239"/>
                  </a:lnTo>
                  <a:lnTo>
                    <a:pt x="3047" y="0"/>
                  </a:lnTo>
                  <a:close/>
                </a:path>
              </a:pathLst>
            </a:custGeom>
            <a:solidFill>
              <a:srgbClr val="E2E2E2"/>
            </a:solidFill>
          </p:spPr>
          <p:txBody>
            <a:bodyPr wrap="square" lIns="0" tIns="0" rIns="0" bIns="0" rtlCol="0"/>
            <a:lstStyle/>
            <a:p>
              <a:endParaRPr/>
            </a:p>
          </p:txBody>
        </p:sp>
        <p:sp>
          <p:nvSpPr>
            <p:cNvPr id="25" name="object 25"/>
            <p:cNvSpPr/>
            <p:nvPr/>
          </p:nvSpPr>
          <p:spPr>
            <a:xfrm>
              <a:off x="359968" y="7430134"/>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9F9F9F"/>
            </a:solidFill>
          </p:spPr>
          <p:txBody>
            <a:bodyPr wrap="square" lIns="0" tIns="0" rIns="0" bIns="0" rtlCol="0"/>
            <a:lstStyle/>
            <a:p>
              <a:endParaRPr/>
            </a:p>
          </p:txBody>
        </p:sp>
        <p:sp>
          <p:nvSpPr>
            <p:cNvPr id="26" name="object 26"/>
            <p:cNvSpPr/>
            <p:nvPr/>
          </p:nvSpPr>
          <p:spPr>
            <a:xfrm>
              <a:off x="359968" y="7430147"/>
              <a:ext cx="6845934" cy="3175"/>
            </a:xfrm>
            <a:custGeom>
              <a:avLst/>
              <a:gdLst/>
              <a:ahLst/>
              <a:cxnLst/>
              <a:rect l="l" t="t" r="r" b="b"/>
              <a:pathLst>
                <a:path w="6845934" h="3175">
                  <a:moveTo>
                    <a:pt x="6845490" y="0"/>
                  </a:moveTo>
                  <a:lnTo>
                    <a:pt x="6842493" y="0"/>
                  </a:lnTo>
                  <a:lnTo>
                    <a:pt x="3048" y="0"/>
                  </a:lnTo>
                  <a:lnTo>
                    <a:pt x="0" y="0"/>
                  </a:lnTo>
                  <a:lnTo>
                    <a:pt x="0" y="3035"/>
                  </a:lnTo>
                  <a:lnTo>
                    <a:pt x="3048" y="3035"/>
                  </a:lnTo>
                  <a:lnTo>
                    <a:pt x="6842455" y="3035"/>
                  </a:lnTo>
                  <a:lnTo>
                    <a:pt x="6845490" y="3035"/>
                  </a:lnTo>
                  <a:lnTo>
                    <a:pt x="6845490" y="0"/>
                  </a:lnTo>
                  <a:close/>
                </a:path>
              </a:pathLst>
            </a:custGeom>
            <a:solidFill>
              <a:srgbClr val="E2E2E2"/>
            </a:solidFill>
          </p:spPr>
          <p:txBody>
            <a:bodyPr wrap="square" lIns="0" tIns="0" rIns="0" bIns="0" rtlCol="0"/>
            <a:lstStyle/>
            <a:p>
              <a:endParaRPr/>
            </a:p>
          </p:txBody>
        </p:sp>
      </p:grpSp>
      <p:sp>
        <p:nvSpPr>
          <p:cNvPr id="27" name="object 27"/>
          <p:cNvSpPr txBox="1"/>
          <p:nvPr/>
        </p:nvSpPr>
        <p:spPr>
          <a:xfrm>
            <a:off x="347268" y="645921"/>
            <a:ext cx="6845934" cy="8405495"/>
          </a:xfrm>
          <a:prstGeom prst="rect">
            <a:avLst/>
          </a:prstGeom>
        </p:spPr>
        <p:txBody>
          <a:bodyPr vert="horz" wrap="square" lIns="0" tIns="11430" rIns="0" bIns="0" rtlCol="0">
            <a:spAutoFit/>
          </a:bodyPr>
          <a:lstStyle/>
          <a:p>
            <a:pPr marL="469265">
              <a:lnSpc>
                <a:spcPct val="100000"/>
              </a:lnSpc>
              <a:spcBef>
                <a:spcPts val="90"/>
              </a:spcBef>
            </a:pPr>
            <a:r>
              <a:rPr sz="1400" spc="-10" dirty="0">
                <a:latin typeface="Times New Roman"/>
                <a:cs typeface="Times New Roman"/>
              </a:rPr>
              <a:t>rise.</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40"/>
              </a:spcBef>
            </a:pPr>
            <a:endParaRPr sz="1400">
              <a:latin typeface="Times New Roman"/>
              <a:cs typeface="Times New Roman"/>
            </a:endParaRPr>
          </a:p>
          <a:p>
            <a:pPr marL="12700">
              <a:lnSpc>
                <a:spcPct val="100000"/>
              </a:lnSpc>
            </a:pPr>
            <a:r>
              <a:rPr sz="1400" dirty="0">
                <a:latin typeface="Segoe UI Emoji"/>
                <a:cs typeface="Segoe UI Emoji"/>
              </a:rPr>
              <a:t>📡</a:t>
            </a:r>
            <a:r>
              <a:rPr sz="1400" spc="-65" dirty="0">
                <a:latin typeface="Segoe UI Emoji"/>
                <a:cs typeface="Segoe UI Emoji"/>
              </a:rPr>
              <a:t> </a:t>
            </a:r>
            <a:r>
              <a:rPr sz="1400" b="1" dirty="0">
                <a:latin typeface="Times New Roman"/>
                <a:cs typeface="Times New Roman"/>
              </a:rPr>
              <a:t>4.</a:t>
            </a:r>
            <a:r>
              <a:rPr sz="1400" b="1" spc="-30" dirty="0">
                <a:latin typeface="Times New Roman"/>
                <a:cs typeface="Times New Roman"/>
              </a:rPr>
              <a:t> </a:t>
            </a:r>
            <a:r>
              <a:rPr sz="1400" b="1" spc="-10" dirty="0">
                <a:latin typeface="Times New Roman"/>
                <a:cs typeface="Times New Roman"/>
              </a:rPr>
              <a:t>Advanced</a:t>
            </a:r>
            <a:r>
              <a:rPr sz="1400" b="1" spc="-20" dirty="0">
                <a:latin typeface="Times New Roman"/>
                <a:cs typeface="Times New Roman"/>
              </a:rPr>
              <a:t> </a:t>
            </a:r>
            <a:r>
              <a:rPr sz="1400" b="1" dirty="0">
                <a:latin typeface="Times New Roman"/>
                <a:cs typeface="Times New Roman"/>
              </a:rPr>
              <a:t>Communication</a:t>
            </a:r>
            <a:r>
              <a:rPr sz="1400" b="1" spc="-50" dirty="0">
                <a:latin typeface="Times New Roman"/>
                <a:cs typeface="Times New Roman"/>
              </a:rPr>
              <a:t> </a:t>
            </a:r>
            <a:r>
              <a:rPr sz="1400" b="1" spc="-10" dirty="0">
                <a:latin typeface="Times New Roman"/>
                <a:cs typeface="Times New Roman"/>
              </a:rPr>
              <a:t>Systems</a:t>
            </a:r>
            <a:endParaRPr sz="1400">
              <a:latin typeface="Times New Roman"/>
              <a:cs typeface="Times New Roman"/>
            </a:endParaRPr>
          </a:p>
          <a:p>
            <a:pPr marL="469265" marR="5080" indent="-228600">
              <a:lnSpc>
                <a:spcPct val="144300"/>
              </a:lnSpc>
              <a:spcBef>
                <a:spcPts val="150"/>
              </a:spcBef>
              <a:buSzPct val="71428"/>
              <a:buFont typeface="Symbol"/>
              <a:buChar char=""/>
              <a:tabLst>
                <a:tab pos="469265" algn="l"/>
              </a:tabLst>
            </a:pPr>
            <a:r>
              <a:rPr sz="1400" b="1" dirty="0">
                <a:latin typeface="Times New Roman"/>
                <a:cs typeface="Times New Roman"/>
              </a:rPr>
              <a:t>GSM with</a:t>
            </a:r>
            <a:r>
              <a:rPr sz="1400" b="1" spc="-25" dirty="0">
                <a:latin typeface="Times New Roman"/>
                <a:cs typeface="Times New Roman"/>
              </a:rPr>
              <a:t> </a:t>
            </a:r>
            <a:r>
              <a:rPr sz="1400" b="1" dirty="0">
                <a:latin typeface="Times New Roman"/>
                <a:cs typeface="Times New Roman"/>
              </a:rPr>
              <a:t>GPS:</a:t>
            </a:r>
            <a:r>
              <a:rPr sz="1400" b="1" spc="-20" dirty="0">
                <a:latin typeface="Times New Roman"/>
                <a:cs typeface="Times New Roman"/>
              </a:rPr>
              <a:t> </a:t>
            </a:r>
            <a:r>
              <a:rPr sz="1400" dirty="0">
                <a:latin typeface="Times New Roman"/>
                <a:cs typeface="Times New Roman"/>
              </a:rPr>
              <a:t>Use</a:t>
            </a:r>
            <a:r>
              <a:rPr sz="1400" spc="-20" dirty="0">
                <a:latin typeface="Times New Roman"/>
                <a:cs typeface="Times New Roman"/>
              </a:rPr>
              <a:t> </a:t>
            </a:r>
            <a:r>
              <a:rPr sz="1400" dirty="0">
                <a:latin typeface="Times New Roman"/>
                <a:cs typeface="Times New Roman"/>
              </a:rPr>
              <a:t>GPS</a:t>
            </a:r>
            <a:r>
              <a:rPr sz="1400" spc="-30"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track</a:t>
            </a:r>
            <a:r>
              <a:rPr sz="1400" spc="-25"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exact</a:t>
            </a:r>
            <a:r>
              <a:rPr sz="1400" spc="-25" dirty="0">
                <a:latin typeface="Times New Roman"/>
                <a:cs typeface="Times New Roman"/>
              </a:rPr>
              <a:t> </a:t>
            </a:r>
            <a:r>
              <a:rPr sz="1400" spc="-10" dirty="0">
                <a:latin typeface="Times New Roman"/>
                <a:cs typeface="Times New Roman"/>
              </a:rPr>
              <a:t>location</a:t>
            </a:r>
            <a:r>
              <a:rPr sz="1400" spc="-40" dirty="0">
                <a:latin typeface="Times New Roman"/>
                <a:cs typeface="Times New Roman"/>
              </a:rPr>
              <a:t> </a:t>
            </a:r>
            <a:r>
              <a:rPr sz="1400" dirty="0">
                <a:latin typeface="Times New Roman"/>
                <a:cs typeface="Times New Roman"/>
              </a:rPr>
              <a:t>of</a:t>
            </a:r>
            <a:r>
              <a:rPr sz="1400" spc="-50" dirty="0">
                <a:latin typeface="Times New Roman"/>
                <a:cs typeface="Times New Roman"/>
              </a:rPr>
              <a:t> </a:t>
            </a:r>
            <a:r>
              <a:rPr sz="1400" dirty="0">
                <a:latin typeface="Times New Roman"/>
                <a:cs typeface="Times New Roman"/>
              </a:rPr>
              <a:t>a</a:t>
            </a:r>
            <a:r>
              <a:rPr sz="1400" spc="5" dirty="0">
                <a:latin typeface="Times New Roman"/>
                <a:cs typeface="Times New Roman"/>
              </a:rPr>
              <a:t> </a:t>
            </a:r>
            <a:r>
              <a:rPr sz="1400" dirty="0">
                <a:latin typeface="Times New Roman"/>
                <a:cs typeface="Times New Roman"/>
              </a:rPr>
              <a:t>flood</a:t>
            </a:r>
            <a:r>
              <a:rPr sz="1400" spc="-25" dirty="0">
                <a:latin typeface="Times New Roman"/>
                <a:cs typeface="Times New Roman"/>
              </a:rPr>
              <a:t> </a:t>
            </a:r>
            <a:r>
              <a:rPr sz="1400" dirty="0">
                <a:latin typeface="Times New Roman"/>
                <a:cs typeface="Times New Roman"/>
              </a:rPr>
              <a:t>alert,</a:t>
            </a:r>
            <a:r>
              <a:rPr sz="1400" spc="-15" dirty="0">
                <a:latin typeface="Times New Roman"/>
                <a:cs typeface="Times New Roman"/>
              </a:rPr>
              <a:t> </a:t>
            </a:r>
            <a:r>
              <a:rPr sz="1400" dirty="0">
                <a:latin typeface="Times New Roman"/>
                <a:cs typeface="Times New Roman"/>
              </a:rPr>
              <a:t>especially</a:t>
            </a:r>
            <a:r>
              <a:rPr sz="1400" spc="-25" dirty="0">
                <a:latin typeface="Times New Roman"/>
                <a:cs typeface="Times New Roman"/>
              </a:rPr>
              <a:t> </a:t>
            </a:r>
            <a:r>
              <a:rPr sz="1400" dirty="0">
                <a:latin typeface="Times New Roman"/>
                <a:cs typeface="Times New Roman"/>
              </a:rPr>
              <a:t>useful</a:t>
            </a:r>
            <a:r>
              <a:rPr sz="1400" spc="-25" dirty="0">
                <a:latin typeface="Times New Roman"/>
                <a:cs typeface="Times New Roman"/>
              </a:rPr>
              <a:t> in </a:t>
            </a:r>
            <a:r>
              <a:rPr sz="1400" dirty="0">
                <a:latin typeface="Times New Roman"/>
                <a:cs typeface="Times New Roman"/>
              </a:rPr>
              <a:t>large</a:t>
            </a:r>
            <a:r>
              <a:rPr sz="1400" spc="-30" dirty="0">
                <a:latin typeface="Times New Roman"/>
                <a:cs typeface="Times New Roman"/>
              </a:rPr>
              <a:t> </a:t>
            </a:r>
            <a:r>
              <a:rPr sz="1400" dirty="0">
                <a:latin typeface="Times New Roman"/>
                <a:cs typeface="Times New Roman"/>
              </a:rPr>
              <a:t>or</a:t>
            </a:r>
            <a:r>
              <a:rPr sz="1400" spc="-40" dirty="0">
                <a:latin typeface="Times New Roman"/>
                <a:cs typeface="Times New Roman"/>
              </a:rPr>
              <a:t> </a:t>
            </a:r>
            <a:r>
              <a:rPr sz="1400" dirty="0">
                <a:latin typeface="Times New Roman"/>
                <a:cs typeface="Times New Roman"/>
              </a:rPr>
              <a:t>remote</a:t>
            </a:r>
            <a:r>
              <a:rPr sz="1400" spc="-30" dirty="0">
                <a:latin typeface="Times New Roman"/>
                <a:cs typeface="Times New Roman"/>
              </a:rPr>
              <a:t> </a:t>
            </a:r>
            <a:r>
              <a:rPr sz="1400" spc="-10" dirty="0">
                <a:latin typeface="Times New Roman"/>
                <a:cs typeface="Times New Roman"/>
              </a:rPr>
              <a:t>deployments.</a:t>
            </a:r>
            <a:endParaRPr sz="1400">
              <a:latin typeface="Times New Roman"/>
              <a:cs typeface="Times New Roman"/>
            </a:endParaRPr>
          </a:p>
          <a:p>
            <a:pPr marL="469265" marR="109220" indent="-228600">
              <a:lnSpc>
                <a:spcPct val="143000"/>
              </a:lnSpc>
              <a:spcBef>
                <a:spcPts val="20"/>
              </a:spcBef>
              <a:buSzPct val="71428"/>
              <a:buFont typeface="Symbol"/>
              <a:buChar char=""/>
              <a:tabLst>
                <a:tab pos="469265" algn="l"/>
              </a:tabLst>
            </a:pPr>
            <a:r>
              <a:rPr sz="1400" b="1" spc="-10" dirty="0">
                <a:latin typeface="Times New Roman"/>
                <a:cs typeface="Times New Roman"/>
              </a:rPr>
              <a:t>LoRaWAN/NB-</a:t>
            </a:r>
            <a:r>
              <a:rPr sz="1400" b="1" dirty="0">
                <a:latin typeface="Times New Roman"/>
                <a:cs typeface="Times New Roman"/>
              </a:rPr>
              <a:t>IoT:</a:t>
            </a:r>
            <a:r>
              <a:rPr sz="1400" b="1" spc="-5" dirty="0">
                <a:latin typeface="Times New Roman"/>
                <a:cs typeface="Times New Roman"/>
              </a:rPr>
              <a:t> </a:t>
            </a:r>
            <a:r>
              <a:rPr sz="1400" dirty="0">
                <a:latin typeface="Times New Roman"/>
                <a:cs typeface="Times New Roman"/>
              </a:rPr>
              <a:t>For</a:t>
            </a:r>
            <a:r>
              <a:rPr sz="1400" spc="-5" dirty="0">
                <a:latin typeface="Times New Roman"/>
                <a:cs typeface="Times New Roman"/>
              </a:rPr>
              <a:t> </a:t>
            </a:r>
            <a:r>
              <a:rPr sz="1400" spc="-10" dirty="0">
                <a:latin typeface="Times New Roman"/>
                <a:cs typeface="Times New Roman"/>
              </a:rPr>
              <a:t>long-</a:t>
            </a:r>
            <a:r>
              <a:rPr sz="1400" dirty="0">
                <a:latin typeface="Times New Roman"/>
                <a:cs typeface="Times New Roman"/>
              </a:rPr>
              <a:t>range,</a:t>
            </a:r>
            <a:r>
              <a:rPr sz="1400" spc="-5" dirty="0">
                <a:latin typeface="Times New Roman"/>
                <a:cs typeface="Times New Roman"/>
              </a:rPr>
              <a:t> </a:t>
            </a:r>
            <a:r>
              <a:rPr sz="1400" spc="-10" dirty="0">
                <a:latin typeface="Times New Roman"/>
                <a:cs typeface="Times New Roman"/>
              </a:rPr>
              <a:t>low-</a:t>
            </a:r>
            <a:r>
              <a:rPr sz="1400" dirty="0">
                <a:latin typeface="Times New Roman"/>
                <a:cs typeface="Times New Roman"/>
              </a:rPr>
              <a:t>power</a:t>
            </a:r>
            <a:r>
              <a:rPr sz="1400" spc="-25" dirty="0">
                <a:latin typeface="Times New Roman"/>
                <a:cs typeface="Times New Roman"/>
              </a:rPr>
              <a:t> </a:t>
            </a:r>
            <a:r>
              <a:rPr sz="1400" dirty="0">
                <a:latin typeface="Times New Roman"/>
                <a:cs typeface="Times New Roman"/>
              </a:rPr>
              <a:t>communication</a:t>
            </a:r>
            <a:r>
              <a:rPr sz="1400" spc="-25" dirty="0">
                <a:latin typeface="Times New Roman"/>
                <a:cs typeface="Times New Roman"/>
              </a:rPr>
              <a:t> </a:t>
            </a:r>
            <a:r>
              <a:rPr sz="1400" dirty="0">
                <a:latin typeface="Times New Roman"/>
                <a:cs typeface="Times New Roman"/>
              </a:rPr>
              <a:t>in</a:t>
            </a:r>
            <a:r>
              <a:rPr sz="1400" spc="-20" dirty="0">
                <a:latin typeface="Times New Roman"/>
                <a:cs typeface="Times New Roman"/>
              </a:rPr>
              <a:t> </a:t>
            </a:r>
            <a:r>
              <a:rPr sz="1400" dirty="0">
                <a:latin typeface="Times New Roman"/>
                <a:cs typeface="Times New Roman"/>
              </a:rPr>
              <a:t>large</a:t>
            </a:r>
            <a:r>
              <a:rPr sz="1400" spc="5" dirty="0">
                <a:latin typeface="Times New Roman"/>
                <a:cs typeface="Times New Roman"/>
              </a:rPr>
              <a:t> </a:t>
            </a:r>
            <a:r>
              <a:rPr sz="1400" dirty="0">
                <a:latin typeface="Times New Roman"/>
                <a:cs typeface="Times New Roman"/>
              </a:rPr>
              <a:t>fields</a:t>
            </a:r>
            <a:r>
              <a:rPr sz="1400" spc="-15" dirty="0">
                <a:latin typeface="Times New Roman"/>
                <a:cs typeface="Times New Roman"/>
              </a:rPr>
              <a:t> </a:t>
            </a:r>
            <a:r>
              <a:rPr sz="1400" dirty="0">
                <a:latin typeface="Times New Roman"/>
                <a:cs typeface="Times New Roman"/>
              </a:rPr>
              <a:t>or</a:t>
            </a:r>
            <a:r>
              <a:rPr sz="1400" spc="-25" dirty="0">
                <a:latin typeface="Times New Roman"/>
                <a:cs typeface="Times New Roman"/>
              </a:rPr>
              <a:t> </a:t>
            </a:r>
            <a:r>
              <a:rPr sz="1400" spc="-10" dirty="0">
                <a:latin typeface="Times New Roman"/>
                <a:cs typeface="Times New Roman"/>
              </a:rPr>
              <a:t>rural </a:t>
            </a:r>
            <a:r>
              <a:rPr sz="1400" dirty="0">
                <a:latin typeface="Times New Roman"/>
                <a:cs typeface="Times New Roman"/>
              </a:rPr>
              <a:t>areas</a:t>
            </a:r>
            <a:r>
              <a:rPr sz="1400" spc="-40" dirty="0">
                <a:latin typeface="Times New Roman"/>
                <a:cs typeface="Times New Roman"/>
              </a:rPr>
              <a:t> </a:t>
            </a:r>
            <a:r>
              <a:rPr sz="1400" dirty="0">
                <a:latin typeface="Times New Roman"/>
                <a:cs typeface="Times New Roman"/>
              </a:rPr>
              <a:t>with</a:t>
            </a:r>
            <a:r>
              <a:rPr sz="1400" spc="-45" dirty="0">
                <a:latin typeface="Times New Roman"/>
                <a:cs typeface="Times New Roman"/>
              </a:rPr>
              <a:t> </a:t>
            </a:r>
            <a:r>
              <a:rPr sz="1400" dirty="0">
                <a:latin typeface="Times New Roman"/>
                <a:cs typeface="Times New Roman"/>
              </a:rPr>
              <a:t>limited</a:t>
            </a:r>
            <a:r>
              <a:rPr sz="1400" spc="-40" dirty="0">
                <a:latin typeface="Times New Roman"/>
                <a:cs typeface="Times New Roman"/>
              </a:rPr>
              <a:t> </a:t>
            </a:r>
            <a:r>
              <a:rPr sz="1400" spc="-10" dirty="0">
                <a:latin typeface="Times New Roman"/>
                <a:cs typeface="Times New Roman"/>
              </a:rPr>
              <a:t>connectivity.</a:t>
            </a:r>
            <a:endParaRPr sz="1400">
              <a:latin typeface="Times New Roman"/>
              <a:cs typeface="Times New Roman"/>
            </a:endParaRPr>
          </a:p>
          <a:p>
            <a:pPr marL="469265" marR="693420" indent="-228600">
              <a:lnSpc>
                <a:spcPct val="144300"/>
              </a:lnSpc>
              <a:buSzPct val="71428"/>
              <a:buFont typeface="Symbol"/>
              <a:buChar char=""/>
              <a:tabLst>
                <a:tab pos="469265" algn="l"/>
              </a:tabLst>
            </a:pPr>
            <a:r>
              <a:rPr sz="1400" b="1" dirty="0">
                <a:latin typeface="Times New Roman"/>
                <a:cs typeface="Times New Roman"/>
              </a:rPr>
              <a:t>Mobile</a:t>
            </a:r>
            <a:r>
              <a:rPr sz="1400" b="1" spc="-35" dirty="0">
                <a:latin typeface="Times New Roman"/>
                <a:cs typeface="Times New Roman"/>
              </a:rPr>
              <a:t> </a:t>
            </a:r>
            <a:r>
              <a:rPr sz="1400" b="1" dirty="0">
                <a:latin typeface="Times New Roman"/>
                <a:cs typeface="Times New Roman"/>
              </a:rPr>
              <a:t>App</a:t>
            </a:r>
            <a:r>
              <a:rPr sz="1400" b="1" spc="-40" dirty="0">
                <a:latin typeface="Times New Roman"/>
                <a:cs typeface="Times New Roman"/>
              </a:rPr>
              <a:t> </a:t>
            </a:r>
            <a:r>
              <a:rPr sz="1400" b="1" dirty="0">
                <a:latin typeface="Times New Roman"/>
                <a:cs typeface="Times New Roman"/>
              </a:rPr>
              <a:t>Alerts:</a:t>
            </a:r>
            <a:r>
              <a:rPr sz="1400" b="1" spc="-30" dirty="0">
                <a:latin typeface="Times New Roman"/>
                <a:cs typeface="Times New Roman"/>
              </a:rPr>
              <a:t> </a:t>
            </a:r>
            <a:r>
              <a:rPr sz="1400" dirty="0">
                <a:latin typeface="Times New Roman"/>
                <a:cs typeface="Times New Roman"/>
              </a:rPr>
              <a:t>Integrate</a:t>
            </a:r>
            <a:r>
              <a:rPr sz="1400" spc="-30" dirty="0">
                <a:latin typeface="Times New Roman"/>
                <a:cs typeface="Times New Roman"/>
              </a:rPr>
              <a:t> </a:t>
            </a:r>
            <a:r>
              <a:rPr sz="1400" dirty="0">
                <a:latin typeface="Times New Roman"/>
                <a:cs typeface="Times New Roman"/>
              </a:rPr>
              <a:t>push</a:t>
            </a:r>
            <a:r>
              <a:rPr sz="1400" spc="-35" dirty="0">
                <a:latin typeface="Times New Roman"/>
                <a:cs typeface="Times New Roman"/>
              </a:rPr>
              <a:t> </a:t>
            </a:r>
            <a:r>
              <a:rPr sz="1400" dirty="0">
                <a:latin typeface="Times New Roman"/>
                <a:cs typeface="Times New Roman"/>
              </a:rPr>
              <a:t>notifications</a:t>
            </a:r>
            <a:r>
              <a:rPr sz="1400" spc="-30" dirty="0">
                <a:latin typeface="Times New Roman"/>
                <a:cs typeface="Times New Roman"/>
              </a:rPr>
              <a:t> </a:t>
            </a:r>
            <a:r>
              <a:rPr sz="1400" dirty="0">
                <a:latin typeface="Times New Roman"/>
                <a:cs typeface="Times New Roman"/>
              </a:rPr>
              <a:t>through</a:t>
            </a:r>
            <a:r>
              <a:rPr sz="1400" spc="-55" dirty="0">
                <a:latin typeface="Times New Roman"/>
                <a:cs typeface="Times New Roman"/>
              </a:rPr>
              <a:t> </a:t>
            </a:r>
            <a:r>
              <a:rPr sz="1400" dirty="0">
                <a:latin typeface="Times New Roman"/>
                <a:cs typeface="Times New Roman"/>
              </a:rPr>
              <a:t>a</a:t>
            </a:r>
            <a:r>
              <a:rPr sz="1400" spc="-10" dirty="0">
                <a:latin typeface="Times New Roman"/>
                <a:cs typeface="Times New Roman"/>
              </a:rPr>
              <a:t> </a:t>
            </a:r>
            <a:r>
              <a:rPr sz="1400" dirty="0">
                <a:latin typeface="Times New Roman"/>
                <a:cs typeface="Times New Roman"/>
              </a:rPr>
              <a:t>mobile</a:t>
            </a:r>
            <a:r>
              <a:rPr sz="1400" spc="-30" dirty="0">
                <a:latin typeface="Times New Roman"/>
                <a:cs typeface="Times New Roman"/>
              </a:rPr>
              <a:t> </a:t>
            </a:r>
            <a:r>
              <a:rPr sz="1400" dirty="0">
                <a:latin typeface="Times New Roman"/>
                <a:cs typeface="Times New Roman"/>
              </a:rPr>
              <a:t>app</a:t>
            </a:r>
            <a:r>
              <a:rPr sz="1400" spc="-15" dirty="0">
                <a:latin typeface="Times New Roman"/>
                <a:cs typeface="Times New Roman"/>
              </a:rPr>
              <a:t> </a:t>
            </a:r>
            <a:r>
              <a:rPr sz="1400" dirty="0">
                <a:latin typeface="Times New Roman"/>
                <a:cs typeface="Times New Roman"/>
              </a:rPr>
              <a:t>for</a:t>
            </a:r>
            <a:r>
              <a:rPr sz="1400" spc="-20" dirty="0">
                <a:latin typeface="Times New Roman"/>
                <a:cs typeface="Times New Roman"/>
              </a:rPr>
              <a:t> more </a:t>
            </a:r>
            <a:r>
              <a:rPr sz="1400" dirty="0">
                <a:latin typeface="Times New Roman"/>
                <a:cs typeface="Times New Roman"/>
              </a:rPr>
              <a:t>convenient</a:t>
            </a:r>
            <a:r>
              <a:rPr sz="1400" spc="-60" dirty="0">
                <a:latin typeface="Times New Roman"/>
                <a:cs typeface="Times New Roman"/>
              </a:rPr>
              <a:t> </a:t>
            </a:r>
            <a:r>
              <a:rPr sz="1400" dirty="0">
                <a:latin typeface="Times New Roman"/>
                <a:cs typeface="Times New Roman"/>
              </a:rPr>
              <a:t>and</a:t>
            </a:r>
            <a:r>
              <a:rPr sz="1400" spc="-55" dirty="0">
                <a:latin typeface="Times New Roman"/>
                <a:cs typeface="Times New Roman"/>
              </a:rPr>
              <a:t> </a:t>
            </a:r>
            <a:r>
              <a:rPr sz="1400" dirty="0">
                <a:latin typeface="Times New Roman"/>
                <a:cs typeface="Times New Roman"/>
              </a:rPr>
              <a:t>reliable</a:t>
            </a:r>
            <a:r>
              <a:rPr sz="1400" spc="-55" dirty="0">
                <a:latin typeface="Times New Roman"/>
                <a:cs typeface="Times New Roman"/>
              </a:rPr>
              <a:t> </a:t>
            </a:r>
            <a:r>
              <a:rPr sz="1400" spc="-10" dirty="0">
                <a:latin typeface="Times New Roman"/>
                <a:cs typeface="Times New Roman"/>
              </a:rPr>
              <a:t>alerts.</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40"/>
              </a:spcBef>
            </a:pPr>
            <a:endParaRPr sz="1400">
              <a:latin typeface="Times New Roman"/>
              <a:cs typeface="Times New Roman"/>
            </a:endParaRPr>
          </a:p>
          <a:p>
            <a:pPr marL="174625" indent="-165100">
              <a:lnSpc>
                <a:spcPct val="100000"/>
              </a:lnSpc>
              <a:buFont typeface="Segoe UI Emoji"/>
              <a:buChar char="□"/>
              <a:tabLst>
                <a:tab pos="174625" algn="l"/>
              </a:tabLst>
            </a:pPr>
            <a:r>
              <a:rPr sz="1400" b="1" dirty="0">
                <a:latin typeface="Times New Roman"/>
                <a:cs typeface="Times New Roman"/>
              </a:rPr>
              <a:t>5.</a:t>
            </a:r>
            <a:r>
              <a:rPr sz="1400" b="1" spc="-50" dirty="0">
                <a:latin typeface="Times New Roman"/>
                <a:cs typeface="Times New Roman"/>
              </a:rPr>
              <a:t> </a:t>
            </a:r>
            <a:r>
              <a:rPr sz="1400" b="1" spc="-10" dirty="0">
                <a:latin typeface="Times New Roman"/>
                <a:cs typeface="Times New Roman"/>
              </a:rPr>
              <a:t>Multi-</a:t>
            </a:r>
            <a:r>
              <a:rPr sz="1400" b="1" dirty="0">
                <a:latin typeface="Times New Roman"/>
                <a:cs typeface="Times New Roman"/>
              </a:rPr>
              <a:t>Sensor</a:t>
            </a:r>
            <a:r>
              <a:rPr sz="1400" b="1" spc="-30" dirty="0">
                <a:latin typeface="Times New Roman"/>
                <a:cs typeface="Times New Roman"/>
              </a:rPr>
              <a:t> </a:t>
            </a:r>
            <a:r>
              <a:rPr sz="1400" b="1" spc="-20" dirty="0">
                <a:latin typeface="Times New Roman"/>
                <a:cs typeface="Times New Roman"/>
              </a:rPr>
              <a:t>Setup</a:t>
            </a:r>
            <a:endParaRPr sz="1400">
              <a:latin typeface="Times New Roman"/>
              <a:cs typeface="Times New Roman"/>
            </a:endParaRPr>
          </a:p>
          <a:p>
            <a:pPr marL="469265" marR="564515" lvl="1" indent="-228600">
              <a:lnSpc>
                <a:spcPct val="144300"/>
              </a:lnSpc>
              <a:spcBef>
                <a:spcPts val="145"/>
              </a:spcBef>
              <a:buSzPct val="71428"/>
              <a:buFont typeface="Symbol"/>
              <a:buChar char=""/>
              <a:tabLst>
                <a:tab pos="469265" algn="l"/>
              </a:tabLst>
            </a:pPr>
            <a:r>
              <a:rPr sz="1400" b="1" dirty="0">
                <a:latin typeface="Times New Roman"/>
                <a:cs typeface="Times New Roman"/>
              </a:rPr>
              <a:t>Additional</a:t>
            </a:r>
            <a:r>
              <a:rPr sz="1400" b="1" spc="-50" dirty="0">
                <a:latin typeface="Times New Roman"/>
                <a:cs typeface="Times New Roman"/>
              </a:rPr>
              <a:t> </a:t>
            </a:r>
            <a:r>
              <a:rPr sz="1400" b="1" dirty="0">
                <a:latin typeface="Times New Roman"/>
                <a:cs typeface="Times New Roman"/>
              </a:rPr>
              <a:t>Environmental</a:t>
            </a:r>
            <a:r>
              <a:rPr sz="1400" b="1" spc="-50" dirty="0">
                <a:latin typeface="Times New Roman"/>
                <a:cs typeface="Times New Roman"/>
              </a:rPr>
              <a:t> </a:t>
            </a:r>
            <a:r>
              <a:rPr sz="1400" b="1" dirty="0">
                <a:latin typeface="Times New Roman"/>
                <a:cs typeface="Times New Roman"/>
              </a:rPr>
              <a:t>Sensors:</a:t>
            </a:r>
            <a:r>
              <a:rPr sz="1400" b="1" spc="-40" dirty="0">
                <a:latin typeface="Times New Roman"/>
                <a:cs typeface="Times New Roman"/>
              </a:rPr>
              <a:t> </a:t>
            </a:r>
            <a:r>
              <a:rPr sz="1400" dirty="0">
                <a:latin typeface="Times New Roman"/>
                <a:cs typeface="Times New Roman"/>
              </a:rPr>
              <a:t>Include</a:t>
            </a:r>
            <a:r>
              <a:rPr sz="1400" spc="-45" dirty="0">
                <a:latin typeface="Times New Roman"/>
                <a:cs typeface="Times New Roman"/>
              </a:rPr>
              <a:t> </a:t>
            </a:r>
            <a:r>
              <a:rPr sz="1400" dirty="0">
                <a:latin typeface="Times New Roman"/>
                <a:cs typeface="Times New Roman"/>
              </a:rPr>
              <a:t>sensors</a:t>
            </a:r>
            <a:r>
              <a:rPr sz="1400" spc="-40" dirty="0">
                <a:latin typeface="Times New Roman"/>
                <a:cs typeface="Times New Roman"/>
              </a:rPr>
              <a:t> </a:t>
            </a:r>
            <a:r>
              <a:rPr sz="1400" dirty="0">
                <a:latin typeface="Times New Roman"/>
                <a:cs typeface="Times New Roman"/>
              </a:rPr>
              <a:t>for</a:t>
            </a:r>
            <a:r>
              <a:rPr sz="1400" spc="-45" dirty="0">
                <a:latin typeface="Times New Roman"/>
                <a:cs typeface="Times New Roman"/>
              </a:rPr>
              <a:t> </a:t>
            </a:r>
            <a:r>
              <a:rPr sz="1400" b="1" dirty="0">
                <a:latin typeface="Times New Roman"/>
                <a:cs typeface="Times New Roman"/>
              </a:rPr>
              <a:t>rainfall</a:t>
            </a:r>
            <a:r>
              <a:rPr sz="1400" dirty="0">
                <a:latin typeface="Times New Roman"/>
                <a:cs typeface="Times New Roman"/>
              </a:rPr>
              <a:t>,</a:t>
            </a:r>
            <a:r>
              <a:rPr sz="1400" spc="-15" dirty="0">
                <a:latin typeface="Times New Roman"/>
                <a:cs typeface="Times New Roman"/>
              </a:rPr>
              <a:t> </a:t>
            </a:r>
            <a:r>
              <a:rPr sz="1400" b="1" spc="-10" dirty="0">
                <a:latin typeface="Times New Roman"/>
                <a:cs typeface="Times New Roman"/>
              </a:rPr>
              <a:t>humidity</a:t>
            </a:r>
            <a:r>
              <a:rPr sz="1400" spc="-10" dirty="0">
                <a:latin typeface="Times New Roman"/>
                <a:cs typeface="Times New Roman"/>
              </a:rPr>
              <a:t>, </a:t>
            </a:r>
            <a:r>
              <a:rPr sz="1400" b="1" spc="-10" dirty="0">
                <a:latin typeface="Times New Roman"/>
                <a:cs typeface="Times New Roman"/>
              </a:rPr>
              <a:t>temperature</a:t>
            </a:r>
            <a:r>
              <a:rPr sz="1400" spc="-10" dirty="0">
                <a:latin typeface="Times New Roman"/>
                <a:cs typeface="Times New Roman"/>
              </a:rPr>
              <a:t>,</a:t>
            </a:r>
            <a:r>
              <a:rPr sz="1400" spc="-20" dirty="0">
                <a:latin typeface="Times New Roman"/>
                <a:cs typeface="Times New Roman"/>
              </a:rPr>
              <a:t> </a:t>
            </a:r>
            <a:r>
              <a:rPr sz="1400" b="1" dirty="0">
                <a:latin typeface="Times New Roman"/>
                <a:cs typeface="Times New Roman"/>
              </a:rPr>
              <a:t>wind</a:t>
            </a:r>
            <a:r>
              <a:rPr sz="1400" b="1" spc="-35" dirty="0">
                <a:latin typeface="Times New Roman"/>
                <a:cs typeface="Times New Roman"/>
              </a:rPr>
              <a:t> </a:t>
            </a:r>
            <a:r>
              <a:rPr sz="1400" b="1" dirty="0">
                <a:latin typeface="Times New Roman"/>
                <a:cs typeface="Times New Roman"/>
              </a:rPr>
              <a:t>speed</a:t>
            </a:r>
            <a:r>
              <a:rPr sz="1400" dirty="0">
                <a:latin typeface="Times New Roman"/>
                <a:cs typeface="Times New Roman"/>
              </a:rPr>
              <a:t>,</a:t>
            </a:r>
            <a:r>
              <a:rPr sz="1400" spc="-1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b="1" dirty="0">
                <a:latin typeface="Times New Roman"/>
                <a:cs typeface="Times New Roman"/>
              </a:rPr>
              <a:t>soil</a:t>
            </a:r>
            <a:r>
              <a:rPr sz="1400" b="1" spc="-10" dirty="0">
                <a:latin typeface="Times New Roman"/>
                <a:cs typeface="Times New Roman"/>
              </a:rPr>
              <a:t> </a:t>
            </a:r>
            <a:r>
              <a:rPr sz="1400" b="1" dirty="0">
                <a:latin typeface="Times New Roman"/>
                <a:cs typeface="Times New Roman"/>
              </a:rPr>
              <a:t>moisture</a:t>
            </a:r>
            <a:r>
              <a:rPr sz="1400" b="1" spc="-1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get</a:t>
            </a:r>
            <a:r>
              <a:rPr sz="1400" spc="-30"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dirty="0">
                <a:latin typeface="Times New Roman"/>
                <a:cs typeface="Times New Roman"/>
              </a:rPr>
              <a:t>holistic</a:t>
            </a:r>
            <a:r>
              <a:rPr sz="1400" spc="-5" dirty="0">
                <a:latin typeface="Times New Roman"/>
                <a:cs typeface="Times New Roman"/>
              </a:rPr>
              <a:t> </a:t>
            </a:r>
            <a:r>
              <a:rPr sz="1400" dirty="0">
                <a:latin typeface="Times New Roman"/>
                <a:cs typeface="Times New Roman"/>
              </a:rPr>
              <a:t>view</a:t>
            </a:r>
            <a:r>
              <a:rPr sz="1400" spc="-2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dirty="0">
                <a:latin typeface="Times New Roman"/>
                <a:cs typeface="Times New Roman"/>
              </a:rPr>
              <a:t>flood</a:t>
            </a:r>
            <a:r>
              <a:rPr sz="1400" spc="-30" dirty="0">
                <a:latin typeface="Times New Roman"/>
                <a:cs typeface="Times New Roman"/>
              </a:rPr>
              <a:t> </a:t>
            </a:r>
            <a:r>
              <a:rPr sz="1400" spc="-10" dirty="0">
                <a:latin typeface="Times New Roman"/>
                <a:cs typeface="Times New Roman"/>
              </a:rPr>
              <a:t>risks.</a:t>
            </a:r>
            <a:endParaRPr sz="1400">
              <a:latin typeface="Times New Roman"/>
              <a:cs typeface="Times New Roman"/>
            </a:endParaRPr>
          </a:p>
          <a:p>
            <a:pPr marL="469265" marR="71755" lvl="1" indent="-228600">
              <a:lnSpc>
                <a:spcPts val="2420"/>
              </a:lnSpc>
              <a:spcBef>
                <a:spcPts val="185"/>
              </a:spcBef>
              <a:buSzPct val="71428"/>
              <a:buFont typeface="Symbol"/>
              <a:buChar char=""/>
              <a:tabLst>
                <a:tab pos="469265" algn="l"/>
              </a:tabLst>
            </a:pPr>
            <a:r>
              <a:rPr sz="1400" b="1" dirty="0">
                <a:latin typeface="Times New Roman"/>
                <a:cs typeface="Times New Roman"/>
              </a:rPr>
              <a:t>Redundancy</a:t>
            </a:r>
            <a:r>
              <a:rPr sz="1400" b="1" spc="-25" dirty="0">
                <a:latin typeface="Times New Roman"/>
                <a:cs typeface="Times New Roman"/>
              </a:rPr>
              <a:t> </a:t>
            </a:r>
            <a:r>
              <a:rPr sz="1400" b="1" dirty="0">
                <a:latin typeface="Times New Roman"/>
                <a:cs typeface="Times New Roman"/>
              </a:rPr>
              <a:t>with</a:t>
            </a:r>
            <a:r>
              <a:rPr sz="1400" b="1" spc="-75" dirty="0">
                <a:latin typeface="Times New Roman"/>
                <a:cs typeface="Times New Roman"/>
              </a:rPr>
              <a:t> </a:t>
            </a:r>
            <a:r>
              <a:rPr sz="1400" b="1" dirty="0">
                <a:latin typeface="Times New Roman"/>
                <a:cs typeface="Times New Roman"/>
              </a:rPr>
              <a:t>Multiple</a:t>
            </a:r>
            <a:r>
              <a:rPr sz="1400" b="1" spc="-40" dirty="0">
                <a:latin typeface="Times New Roman"/>
                <a:cs typeface="Times New Roman"/>
              </a:rPr>
              <a:t> </a:t>
            </a:r>
            <a:r>
              <a:rPr sz="1400" b="1" dirty="0">
                <a:latin typeface="Times New Roman"/>
                <a:cs typeface="Times New Roman"/>
              </a:rPr>
              <a:t>Water</a:t>
            </a:r>
            <a:r>
              <a:rPr sz="1400" b="1" spc="-40" dirty="0">
                <a:latin typeface="Times New Roman"/>
                <a:cs typeface="Times New Roman"/>
              </a:rPr>
              <a:t> </a:t>
            </a:r>
            <a:r>
              <a:rPr sz="1400" b="1" dirty="0">
                <a:latin typeface="Times New Roman"/>
                <a:cs typeface="Times New Roman"/>
              </a:rPr>
              <a:t>Sensors:</a:t>
            </a:r>
            <a:r>
              <a:rPr sz="1400" b="1" spc="-25" dirty="0">
                <a:latin typeface="Times New Roman"/>
                <a:cs typeface="Times New Roman"/>
              </a:rPr>
              <a:t> </a:t>
            </a:r>
            <a:r>
              <a:rPr sz="1400" dirty="0">
                <a:latin typeface="Times New Roman"/>
                <a:cs typeface="Times New Roman"/>
              </a:rPr>
              <a:t>Deploy</a:t>
            </a:r>
            <a:r>
              <a:rPr sz="1400" spc="-45" dirty="0">
                <a:latin typeface="Times New Roman"/>
                <a:cs typeface="Times New Roman"/>
              </a:rPr>
              <a:t> </a:t>
            </a:r>
            <a:r>
              <a:rPr sz="1400" dirty="0">
                <a:latin typeface="Times New Roman"/>
                <a:cs typeface="Times New Roman"/>
              </a:rPr>
              <a:t>multiple</a:t>
            </a:r>
            <a:r>
              <a:rPr sz="1400" spc="-40" dirty="0">
                <a:latin typeface="Times New Roman"/>
                <a:cs typeface="Times New Roman"/>
              </a:rPr>
              <a:t> </a:t>
            </a:r>
            <a:r>
              <a:rPr sz="1400" dirty="0">
                <a:latin typeface="Times New Roman"/>
                <a:cs typeface="Times New Roman"/>
              </a:rPr>
              <a:t>water</a:t>
            </a:r>
            <a:r>
              <a:rPr sz="1400" spc="-45" dirty="0">
                <a:latin typeface="Times New Roman"/>
                <a:cs typeface="Times New Roman"/>
              </a:rPr>
              <a:t> </a:t>
            </a:r>
            <a:r>
              <a:rPr sz="1400" dirty="0">
                <a:latin typeface="Times New Roman"/>
                <a:cs typeface="Times New Roman"/>
              </a:rPr>
              <a:t>sensors</a:t>
            </a:r>
            <a:r>
              <a:rPr sz="1400" spc="-40" dirty="0">
                <a:latin typeface="Times New Roman"/>
                <a:cs typeface="Times New Roman"/>
              </a:rPr>
              <a:t> </a:t>
            </a:r>
            <a:r>
              <a:rPr sz="1400" dirty="0">
                <a:latin typeface="Times New Roman"/>
                <a:cs typeface="Times New Roman"/>
              </a:rPr>
              <a:t>in</a:t>
            </a:r>
            <a:r>
              <a:rPr sz="1400" spc="-65" dirty="0">
                <a:latin typeface="Times New Roman"/>
                <a:cs typeface="Times New Roman"/>
              </a:rPr>
              <a:t> </a:t>
            </a:r>
            <a:r>
              <a:rPr sz="1400" spc="-10" dirty="0">
                <a:latin typeface="Times New Roman"/>
                <a:cs typeface="Times New Roman"/>
              </a:rPr>
              <a:t>different </a:t>
            </a:r>
            <a:r>
              <a:rPr sz="1400" dirty="0">
                <a:latin typeface="Times New Roman"/>
                <a:cs typeface="Times New Roman"/>
              </a:rPr>
              <a:t>areas</a:t>
            </a:r>
            <a:r>
              <a:rPr sz="1400" spc="-20" dirty="0">
                <a:latin typeface="Times New Roman"/>
                <a:cs typeface="Times New Roman"/>
              </a:rPr>
              <a:t> </a:t>
            </a:r>
            <a:r>
              <a:rPr sz="1400" dirty="0">
                <a:latin typeface="Times New Roman"/>
                <a:cs typeface="Times New Roman"/>
              </a:rPr>
              <a:t>for</a:t>
            </a:r>
            <a:r>
              <a:rPr sz="1400" spc="-35" dirty="0">
                <a:latin typeface="Times New Roman"/>
                <a:cs typeface="Times New Roman"/>
              </a:rPr>
              <a:t> </a:t>
            </a:r>
            <a:r>
              <a:rPr sz="1400" dirty="0">
                <a:latin typeface="Times New Roman"/>
                <a:cs typeface="Times New Roman"/>
              </a:rPr>
              <a:t>better</a:t>
            </a:r>
            <a:r>
              <a:rPr sz="1400" spc="-30" dirty="0">
                <a:latin typeface="Times New Roman"/>
                <a:cs typeface="Times New Roman"/>
              </a:rPr>
              <a:t> </a:t>
            </a:r>
            <a:r>
              <a:rPr sz="1400" spc="-10" dirty="0">
                <a:latin typeface="Times New Roman"/>
                <a:cs typeface="Times New Roman"/>
              </a:rPr>
              <a:t>accuracy</a:t>
            </a:r>
            <a:r>
              <a:rPr sz="1400" spc="-4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spc="-10" dirty="0">
                <a:latin typeface="Times New Roman"/>
                <a:cs typeface="Times New Roman"/>
              </a:rPr>
              <a:t>coverage.</a:t>
            </a:r>
            <a:endParaRPr sz="1400">
              <a:latin typeface="Times New Roman"/>
              <a:cs typeface="Times New Roman"/>
            </a:endParaRPr>
          </a:p>
          <a:p>
            <a:pPr lvl="1">
              <a:lnSpc>
                <a:spcPct val="100000"/>
              </a:lnSpc>
              <a:spcBef>
                <a:spcPts val="1555"/>
              </a:spcBef>
              <a:buFont typeface="Symbol"/>
              <a:buChar char=""/>
            </a:pPr>
            <a:endParaRPr sz="1400">
              <a:latin typeface="Times New Roman"/>
              <a:cs typeface="Times New Roman"/>
            </a:endParaRPr>
          </a:p>
          <a:p>
            <a:pPr marL="12700">
              <a:lnSpc>
                <a:spcPct val="100000"/>
              </a:lnSpc>
            </a:pPr>
            <a:r>
              <a:rPr sz="1400" spc="-985" dirty="0">
                <a:latin typeface="Segoe UI Emoji"/>
                <a:cs typeface="Segoe UI Emoji"/>
              </a:rPr>
              <a:t>⚙️</a:t>
            </a:r>
            <a:r>
              <a:rPr sz="1400" spc="-40" dirty="0">
                <a:latin typeface="Segoe UI Emoji"/>
                <a:cs typeface="Segoe UI Emoji"/>
              </a:rPr>
              <a:t> </a:t>
            </a:r>
            <a:r>
              <a:rPr sz="1400" b="1" dirty="0">
                <a:latin typeface="Times New Roman"/>
                <a:cs typeface="Times New Roman"/>
              </a:rPr>
              <a:t>6.</a:t>
            </a:r>
            <a:r>
              <a:rPr sz="1400" b="1" spc="-85" dirty="0">
                <a:latin typeface="Times New Roman"/>
                <a:cs typeface="Times New Roman"/>
              </a:rPr>
              <a:t> </a:t>
            </a:r>
            <a:r>
              <a:rPr sz="1400" b="1" dirty="0">
                <a:latin typeface="Times New Roman"/>
                <a:cs typeface="Times New Roman"/>
              </a:rPr>
              <a:t>Automated</a:t>
            </a:r>
            <a:r>
              <a:rPr sz="1400" b="1" spc="-40" dirty="0">
                <a:latin typeface="Times New Roman"/>
                <a:cs typeface="Times New Roman"/>
              </a:rPr>
              <a:t> </a:t>
            </a:r>
            <a:r>
              <a:rPr sz="1400" b="1" dirty="0">
                <a:latin typeface="Times New Roman"/>
                <a:cs typeface="Times New Roman"/>
              </a:rPr>
              <a:t>Response</a:t>
            </a:r>
            <a:r>
              <a:rPr sz="1400" b="1" spc="-35" dirty="0">
                <a:latin typeface="Times New Roman"/>
                <a:cs typeface="Times New Roman"/>
              </a:rPr>
              <a:t> </a:t>
            </a:r>
            <a:r>
              <a:rPr sz="1400" b="1" spc="-10" dirty="0">
                <a:latin typeface="Times New Roman"/>
                <a:cs typeface="Times New Roman"/>
              </a:rPr>
              <a:t>System</a:t>
            </a:r>
            <a:endParaRPr sz="1400">
              <a:latin typeface="Times New Roman"/>
              <a:cs typeface="Times New Roman"/>
            </a:endParaRPr>
          </a:p>
          <a:p>
            <a:pPr marL="469265" marR="488315" lvl="1" indent="-228600">
              <a:lnSpc>
                <a:spcPct val="142900"/>
              </a:lnSpc>
              <a:spcBef>
                <a:spcPts val="190"/>
              </a:spcBef>
              <a:buSzPct val="71428"/>
              <a:buFont typeface="Symbol"/>
              <a:buChar char=""/>
              <a:tabLst>
                <a:tab pos="469265" algn="l"/>
              </a:tabLst>
            </a:pPr>
            <a:r>
              <a:rPr sz="1400" b="1" spc="-10" dirty="0">
                <a:latin typeface="Times New Roman"/>
                <a:cs typeface="Times New Roman"/>
              </a:rPr>
              <a:t>Auto-</a:t>
            </a:r>
            <a:r>
              <a:rPr sz="1400" b="1" dirty="0">
                <a:latin typeface="Times New Roman"/>
                <a:cs typeface="Times New Roman"/>
              </a:rPr>
              <a:t>Controlled</a:t>
            </a:r>
            <a:r>
              <a:rPr sz="1400" b="1" spc="-40" dirty="0">
                <a:latin typeface="Times New Roman"/>
                <a:cs typeface="Times New Roman"/>
              </a:rPr>
              <a:t> </a:t>
            </a:r>
            <a:r>
              <a:rPr sz="1400" b="1" dirty="0">
                <a:latin typeface="Times New Roman"/>
                <a:cs typeface="Times New Roman"/>
              </a:rPr>
              <a:t>Drainage</a:t>
            </a:r>
            <a:r>
              <a:rPr sz="1400" b="1" spc="-30" dirty="0">
                <a:latin typeface="Times New Roman"/>
                <a:cs typeface="Times New Roman"/>
              </a:rPr>
              <a:t> </a:t>
            </a:r>
            <a:r>
              <a:rPr sz="1400" b="1" dirty="0">
                <a:latin typeface="Times New Roman"/>
                <a:cs typeface="Times New Roman"/>
              </a:rPr>
              <a:t>Systems:</a:t>
            </a:r>
            <a:r>
              <a:rPr sz="1400" b="1" spc="-20" dirty="0">
                <a:latin typeface="Times New Roman"/>
                <a:cs typeface="Times New Roman"/>
              </a:rPr>
              <a:t> </a:t>
            </a:r>
            <a:r>
              <a:rPr sz="1400" dirty="0">
                <a:latin typeface="Times New Roman"/>
                <a:cs typeface="Times New Roman"/>
              </a:rPr>
              <a:t>Trigger</a:t>
            </a:r>
            <a:r>
              <a:rPr sz="1400" spc="-40" dirty="0">
                <a:latin typeface="Times New Roman"/>
                <a:cs typeface="Times New Roman"/>
              </a:rPr>
              <a:t> </a:t>
            </a:r>
            <a:r>
              <a:rPr sz="1400" dirty="0">
                <a:latin typeface="Times New Roman"/>
                <a:cs typeface="Times New Roman"/>
              </a:rPr>
              <a:t>drainage</a:t>
            </a:r>
            <a:r>
              <a:rPr sz="1400" spc="-30" dirty="0">
                <a:latin typeface="Times New Roman"/>
                <a:cs typeface="Times New Roman"/>
              </a:rPr>
              <a:t> </a:t>
            </a:r>
            <a:r>
              <a:rPr sz="1400" dirty="0">
                <a:latin typeface="Times New Roman"/>
                <a:cs typeface="Times New Roman"/>
              </a:rPr>
              <a:t>pumps</a:t>
            </a:r>
            <a:r>
              <a:rPr sz="1400" spc="-20" dirty="0">
                <a:latin typeface="Times New Roman"/>
                <a:cs typeface="Times New Roman"/>
              </a:rPr>
              <a:t> </a:t>
            </a:r>
            <a:r>
              <a:rPr sz="1400" dirty="0">
                <a:latin typeface="Times New Roman"/>
                <a:cs typeface="Times New Roman"/>
              </a:rPr>
              <a:t>or</a:t>
            </a:r>
            <a:r>
              <a:rPr sz="1400" spc="-25" dirty="0">
                <a:latin typeface="Times New Roman"/>
                <a:cs typeface="Times New Roman"/>
              </a:rPr>
              <a:t> </a:t>
            </a:r>
            <a:r>
              <a:rPr sz="1400" dirty="0">
                <a:latin typeface="Times New Roman"/>
                <a:cs typeface="Times New Roman"/>
              </a:rPr>
              <a:t>open</a:t>
            </a:r>
            <a:r>
              <a:rPr sz="1400" spc="-35" dirty="0">
                <a:latin typeface="Times New Roman"/>
                <a:cs typeface="Times New Roman"/>
              </a:rPr>
              <a:t> </a:t>
            </a:r>
            <a:r>
              <a:rPr sz="1400" dirty="0">
                <a:latin typeface="Times New Roman"/>
                <a:cs typeface="Times New Roman"/>
              </a:rPr>
              <a:t>flood</a:t>
            </a:r>
            <a:r>
              <a:rPr sz="1400" spc="-10" dirty="0">
                <a:latin typeface="Times New Roman"/>
                <a:cs typeface="Times New Roman"/>
              </a:rPr>
              <a:t> gates automatically</a:t>
            </a:r>
            <a:r>
              <a:rPr sz="1400" spc="-50" dirty="0">
                <a:latin typeface="Times New Roman"/>
                <a:cs typeface="Times New Roman"/>
              </a:rPr>
              <a:t> </a:t>
            </a:r>
            <a:r>
              <a:rPr sz="1400" dirty="0">
                <a:latin typeface="Times New Roman"/>
                <a:cs typeface="Times New Roman"/>
              </a:rPr>
              <a:t>when</a:t>
            </a:r>
            <a:r>
              <a:rPr sz="1400" spc="-50" dirty="0">
                <a:latin typeface="Times New Roman"/>
                <a:cs typeface="Times New Roman"/>
              </a:rPr>
              <a:t> </a:t>
            </a:r>
            <a:r>
              <a:rPr sz="1400" dirty="0">
                <a:latin typeface="Times New Roman"/>
                <a:cs typeface="Times New Roman"/>
              </a:rPr>
              <a:t>water</a:t>
            </a:r>
            <a:r>
              <a:rPr sz="1400" spc="-10" dirty="0">
                <a:latin typeface="Times New Roman"/>
                <a:cs typeface="Times New Roman"/>
              </a:rPr>
              <a:t> </a:t>
            </a:r>
            <a:r>
              <a:rPr sz="1400" dirty="0">
                <a:latin typeface="Times New Roman"/>
                <a:cs typeface="Times New Roman"/>
              </a:rPr>
              <a:t>levels</a:t>
            </a:r>
            <a:r>
              <a:rPr sz="1400" spc="-20" dirty="0">
                <a:latin typeface="Times New Roman"/>
                <a:cs typeface="Times New Roman"/>
              </a:rPr>
              <a:t> </a:t>
            </a:r>
            <a:r>
              <a:rPr sz="1400" dirty="0">
                <a:latin typeface="Times New Roman"/>
                <a:cs typeface="Times New Roman"/>
              </a:rPr>
              <a:t>cross</a:t>
            </a:r>
            <a:r>
              <a:rPr sz="1400" spc="-20" dirty="0">
                <a:latin typeface="Times New Roman"/>
                <a:cs typeface="Times New Roman"/>
              </a:rPr>
              <a:t> </a:t>
            </a:r>
            <a:r>
              <a:rPr sz="1400" dirty="0">
                <a:latin typeface="Times New Roman"/>
                <a:cs typeface="Times New Roman"/>
              </a:rPr>
              <a:t>critical</a:t>
            </a:r>
            <a:r>
              <a:rPr sz="1400" spc="-30" dirty="0">
                <a:latin typeface="Times New Roman"/>
                <a:cs typeface="Times New Roman"/>
              </a:rPr>
              <a:t> </a:t>
            </a:r>
            <a:r>
              <a:rPr sz="1400" spc="-10" dirty="0">
                <a:latin typeface="Times New Roman"/>
                <a:cs typeface="Times New Roman"/>
              </a:rPr>
              <a:t>limits.</a:t>
            </a:r>
            <a:endParaRPr sz="1400">
              <a:latin typeface="Times New Roman"/>
              <a:cs typeface="Times New Roman"/>
            </a:endParaRPr>
          </a:p>
          <a:p>
            <a:pPr marL="469265" marR="548640" lvl="1" indent="-228600">
              <a:lnSpc>
                <a:spcPct val="143000"/>
              </a:lnSpc>
              <a:spcBef>
                <a:spcPts val="20"/>
              </a:spcBef>
              <a:buSzPct val="71428"/>
              <a:buFont typeface="Symbol"/>
              <a:buChar char=""/>
              <a:tabLst>
                <a:tab pos="469265" algn="l"/>
              </a:tabLst>
            </a:pPr>
            <a:r>
              <a:rPr sz="1400" b="1" dirty="0">
                <a:latin typeface="Times New Roman"/>
                <a:cs typeface="Times New Roman"/>
              </a:rPr>
              <a:t>Smart</a:t>
            </a:r>
            <a:r>
              <a:rPr sz="1400" b="1" spc="-30" dirty="0">
                <a:latin typeface="Times New Roman"/>
                <a:cs typeface="Times New Roman"/>
              </a:rPr>
              <a:t> </a:t>
            </a:r>
            <a:r>
              <a:rPr sz="1400" b="1" dirty="0">
                <a:latin typeface="Times New Roman"/>
                <a:cs typeface="Times New Roman"/>
              </a:rPr>
              <a:t>Irrigation</a:t>
            </a:r>
            <a:r>
              <a:rPr sz="1400" b="1" spc="-55" dirty="0">
                <a:latin typeface="Times New Roman"/>
                <a:cs typeface="Times New Roman"/>
              </a:rPr>
              <a:t> </a:t>
            </a:r>
            <a:r>
              <a:rPr sz="1400" b="1" dirty="0">
                <a:latin typeface="Times New Roman"/>
                <a:cs typeface="Times New Roman"/>
              </a:rPr>
              <a:t>Shutdown:</a:t>
            </a:r>
            <a:r>
              <a:rPr sz="1400" b="1" spc="10" dirty="0">
                <a:latin typeface="Times New Roman"/>
                <a:cs typeface="Times New Roman"/>
              </a:rPr>
              <a:t> </a:t>
            </a:r>
            <a:r>
              <a:rPr sz="1400" spc="-10" dirty="0">
                <a:latin typeface="Times New Roman"/>
                <a:cs typeface="Times New Roman"/>
              </a:rPr>
              <a:t>Automatically</a:t>
            </a:r>
            <a:r>
              <a:rPr sz="1400" spc="-40" dirty="0">
                <a:latin typeface="Times New Roman"/>
                <a:cs typeface="Times New Roman"/>
              </a:rPr>
              <a:t> </a:t>
            </a:r>
            <a:r>
              <a:rPr sz="1400" dirty="0">
                <a:latin typeface="Times New Roman"/>
                <a:cs typeface="Times New Roman"/>
              </a:rPr>
              <a:t>disable </a:t>
            </a:r>
            <a:r>
              <a:rPr sz="1400" spc="-10" dirty="0">
                <a:latin typeface="Times New Roman"/>
                <a:cs typeface="Times New Roman"/>
              </a:rPr>
              <a:t>irrigation</a:t>
            </a:r>
            <a:r>
              <a:rPr sz="1400" spc="-40" dirty="0">
                <a:latin typeface="Times New Roman"/>
                <a:cs typeface="Times New Roman"/>
              </a:rPr>
              <a:t> </a:t>
            </a:r>
            <a:r>
              <a:rPr sz="1400" dirty="0">
                <a:latin typeface="Times New Roman"/>
                <a:cs typeface="Times New Roman"/>
              </a:rPr>
              <a:t>systems</a:t>
            </a:r>
            <a:r>
              <a:rPr sz="1400" spc="-15" dirty="0">
                <a:latin typeface="Times New Roman"/>
                <a:cs typeface="Times New Roman"/>
              </a:rPr>
              <a:t> </a:t>
            </a:r>
            <a:r>
              <a:rPr sz="1400" dirty="0">
                <a:latin typeface="Times New Roman"/>
                <a:cs typeface="Times New Roman"/>
              </a:rPr>
              <a:t>to</a:t>
            </a:r>
            <a:r>
              <a:rPr sz="1400" spc="-25" dirty="0">
                <a:latin typeface="Times New Roman"/>
                <a:cs typeface="Times New Roman"/>
              </a:rPr>
              <a:t> </a:t>
            </a:r>
            <a:r>
              <a:rPr sz="1400" spc="-10" dirty="0">
                <a:latin typeface="Times New Roman"/>
                <a:cs typeface="Times New Roman"/>
              </a:rPr>
              <a:t>prevent </a:t>
            </a:r>
            <a:r>
              <a:rPr sz="1400" dirty="0">
                <a:latin typeface="Times New Roman"/>
                <a:cs typeface="Times New Roman"/>
              </a:rPr>
              <a:t>worsening</a:t>
            </a:r>
            <a:r>
              <a:rPr sz="1400" spc="-45"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flood</a:t>
            </a:r>
            <a:r>
              <a:rPr sz="1400" spc="-40" dirty="0">
                <a:latin typeface="Times New Roman"/>
                <a:cs typeface="Times New Roman"/>
              </a:rPr>
              <a:t> </a:t>
            </a:r>
            <a:r>
              <a:rPr sz="1400" dirty="0">
                <a:latin typeface="Times New Roman"/>
                <a:cs typeface="Times New Roman"/>
              </a:rPr>
              <a:t>situation</a:t>
            </a:r>
            <a:r>
              <a:rPr sz="1400" spc="-60" dirty="0">
                <a:latin typeface="Times New Roman"/>
                <a:cs typeface="Times New Roman"/>
              </a:rPr>
              <a:t> </a:t>
            </a:r>
            <a:r>
              <a:rPr sz="1400" dirty="0">
                <a:latin typeface="Times New Roman"/>
                <a:cs typeface="Times New Roman"/>
              </a:rPr>
              <a:t>during</a:t>
            </a:r>
            <a:r>
              <a:rPr sz="1400" spc="-40" dirty="0">
                <a:latin typeface="Times New Roman"/>
                <a:cs typeface="Times New Roman"/>
              </a:rPr>
              <a:t> </a:t>
            </a:r>
            <a:r>
              <a:rPr sz="1400" dirty="0">
                <a:latin typeface="Times New Roman"/>
                <a:cs typeface="Times New Roman"/>
              </a:rPr>
              <a:t>heavy</a:t>
            </a:r>
            <a:r>
              <a:rPr sz="1400" spc="-45" dirty="0">
                <a:latin typeface="Times New Roman"/>
                <a:cs typeface="Times New Roman"/>
              </a:rPr>
              <a:t> </a:t>
            </a:r>
            <a:r>
              <a:rPr sz="1400" spc="-10" dirty="0">
                <a:latin typeface="Times New Roman"/>
                <a:cs typeface="Times New Roman"/>
              </a:rPr>
              <a:t>rain.</a:t>
            </a:r>
            <a:endParaRPr sz="1400">
              <a:latin typeface="Times New Roman"/>
              <a:cs typeface="Times New Roman"/>
            </a:endParaRPr>
          </a:p>
          <a:p>
            <a:pPr lvl="1">
              <a:lnSpc>
                <a:spcPct val="100000"/>
              </a:lnSpc>
              <a:buFont typeface="Symbol"/>
              <a:buChar char=""/>
            </a:pPr>
            <a:endParaRPr sz="1400">
              <a:latin typeface="Times New Roman"/>
              <a:cs typeface="Times New Roman"/>
            </a:endParaRPr>
          </a:p>
          <a:p>
            <a:pPr lvl="1">
              <a:lnSpc>
                <a:spcPct val="100000"/>
              </a:lnSpc>
              <a:spcBef>
                <a:spcPts val="165"/>
              </a:spcBef>
              <a:buFont typeface="Symbol"/>
              <a:buChar char=""/>
            </a:pPr>
            <a:endParaRPr sz="1400">
              <a:latin typeface="Times New Roman"/>
              <a:cs typeface="Times New Roman"/>
            </a:endParaRPr>
          </a:p>
          <a:p>
            <a:pPr marL="174625" indent="-165100">
              <a:lnSpc>
                <a:spcPct val="100000"/>
              </a:lnSpc>
              <a:buFont typeface="Segoe UI Emoji"/>
              <a:buChar char="□"/>
              <a:tabLst>
                <a:tab pos="174625" algn="l"/>
              </a:tabLst>
            </a:pPr>
            <a:r>
              <a:rPr sz="1400" b="1" dirty="0">
                <a:latin typeface="Times New Roman"/>
                <a:cs typeface="Times New Roman"/>
              </a:rPr>
              <a:t>7.</a:t>
            </a:r>
            <a:r>
              <a:rPr sz="1400" b="1" spc="-40" dirty="0">
                <a:latin typeface="Times New Roman"/>
                <a:cs typeface="Times New Roman"/>
              </a:rPr>
              <a:t> </a:t>
            </a:r>
            <a:r>
              <a:rPr sz="1400" b="1" dirty="0">
                <a:latin typeface="Times New Roman"/>
                <a:cs typeface="Times New Roman"/>
              </a:rPr>
              <a:t>Robust</a:t>
            </a:r>
            <a:r>
              <a:rPr sz="1400" b="1" spc="-55" dirty="0">
                <a:latin typeface="Times New Roman"/>
                <a:cs typeface="Times New Roman"/>
              </a:rPr>
              <a:t> </a:t>
            </a:r>
            <a:r>
              <a:rPr sz="1400" b="1" dirty="0">
                <a:latin typeface="Times New Roman"/>
                <a:cs typeface="Times New Roman"/>
              </a:rPr>
              <a:t>Hardware</a:t>
            </a:r>
            <a:r>
              <a:rPr sz="1400" b="1" spc="-50" dirty="0">
                <a:latin typeface="Times New Roman"/>
                <a:cs typeface="Times New Roman"/>
              </a:rPr>
              <a:t> </a:t>
            </a:r>
            <a:r>
              <a:rPr sz="1400" b="1" spc="-10" dirty="0">
                <a:latin typeface="Times New Roman"/>
                <a:cs typeface="Times New Roman"/>
              </a:rPr>
              <a:t>Improvements</a:t>
            </a:r>
            <a:endParaRPr sz="1400">
              <a:latin typeface="Times New Roman"/>
              <a:cs typeface="Times New Roman"/>
            </a:endParaRPr>
          </a:p>
          <a:p>
            <a:pPr marL="469265" marR="971550" lvl="1" indent="-228600">
              <a:lnSpc>
                <a:spcPct val="144300"/>
              </a:lnSpc>
              <a:spcBef>
                <a:spcPts val="145"/>
              </a:spcBef>
              <a:buSzPct val="71428"/>
              <a:buFont typeface="Symbol"/>
              <a:buChar char=""/>
              <a:tabLst>
                <a:tab pos="469265" algn="l"/>
              </a:tabLst>
            </a:pPr>
            <a:r>
              <a:rPr sz="1400" b="1" dirty="0">
                <a:latin typeface="Times New Roman"/>
                <a:cs typeface="Times New Roman"/>
              </a:rPr>
              <a:t>Waterproof</a:t>
            </a:r>
            <a:r>
              <a:rPr sz="1400" b="1" spc="-35" dirty="0">
                <a:latin typeface="Times New Roman"/>
                <a:cs typeface="Times New Roman"/>
              </a:rPr>
              <a:t> </a:t>
            </a:r>
            <a:r>
              <a:rPr sz="1400" b="1" dirty="0">
                <a:latin typeface="Times New Roman"/>
                <a:cs typeface="Times New Roman"/>
              </a:rPr>
              <a:t>Enclosures:</a:t>
            </a:r>
            <a:r>
              <a:rPr sz="1400" b="1" spc="-40" dirty="0">
                <a:latin typeface="Times New Roman"/>
                <a:cs typeface="Times New Roman"/>
              </a:rPr>
              <a:t> </a:t>
            </a:r>
            <a:r>
              <a:rPr sz="1400" dirty="0">
                <a:latin typeface="Times New Roman"/>
                <a:cs typeface="Times New Roman"/>
              </a:rPr>
              <a:t>Protect</a:t>
            </a:r>
            <a:r>
              <a:rPr sz="1400" spc="-40" dirty="0">
                <a:latin typeface="Times New Roman"/>
                <a:cs typeface="Times New Roman"/>
              </a:rPr>
              <a:t> </a:t>
            </a:r>
            <a:r>
              <a:rPr sz="1400" dirty="0">
                <a:latin typeface="Times New Roman"/>
                <a:cs typeface="Times New Roman"/>
              </a:rPr>
              <a:t>electronics</a:t>
            </a:r>
            <a:r>
              <a:rPr sz="1400" spc="-35" dirty="0">
                <a:latin typeface="Times New Roman"/>
                <a:cs typeface="Times New Roman"/>
              </a:rPr>
              <a:t> </a:t>
            </a:r>
            <a:r>
              <a:rPr sz="1400" dirty="0">
                <a:latin typeface="Times New Roman"/>
                <a:cs typeface="Times New Roman"/>
              </a:rPr>
              <a:t>from</a:t>
            </a:r>
            <a:r>
              <a:rPr sz="1400" spc="-85" dirty="0">
                <a:latin typeface="Times New Roman"/>
                <a:cs typeface="Times New Roman"/>
              </a:rPr>
              <a:t> </a:t>
            </a:r>
            <a:r>
              <a:rPr sz="1400" dirty="0">
                <a:latin typeface="Times New Roman"/>
                <a:cs typeface="Times New Roman"/>
              </a:rPr>
              <a:t>water</a:t>
            </a:r>
            <a:r>
              <a:rPr sz="1400" spc="-50" dirty="0">
                <a:latin typeface="Times New Roman"/>
                <a:cs typeface="Times New Roman"/>
              </a:rPr>
              <a:t> </a:t>
            </a:r>
            <a:r>
              <a:rPr sz="1400" dirty="0">
                <a:latin typeface="Times New Roman"/>
                <a:cs typeface="Times New Roman"/>
              </a:rPr>
              <a:t>damage</a:t>
            </a:r>
            <a:r>
              <a:rPr sz="1400" spc="-40" dirty="0">
                <a:latin typeface="Times New Roman"/>
                <a:cs typeface="Times New Roman"/>
              </a:rPr>
              <a:t> </a:t>
            </a:r>
            <a:r>
              <a:rPr sz="1400" dirty="0">
                <a:latin typeface="Times New Roman"/>
                <a:cs typeface="Times New Roman"/>
              </a:rPr>
              <a:t>in</a:t>
            </a:r>
            <a:r>
              <a:rPr sz="1400" spc="-65" dirty="0">
                <a:latin typeface="Times New Roman"/>
                <a:cs typeface="Times New Roman"/>
              </a:rPr>
              <a:t> </a:t>
            </a:r>
            <a:r>
              <a:rPr sz="1400" spc="-10" dirty="0">
                <a:latin typeface="Times New Roman"/>
                <a:cs typeface="Times New Roman"/>
              </a:rPr>
              <a:t>outdoor deployments.</a:t>
            </a:r>
            <a:endParaRPr sz="1400">
              <a:latin typeface="Times New Roman"/>
              <a:cs typeface="Times New Roman"/>
            </a:endParaRPr>
          </a:p>
          <a:p>
            <a:pPr marL="469265" marR="87630" lvl="1" indent="-228600">
              <a:lnSpc>
                <a:spcPts val="2420"/>
              </a:lnSpc>
              <a:spcBef>
                <a:spcPts val="85"/>
              </a:spcBef>
              <a:buSzPct val="71428"/>
              <a:buFont typeface="Symbol"/>
              <a:buChar char=""/>
              <a:tabLst>
                <a:tab pos="469265" algn="l"/>
              </a:tabLst>
            </a:pPr>
            <a:r>
              <a:rPr sz="1400" b="1" dirty="0">
                <a:latin typeface="Times New Roman"/>
                <a:cs typeface="Times New Roman"/>
              </a:rPr>
              <a:t>Battery</a:t>
            </a:r>
            <a:r>
              <a:rPr sz="1400" b="1" spc="-40" dirty="0">
                <a:latin typeface="Times New Roman"/>
                <a:cs typeface="Times New Roman"/>
              </a:rPr>
              <a:t> </a:t>
            </a:r>
            <a:r>
              <a:rPr sz="1400" b="1" dirty="0">
                <a:latin typeface="Times New Roman"/>
                <a:cs typeface="Times New Roman"/>
              </a:rPr>
              <a:t>Backup</a:t>
            </a:r>
            <a:r>
              <a:rPr sz="1400" b="1" spc="-40" dirty="0">
                <a:latin typeface="Times New Roman"/>
                <a:cs typeface="Times New Roman"/>
              </a:rPr>
              <a:t> </a:t>
            </a:r>
            <a:r>
              <a:rPr sz="1400" b="1" dirty="0">
                <a:latin typeface="Times New Roman"/>
                <a:cs typeface="Times New Roman"/>
              </a:rPr>
              <a:t>&amp;</a:t>
            </a:r>
            <a:r>
              <a:rPr sz="1400" b="1" spc="-40" dirty="0">
                <a:latin typeface="Times New Roman"/>
                <a:cs typeface="Times New Roman"/>
              </a:rPr>
              <a:t> </a:t>
            </a:r>
            <a:r>
              <a:rPr sz="1400" b="1" dirty="0">
                <a:latin typeface="Times New Roman"/>
                <a:cs typeface="Times New Roman"/>
              </a:rPr>
              <a:t>Solar</a:t>
            </a:r>
            <a:r>
              <a:rPr sz="1400" b="1" spc="-35" dirty="0">
                <a:latin typeface="Times New Roman"/>
                <a:cs typeface="Times New Roman"/>
              </a:rPr>
              <a:t> </a:t>
            </a:r>
            <a:r>
              <a:rPr sz="1400" b="1" dirty="0">
                <a:latin typeface="Times New Roman"/>
                <a:cs typeface="Times New Roman"/>
              </a:rPr>
              <a:t>Power:</a:t>
            </a:r>
            <a:r>
              <a:rPr sz="1400" b="1" spc="-20" dirty="0">
                <a:latin typeface="Times New Roman"/>
                <a:cs typeface="Times New Roman"/>
              </a:rPr>
              <a:t> </a:t>
            </a:r>
            <a:r>
              <a:rPr sz="1400" dirty="0">
                <a:latin typeface="Times New Roman"/>
                <a:cs typeface="Times New Roman"/>
              </a:rPr>
              <a:t>Ensure</a:t>
            </a:r>
            <a:r>
              <a:rPr sz="1400" spc="-30" dirty="0">
                <a:latin typeface="Times New Roman"/>
                <a:cs typeface="Times New Roman"/>
              </a:rPr>
              <a:t> </a:t>
            </a:r>
            <a:r>
              <a:rPr sz="1400" dirty="0">
                <a:latin typeface="Times New Roman"/>
                <a:cs typeface="Times New Roman"/>
              </a:rPr>
              <a:t>continuous</a:t>
            </a:r>
            <a:r>
              <a:rPr sz="1400" spc="-30" dirty="0">
                <a:latin typeface="Times New Roman"/>
                <a:cs typeface="Times New Roman"/>
              </a:rPr>
              <a:t> </a:t>
            </a:r>
            <a:r>
              <a:rPr sz="1400" dirty="0">
                <a:latin typeface="Times New Roman"/>
                <a:cs typeface="Times New Roman"/>
              </a:rPr>
              <a:t>operation</a:t>
            </a:r>
            <a:r>
              <a:rPr sz="1400" spc="-55" dirty="0">
                <a:latin typeface="Times New Roman"/>
                <a:cs typeface="Times New Roman"/>
              </a:rPr>
              <a:t> </a:t>
            </a:r>
            <a:r>
              <a:rPr sz="1400" dirty="0">
                <a:latin typeface="Times New Roman"/>
                <a:cs typeface="Times New Roman"/>
              </a:rPr>
              <a:t>during</a:t>
            </a:r>
            <a:r>
              <a:rPr sz="1400" spc="-35" dirty="0">
                <a:latin typeface="Times New Roman"/>
                <a:cs typeface="Times New Roman"/>
              </a:rPr>
              <a:t> </a:t>
            </a:r>
            <a:r>
              <a:rPr sz="1400" dirty="0">
                <a:latin typeface="Times New Roman"/>
                <a:cs typeface="Times New Roman"/>
              </a:rPr>
              <a:t>power</a:t>
            </a:r>
            <a:r>
              <a:rPr sz="1400" spc="-40" dirty="0">
                <a:latin typeface="Times New Roman"/>
                <a:cs typeface="Times New Roman"/>
              </a:rPr>
              <a:t> </a:t>
            </a:r>
            <a:r>
              <a:rPr sz="1400" dirty="0">
                <a:latin typeface="Times New Roman"/>
                <a:cs typeface="Times New Roman"/>
              </a:rPr>
              <a:t>outages</a:t>
            </a:r>
            <a:r>
              <a:rPr sz="1400" spc="-30" dirty="0">
                <a:latin typeface="Times New Roman"/>
                <a:cs typeface="Times New Roman"/>
              </a:rPr>
              <a:t> </a:t>
            </a:r>
            <a:r>
              <a:rPr sz="1400" spc="-25" dirty="0">
                <a:latin typeface="Times New Roman"/>
                <a:cs typeface="Times New Roman"/>
              </a:rPr>
              <a:t>or </a:t>
            </a:r>
            <a:r>
              <a:rPr sz="1400" dirty="0">
                <a:latin typeface="Times New Roman"/>
                <a:cs typeface="Times New Roman"/>
              </a:rPr>
              <a:t>in</a:t>
            </a:r>
            <a:r>
              <a:rPr sz="1400" spc="-40" dirty="0">
                <a:latin typeface="Times New Roman"/>
                <a:cs typeface="Times New Roman"/>
              </a:rPr>
              <a:t> </a:t>
            </a:r>
            <a:r>
              <a:rPr sz="1400" dirty="0">
                <a:latin typeface="Times New Roman"/>
                <a:cs typeface="Times New Roman"/>
              </a:rPr>
              <a:t>remote</a:t>
            </a:r>
            <a:r>
              <a:rPr sz="1400" spc="-15" dirty="0">
                <a:latin typeface="Times New Roman"/>
                <a:cs typeface="Times New Roman"/>
              </a:rPr>
              <a:t> </a:t>
            </a:r>
            <a:r>
              <a:rPr sz="1400" spc="-10" dirty="0">
                <a:latin typeface="Times New Roman"/>
                <a:cs typeface="Times New Roman"/>
              </a:rPr>
              <a:t>areas.</a:t>
            </a:r>
            <a:endParaRPr sz="1400">
              <a:latin typeface="Times New Roman"/>
              <a:cs typeface="Times New Roman"/>
            </a:endParaRPr>
          </a:p>
        </p:txBody>
      </p:sp>
      <p:grpSp>
        <p:nvGrpSpPr>
          <p:cNvPr id="28" name="object 28"/>
          <p:cNvGrpSpPr/>
          <p:nvPr/>
        </p:nvGrpSpPr>
        <p:grpSpPr>
          <a:xfrm>
            <a:off x="304800" y="304799"/>
            <a:ext cx="6955790" cy="10086340"/>
            <a:chOff x="304800" y="304799"/>
            <a:chExt cx="6955790" cy="10086340"/>
          </a:xfrm>
        </p:grpSpPr>
        <p:sp>
          <p:nvSpPr>
            <p:cNvPr id="29" name="object 29"/>
            <p:cNvSpPr/>
            <p:nvPr/>
          </p:nvSpPr>
          <p:spPr>
            <a:xfrm>
              <a:off x="359410" y="9299574"/>
              <a:ext cx="6843395" cy="20955"/>
            </a:xfrm>
            <a:custGeom>
              <a:avLst/>
              <a:gdLst/>
              <a:ahLst/>
              <a:cxnLst/>
              <a:rect l="l" t="t" r="r" b="b"/>
              <a:pathLst>
                <a:path w="6843395" h="20954">
                  <a:moveTo>
                    <a:pt x="6843052" y="2679"/>
                  </a:moveTo>
                  <a:lnTo>
                    <a:pt x="6842747" y="2679"/>
                  </a:lnTo>
                  <a:lnTo>
                    <a:pt x="6842747" y="0"/>
                  </a:lnTo>
                  <a:lnTo>
                    <a:pt x="0" y="0"/>
                  </a:lnTo>
                  <a:lnTo>
                    <a:pt x="0" y="20955"/>
                  </a:lnTo>
                  <a:lnTo>
                    <a:pt x="6842747" y="20955"/>
                  </a:lnTo>
                  <a:lnTo>
                    <a:pt x="6842747" y="5715"/>
                  </a:lnTo>
                  <a:lnTo>
                    <a:pt x="6843052" y="5715"/>
                  </a:lnTo>
                  <a:lnTo>
                    <a:pt x="6843052" y="2679"/>
                  </a:lnTo>
                  <a:close/>
                </a:path>
              </a:pathLst>
            </a:custGeom>
            <a:solidFill>
              <a:srgbClr val="9F9F9F"/>
            </a:solidFill>
          </p:spPr>
          <p:txBody>
            <a:bodyPr wrap="square" lIns="0" tIns="0" rIns="0" bIns="0" rtlCol="0"/>
            <a:lstStyle/>
            <a:p>
              <a:endParaRPr/>
            </a:p>
          </p:txBody>
        </p:sp>
        <p:sp>
          <p:nvSpPr>
            <p:cNvPr id="30" name="object 30"/>
            <p:cNvSpPr/>
            <p:nvPr/>
          </p:nvSpPr>
          <p:spPr>
            <a:xfrm>
              <a:off x="7202423" y="9302242"/>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E2E2E2"/>
            </a:solidFill>
          </p:spPr>
          <p:txBody>
            <a:bodyPr wrap="square" lIns="0" tIns="0" rIns="0" bIns="0" rtlCol="0"/>
            <a:lstStyle/>
            <a:p>
              <a:endParaRPr/>
            </a:p>
          </p:txBody>
        </p:sp>
        <p:sp>
          <p:nvSpPr>
            <p:cNvPr id="31" name="object 31"/>
            <p:cNvSpPr/>
            <p:nvPr/>
          </p:nvSpPr>
          <p:spPr>
            <a:xfrm>
              <a:off x="359968" y="9302254"/>
              <a:ext cx="6845934" cy="18415"/>
            </a:xfrm>
            <a:custGeom>
              <a:avLst/>
              <a:gdLst/>
              <a:ahLst/>
              <a:cxnLst/>
              <a:rect l="l" t="t" r="r" b="b"/>
              <a:pathLst>
                <a:path w="6845934" h="18415">
                  <a:moveTo>
                    <a:pt x="3048" y="3035"/>
                  </a:moveTo>
                  <a:lnTo>
                    <a:pt x="0" y="3035"/>
                  </a:lnTo>
                  <a:lnTo>
                    <a:pt x="0" y="18275"/>
                  </a:lnTo>
                  <a:lnTo>
                    <a:pt x="3048" y="18275"/>
                  </a:lnTo>
                  <a:lnTo>
                    <a:pt x="3048" y="3035"/>
                  </a:lnTo>
                  <a:close/>
                </a:path>
                <a:path w="6845934" h="18415">
                  <a:moveTo>
                    <a:pt x="6845490" y="0"/>
                  </a:moveTo>
                  <a:lnTo>
                    <a:pt x="6842455" y="0"/>
                  </a:lnTo>
                  <a:lnTo>
                    <a:pt x="6842455" y="3035"/>
                  </a:lnTo>
                  <a:lnTo>
                    <a:pt x="6845490" y="3035"/>
                  </a:lnTo>
                  <a:lnTo>
                    <a:pt x="6845490" y="0"/>
                  </a:lnTo>
                  <a:close/>
                </a:path>
              </a:pathLst>
            </a:custGeom>
            <a:solidFill>
              <a:srgbClr val="9F9F9F"/>
            </a:solidFill>
          </p:spPr>
          <p:txBody>
            <a:bodyPr wrap="square" lIns="0" tIns="0" rIns="0" bIns="0" rtlCol="0"/>
            <a:lstStyle/>
            <a:p>
              <a:endParaRPr/>
            </a:p>
          </p:txBody>
        </p:sp>
        <p:sp>
          <p:nvSpPr>
            <p:cNvPr id="32" name="object 32"/>
            <p:cNvSpPr/>
            <p:nvPr/>
          </p:nvSpPr>
          <p:spPr>
            <a:xfrm>
              <a:off x="7202423" y="9305289"/>
              <a:ext cx="3175" cy="15240"/>
            </a:xfrm>
            <a:custGeom>
              <a:avLst/>
              <a:gdLst/>
              <a:ahLst/>
              <a:cxnLst/>
              <a:rect l="l" t="t" r="r" b="b"/>
              <a:pathLst>
                <a:path w="3175" h="15240">
                  <a:moveTo>
                    <a:pt x="3047" y="0"/>
                  </a:moveTo>
                  <a:lnTo>
                    <a:pt x="0" y="0"/>
                  </a:lnTo>
                  <a:lnTo>
                    <a:pt x="0" y="15240"/>
                  </a:lnTo>
                  <a:lnTo>
                    <a:pt x="3047" y="15240"/>
                  </a:lnTo>
                  <a:lnTo>
                    <a:pt x="3047" y="0"/>
                  </a:lnTo>
                  <a:close/>
                </a:path>
              </a:pathLst>
            </a:custGeom>
            <a:solidFill>
              <a:srgbClr val="E2E2E2"/>
            </a:solidFill>
          </p:spPr>
          <p:txBody>
            <a:bodyPr wrap="square" lIns="0" tIns="0" rIns="0" bIns="0" rtlCol="0"/>
            <a:lstStyle/>
            <a:p>
              <a:endParaRPr/>
            </a:p>
          </p:txBody>
        </p:sp>
        <p:sp>
          <p:nvSpPr>
            <p:cNvPr id="33" name="object 33"/>
            <p:cNvSpPr/>
            <p:nvPr/>
          </p:nvSpPr>
          <p:spPr>
            <a:xfrm>
              <a:off x="359968" y="9320530"/>
              <a:ext cx="3175" cy="3175"/>
            </a:xfrm>
            <a:custGeom>
              <a:avLst/>
              <a:gdLst/>
              <a:ahLst/>
              <a:cxnLst/>
              <a:rect l="l" t="t" r="r" b="b"/>
              <a:pathLst>
                <a:path w="3175" h="3175">
                  <a:moveTo>
                    <a:pt x="3047" y="0"/>
                  </a:moveTo>
                  <a:lnTo>
                    <a:pt x="0" y="0"/>
                  </a:lnTo>
                  <a:lnTo>
                    <a:pt x="0" y="3047"/>
                  </a:lnTo>
                  <a:lnTo>
                    <a:pt x="3047" y="3047"/>
                  </a:lnTo>
                  <a:lnTo>
                    <a:pt x="3047" y="0"/>
                  </a:lnTo>
                  <a:close/>
                </a:path>
              </a:pathLst>
            </a:custGeom>
            <a:solidFill>
              <a:srgbClr val="9F9F9F"/>
            </a:solidFill>
          </p:spPr>
          <p:txBody>
            <a:bodyPr wrap="square" lIns="0" tIns="0" rIns="0" bIns="0" rtlCol="0"/>
            <a:lstStyle/>
            <a:p>
              <a:endParaRPr/>
            </a:p>
          </p:txBody>
        </p:sp>
        <p:sp>
          <p:nvSpPr>
            <p:cNvPr id="34" name="object 34"/>
            <p:cNvSpPr/>
            <p:nvPr/>
          </p:nvSpPr>
          <p:spPr>
            <a:xfrm>
              <a:off x="359968" y="9320542"/>
              <a:ext cx="6845934" cy="3175"/>
            </a:xfrm>
            <a:custGeom>
              <a:avLst/>
              <a:gdLst/>
              <a:ahLst/>
              <a:cxnLst/>
              <a:rect l="l" t="t" r="r" b="b"/>
              <a:pathLst>
                <a:path w="6845934" h="3175">
                  <a:moveTo>
                    <a:pt x="6845490" y="0"/>
                  </a:moveTo>
                  <a:lnTo>
                    <a:pt x="6842493" y="0"/>
                  </a:lnTo>
                  <a:lnTo>
                    <a:pt x="3048" y="0"/>
                  </a:lnTo>
                  <a:lnTo>
                    <a:pt x="0" y="0"/>
                  </a:lnTo>
                  <a:lnTo>
                    <a:pt x="0" y="3035"/>
                  </a:lnTo>
                  <a:lnTo>
                    <a:pt x="3048" y="3035"/>
                  </a:lnTo>
                  <a:lnTo>
                    <a:pt x="6842455" y="3035"/>
                  </a:lnTo>
                  <a:lnTo>
                    <a:pt x="6845490" y="3035"/>
                  </a:lnTo>
                  <a:lnTo>
                    <a:pt x="6845490" y="0"/>
                  </a:lnTo>
                  <a:close/>
                </a:path>
              </a:pathLst>
            </a:custGeom>
            <a:solidFill>
              <a:srgbClr val="E2E2E2"/>
            </a:solidFill>
          </p:spPr>
          <p:txBody>
            <a:bodyPr wrap="square" lIns="0" tIns="0" rIns="0" bIns="0" rtlCol="0"/>
            <a:lstStyle/>
            <a:p>
              <a:endParaRPr/>
            </a:p>
          </p:txBody>
        </p:sp>
        <p:sp>
          <p:nvSpPr>
            <p:cNvPr id="35" name="object 35"/>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grpSp>
      <p:sp>
        <p:nvSpPr>
          <p:cNvPr id="37" name="Slide Number Placeholder 36">
            <a:extLst>
              <a:ext uri="{FF2B5EF4-FFF2-40B4-BE49-F238E27FC236}">
                <a16:creationId xmlns:a16="http://schemas.microsoft.com/office/drawing/2014/main" id="{9794B4A3-AC84-3670-11AF-AF86FAD250D3}"/>
              </a:ext>
            </a:extLst>
          </p:cNvPr>
          <p:cNvSpPr>
            <a:spLocks noGrp="1"/>
          </p:cNvSpPr>
          <p:nvPr>
            <p:ph type="sldNum" sz="quarter" idx="7"/>
          </p:nvPr>
        </p:nvSpPr>
        <p:spPr>
          <a:xfrm>
            <a:off x="3649980" y="9570270"/>
            <a:ext cx="433070" cy="189682"/>
          </a:xfrm>
        </p:spPr>
        <p:txBody>
          <a:bodyPr/>
          <a:lstStyle/>
          <a:p>
            <a:pPr marL="38100">
              <a:lnSpc>
                <a:spcPts val="1410"/>
              </a:lnSpc>
            </a:pPr>
            <a:fld id="{81D60167-4931-47E6-BA6A-407CBD079E47}" type="slidenum">
              <a:rPr lang="en-IN" spc="-50" smtClean="0"/>
              <a:t>29</a:t>
            </a:fld>
            <a:endParaRPr lang="en-IN" spc="-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304799"/>
            <a:ext cx="6958330" cy="2125345"/>
            <a:chOff x="304800" y="304799"/>
            <a:chExt cx="6958330" cy="2125345"/>
          </a:xfrm>
        </p:grpSpPr>
        <p:sp>
          <p:nvSpPr>
            <p:cNvPr id="3" name="object 3"/>
            <p:cNvSpPr/>
            <p:nvPr/>
          </p:nvSpPr>
          <p:spPr>
            <a:xfrm>
              <a:off x="359410" y="2407919"/>
              <a:ext cx="6843395" cy="21590"/>
            </a:xfrm>
            <a:custGeom>
              <a:avLst/>
              <a:gdLst/>
              <a:ahLst/>
              <a:cxnLst/>
              <a:rect l="l" t="t" r="r" b="b"/>
              <a:pathLst>
                <a:path w="6843395" h="21589">
                  <a:moveTo>
                    <a:pt x="6843052" y="635"/>
                  </a:moveTo>
                  <a:lnTo>
                    <a:pt x="6842747" y="635"/>
                  </a:lnTo>
                  <a:lnTo>
                    <a:pt x="6842747" y="0"/>
                  </a:lnTo>
                  <a:lnTo>
                    <a:pt x="0" y="0"/>
                  </a:lnTo>
                  <a:lnTo>
                    <a:pt x="0" y="21590"/>
                  </a:lnTo>
                  <a:lnTo>
                    <a:pt x="6842747" y="21590"/>
                  </a:lnTo>
                  <a:lnTo>
                    <a:pt x="6842747" y="3683"/>
                  </a:lnTo>
                  <a:lnTo>
                    <a:pt x="6843052" y="3683"/>
                  </a:lnTo>
                  <a:lnTo>
                    <a:pt x="6843052" y="635"/>
                  </a:lnTo>
                  <a:close/>
                </a:path>
              </a:pathLst>
            </a:custGeom>
            <a:solidFill>
              <a:srgbClr val="9F9F9F"/>
            </a:solidFill>
          </p:spPr>
          <p:txBody>
            <a:bodyPr wrap="square" lIns="0" tIns="0" rIns="0" bIns="0" rtlCol="0"/>
            <a:lstStyle/>
            <a:p>
              <a:endParaRPr/>
            </a:p>
          </p:txBody>
        </p:sp>
        <p:sp>
          <p:nvSpPr>
            <p:cNvPr id="4" name="object 4"/>
            <p:cNvSpPr/>
            <p:nvPr/>
          </p:nvSpPr>
          <p:spPr>
            <a:xfrm>
              <a:off x="7202423" y="2408554"/>
              <a:ext cx="3175" cy="3175"/>
            </a:xfrm>
            <a:custGeom>
              <a:avLst/>
              <a:gdLst/>
              <a:ahLst/>
              <a:cxnLst/>
              <a:rect l="l" t="t" r="r" b="b"/>
              <a:pathLst>
                <a:path w="3175" h="3175">
                  <a:moveTo>
                    <a:pt x="3047" y="0"/>
                  </a:moveTo>
                  <a:lnTo>
                    <a:pt x="0" y="0"/>
                  </a:lnTo>
                  <a:lnTo>
                    <a:pt x="0" y="3048"/>
                  </a:lnTo>
                  <a:lnTo>
                    <a:pt x="3047" y="3048"/>
                  </a:lnTo>
                  <a:lnTo>
                    <a:pt x="3047" y="0"/>
                  </a:lnTo>
                  <a:close/>
                </a:path>
              </a:pathLst>
            </a:custGeom>
            <a:solidFill>
              <a:srgbClr val="E2E2E2"/>
            </a:solidFill>
          </p:spPr>
          <p:txBody>
            <a:bodyPr wrap="square" lIns="0" tIns="0" rIns="0" bIns="0" rtlCol="0"/>
            <a:lstStyle/>
            <a:p>
              <a:endParaRPr/>
            </a:p>
          </p:txBody>
        </p:sp>
        <p:sp>
          <p:nvSpPr>
            <p:cNvPr id="5" name="object 5"/>
            <p:cNvSpPr/>
            <p:nvPr/>
          </p:nvSpPr>
          <p:spPr>
            <a:xfrm>
              <a:off x="359968" y="2408554"/>
              <a:ext cx="6845934" cy="18415"/>
            </a:xfrm>
            <a:custGeom>
              <a:avLst/>
              <a:gdLst/>
              <a:ahLst/>
              <a:cxnLst/>
              <a:rect l="l" t="t" r="r" b="b"/>
              <a:pathLst>
                <a:path w="6845934" h="18414">
                  <a:moveTo>
                    <a:pt x="3048" y="3048"/>
                  </a:moveTo>
                  <a:lnTo>
                    <a:pt x="0" y="3048"/>
                  </a:lnTo>
                  <a:lnTo>
                    <a:pt x="0" y="18288"/>
                  </a:lnTo>
                  <a:lnTo>
                    <a:pt x="3048" y="18288"/>
                  </a:lnTo>
                  <a:lnTo>
                    <a:pt x="3048" y="3048"/>
                  </a:lnTo>
                  <a:close/>
                </a:path>
                <a:path w="6845934" h="18414">
                  <a:moveTo>
                    <a:pt x="6845490" y="0"/>
                  </a:moveTo>
                  <a:lnTo>
                    <a:pt x="6842455" y="0"/>
                  </a:lnTo>
                  <a:lnTo>
                    <a:pt x="6842455" y="3048"/>
                  </a:lnTo>
                  <a:lnTo>
                    <a:pt x="6845490" y="3048"/>
                  </a:lnTo>
                  <a:lnTo>
                    <a:pt x="6845490" y="0"/>
                  </a:lnTo>
                  <a:close/>
                </a:path>
              </a:pathLst>
            </a:custGeom>
            <a:solidFill>
              <a:srgbClr val="9F9F9F"/>
            </a:solidFill>
          </p:spPr>
          <p:txBody>
            <a:bodyPr wrap="square" lIns="0" tIns="0" rIns="0" bIns="0" rtlCol="0"/>
            <a:lstStyle/>
            <a:p>
              <a:endParaRPr/>
            </a:p>
          </p:txBody>
        </p:sp>
        <p:sp>
          <p:nvSpPr>
            <p:cNvPr id="6" name="object 6"/>
            <p:cNvSpPr/>
            <p:nvPr/>
          </p:nvSpPr>
          <p:spPr>
            <a:xfrm>
              <a:off x="7202423" y="2411602"/>
              <a:ext cx="3175" cy="15240"/>
            </a:xfrm>
            <a:custGeom>
              <a:avLst/>
              <a:gdLst/>
              <a:ahLst/>
              <a:cxnLst/>
              <a:rect l="l" t="t" r="r" b="b"/>
              <a:pathLst>
                <a:path w="3175" h="15239">
                  <a:moveTo>
                    <a:pt x="3047" y="0"/>
                  </a:moveTo>
                  <a:lnTo>
                    <a:pt x="0" y="0"/>
                  </a:lnTo>
                  <a:lnTo>
                    <a:pt x="0" y="15240"/>
                  </a:lnTo>
                  <a:lnTo>
                    <a:pt x="3047" y="15240"/>
                  </a:lnTo>
                  <a:lnTo>
                    <a:pt x="3047" y="0"/>
                  </a:lnTo>
                  <a:close/>
                </a:path>
              </a:pathLst>
            </a:custGeom>
            <a:solidFill>
              <a:srgbClr val="E2E2E2"/>
            </a:solidFill>
          </p:spPr>
          <p:txBody>
            <a:bodyPr wrap="square" lIns="0" tIns="0" rIns="0" bIns="0" rtlCol="0"/>
            <a:lstStyle/>
            <a:p>
              <a:endParaRPr/>
            </a:p>
          </p:txBody>
        </p:sp>
        <p:sp>
          <p:nvSpPr>
            <p:cNvPr id="7" name="object 7"/>
            <p:cNvSpPr/>
            <p:nvPr/>
          </p:nvSpPr>
          <p:spPr>
            <a:xfrm>
              <a:off x="359968" y="2426842"/>
              <a:ext cx="3175" cy="3175"/>
            </a:xfrm>
            <a:custGeom>
              <a:avLst/>
              <a:gdLst/>
              <a:ahLst/>
              <a:cxnLst/>
              <a:rect l="l" t="t" r="r" b="b"/>
              <a:pathLst>
                <a:path w="3175" h="3175">
                  <a:moveTo>
                    <a:pt x="3047" y="0"/>
                  </a:moveTo>
                  <a:lnTo>
                    <a:pt x="0" y="0"/>
                  </a:lnTo>
                  <a:lnTo>
                    <a:pt x="0" y="3048"/>
                  </a:lnTo>
                  <a:lnTo>
                    <a:pt x="3047" y="3048"/>
                  </a:lnTo>
                  <a:lnTo>
                    <a:pt x="3047" y="0"/>
                  </a:lnTo>
                  <a:close/>
                </a:path>
              </a:pathLst>
            </a:custGeom>
            <a:solidFill>
              <a:srgbClr val="9F9F9F"/>
            </a:solidFill>
          </p:spPr>
          <p:txBody>
            <a:bodyPr wrap="square" lIns="0" tIns="0" rIns="0" bIns="0" rtlCol="0"/>
            <a:lstStyle/>
            <a:p>
              <a:endParaRPr/>
            </a:p>
          </p:txBody>
        </p:sp>
        <p:sp>
          <p:nvSpPr>
            <p:cNvPr id="8" name="object 8"/>
            <p:cNvSpPr/>
            <p:nvPr/>
          </p:nvSpPr>
          <p:spPr>
            <a:xfrm>
              <a:off x="359968" y="2426842"/>
              <a:ext cx="6845934" cy="3175"/>
            </a:xfrm>
            <a:custGeom>
              <a:avLst/>
              <a:gdLst/>
              <a:ahLst/>
              <a:cxnLst/>
              <a:rect l="l" t="t" r="r" b="b"/>
              <a:pathLst>
                <a:path w="6845934" h="3175">
                  <a:moveTo>
                    <a:pt x="6845490" y="0"/>
                  </a:moveTo>
                  <a:lnTo>
                    <a:pt x="6842493" y="0"/>
                  </a:lnTo>
                  <a:lnTo>
                    <a:pt x="3048" y="0"/>
                  </a:lnTo>
                  <a:lnTo>
                    <a:pt x="0" y="0"/>
                  </a:lnTo>
                  <a:lnTo>
                    <a:pt x="0" y="3048"/>
                  </a:lnTo>
                  <a:lnTo>
                    <a:pt x="3048" y="3048"/>
                  </a:lnTo>
                  <a:lnTo>
                    <a:pt x="6842455" y="3048"/>
                  </a:lnTo>
                  <a:lnTo>
                    <a:pt x="6845490" y="3048"/>
                  </a:lnTo>
                  <a:lnTo>
                    <a:pt x="6845490" y="0"/>
                  </a:lnTo>
                  <a:close/>
                </a:path>
              </a:pathLst>
            </a:custGeom>
            <a:solidFill>
              <a:srgbClr val="E2E2E2"/>
            </a:solidFill>
          </p:spPr>
          <p:txBody>
            <a:bodyPr wrap="square" lIns="0" tIns="0" rIns="0" bIns="0" rtlCol="0"/>
            <a:lstStyle/>
            <a:p>
              <a:endParaRPr/>
            </a:p>
          </p:txBody>
        </p:sp>
      </p:grpSp>
      <p:sp>
        <p:nvSpPr>
          <p:cNvPr id="9" name="object 9"/>
          <p:cNvSpPr txBox="1"/>
          <p:nvPr/>
        </p:nvSpPr>
        <p:spPr>
          <a:xfrm>
            <a:off x="347268" y="559358"/>
            <a:ext cx="6784340" cy="3794125"/>
          </a:xfrm>
          <a:prstGeom prst="rect">
            <a:avLst/>
          </a:prstGeom>
        </p:spPr>
        <p:txBody>
          <a:bodyPr vert="horz" wrap="square" lIns="0" tIns="125730" rIns="0" bIns="0" rtlCol="0">
            <a:spAutoFit/>
          </a:bodyPr>
          <a:lstStyle/>
          <a:p>
            <a:pPr marL="12700">
              <a:lnSpc>
                <a:spcPct val="100000"/>
              </a:lnSpc>
              <a:spcBef>
                <a:spcPts val="990"/>
              </a:spcBef>
            </a:pPr>
            <a:r>
              <a:rPr sz="1400" dirty="0">
                <a:latin typeface="Segoe UI Emoji"/>
                <a:cs typeface="Segoe UI Emoji"/>
              </a:rPr>
              <a:t>🌍</a:t>
            </a:r>
            <a:r>
              <a:rPr sz="1400" spc="-80" dirty="0">
                <a:latin typeface="Segoe UI Emoji"/>
                <a:cs typeface="Segoe UI Emoji"/>
              </a:rPr>
              <a:t> </a:t>
            </a:r>
            <a:r>
              <a:rPr sz="1400" b="1" dirty="0">
                <a:latin typeface="Times New Roman"/>
                <a:cs typeface="Times New Roman"/>
              </a:rPr>
              <a:t>8.</a:t>
            </a:r>
            <a:r>
              <a:rPr sz="1400" b="1" spc="-40" dirty="0">
                <a:latin typeface="Times New Roman"/>
                <a:cs typeface="Times New Roman"/>
              </a:rPr>
              <a:t> </a:t>
            </a:r>
            <a:r>
              <a:rPr sz="1400" b="1" dirty="0">
                <a:latin typeface="Times New Roman"/>
                <a:cs typeface="Times New Roman"/>
              </a:rPr>
              <a:t>Scalability</a:t>
            </a:r>
            <a:r>
              <a:rPr sz="1400" b="1" spc="-30" dirty="0">
                <a:latin typeface="Times New Roman"/>
                <a:cs typeface="Times New Roman"/>
              </a:rPr>
              <a:t> </a:t>
            </a:r>
            <a:r>
              <a:rPr sz="1400" b="1" dirty="0">
                <a:latin typeface="Times New Roman"/>
                <a:cs typeface="Times New Roman"/>
              </a:rPr>
              <a:t>&amp;</a:t>
            </a:r>
            <a:r>
              <a:rPr sz="1400" b="1" spc="-35" dirty="0">
                <a:latin typeface="Times New Roman"/>
                <a:cs typeface="Times New Roman"/>
              </a:rPr>
              <a:t> </a:t>
            </a:r>
            <a:r>
              <a:rPr sz="1400" b="1" dirty="0">
                <a:latin typeface="Times New Roman"/>
                <a:cs typeface="Times New Roman"/>
              </a:rPr>
              <a:t>Community</a:t>
            </a:r>
            <a:r>
              <a:rPr sz="1400" b="1" spc="-35" dirty="0">
                <a:latin typeface="Times New Roman"/>
                <a:cs typeface="Times New Roman"/>
              </a:rPr>
              <a:t> </a:t>
            </a:r>
            <a:r>
              <a:rPr sz="1400" b="1" spc="-10" dirty="0">
                <a:latin typeface="Times New Roman"/>
                <a:cs typeface="Times New Roman"/>
              </a:rPr>
              <a:t>Deployment</a:t>
            </a:r>
            <a:endParaRPr sz="1400">
              <a:latin typeface="Times New Roman"/>
              <a:cs typeface="Times New Roman"/>
            </a:endParaRPr>
          </a:p>
          <a:p>
            <a:pPr marL="469265" marR="36195" indent="-228600">
              <a:lnSpc>
                <a:spcPct val="144300"/>
              </a:lnSpc>
              <a:spcBef>
                <a:spcPts val="140"/>
              </a:spcBef>
              <a:buSzPct val="71428"/>
              <a:buFont typeface="Symbol"/>
              <a:buChar char=""/>
              <a:tabLst>
                <a:tab pos="469265" algn="l"/>
              </a:tabLst>
            </a:pPr>
            <a:r>
              <a:rPr sz="1400" b="1" spc="-10" dirty="0">
                <a:latin typeface="Times New Roman"/>
                <a:cs typeface="Times New Roman"/>
              </a:rPr>
              <a:t>City-</a:t>
            </a:r>
            <a:r>
              <a:rPr sz="1400" b="1" dirty="0">
                <a:latin typeface="Times New Roman"/>
                <a:cs typeface="Times New Roman"/>
              </a:rPr>
              <a:t>Wide</a:t>
            </a:r>
            <a:r>
              <a:rPr sz="1400" b="1" spc="-35" dirty="0">
                <a:latin typeface="Times New Roman"/>
                <a:cs typeface="Times New Roman"/>
              </a:rPr>
              <a:t> </a:t>
            </a:r>
            <a:r>
              <a:rPr sz="1400" b="1" dirty="0">
                <a:latin typeface="Times New Roman"/>
                <a:cs typeface="Times New Roman"/>
              </a:rPr>
              <a:t>Network:</a:t>
            </a:r>
            <a:r>
              <a:rPr sz="1400" b="1" spc="-35" dirty="0">
                <a:latin typeface="Times New Roman"/>
                <a:cs typeface="Times New Roman"/>
              </a:rPr>
              <a:t> </a:t>
            </a:r>
            <a:r>
              <a:rPr sz="1400" dirty="0">
                <a:latin typeface="Times New Roman"/>
                <a:cs typeface="Times New Roman"/>
              </a:rPr>
              <a:t>Connect</a:t>
            </a:r>
            <a:r>
              <a:rPr sz="1400" spc="-15" dirty="0">
                <a:latin typeface="Times New Roman"/>
                <a:cs typeface="Times New Roman"/>
              </a:rPr>
              <a:t> </a:t>
            </a:r>
            <a:r>
              <a:rPr sz="1400" dirty="0">
                <a:latin typeface="Times New Roman"/>
                <a:cs typeface="Times New Roman"/>
              </a:rPr>
              <a:t>multiple</a:t>
            </a:r>
            <a:r>
              <a:rPr sz="1400" spc="-35" dirty="0">
                <a:latin typeface="Times New Roman"/>
                <a:cs typeface="Times New Roman"/>
              </a:rPr>
              <a:t> </a:t>
            </a:r>
            <a:r>
              <a:rPr sz="1400" dirty="0">
                <a:latin typeface="Times New Roman"/>
                <a:cs typeface="Times New Roman"/>
              </a:rPr>
              <a:t>sensor</a:t>
            </a:r>
            <a:r>
              <a:rPr sz="1400" spc="-45" dirty="0">
                <a:latin typeface="Times New Roman"/>
                <a:cs typeface="Times New Roman"/>
              </a:rPr>
              <a:t> </a:t>
            </a:r>
            <a:r>
              <a:rPr sz="1400" dirty="0">
                <a:latin typeface="Times New Roman"/>
                <a:cs typeface="Times New Roman"/>
              </a:rPr>
              <a:t>units</a:t>
            </a:r>
            <a:r>
              <a:rPr sz="1400" spc="-30" dirty="0">
                <a:latin typeface="Times New Roman"/>
                <a:cs typeface="Times New Roman"/>
              </a:rPr>
              <a:t> </a:t>
            </a:r>
            <a:r>
              <a:rPr sz="1400" dirty="0">
                <a:latin typeface="Times New Roman"/>
                <a:cs typeface="Times New Roman"/>
              </a:rPr>
              <a:t>across</a:t>
            </a:r>
            <a:r>
              <a:rPr sz="1400" spc="-30" dirty="0">
                <a:latin typeface="Times New Roman"/>
                <a:cs typeface="Times New Roman"/>
              </a:rPr>
              <a:t> </a:t>
            </a:r>
            <a:r>
              <a:rPr sz="1400" dirty="0">
                <a:latin typeface="Times New Roman"/>
                <a:cs typeface="Times New Roman"/>
              </a:rPr>
              <a:t>different</a:t>
            </a:r>
            <a:r>
              <a:rPr sz="1400" spc="-35" dirty="0">
                <a:latin typeface="Times New Roman"/>
                <a:cs typeface="Times New Roman"/>
              </a:rPr>
              <a:t> </a:t>
            </a:r>
            <a:r>
              <a:rPr sz="1400" dirty="0">
                <a:latin typeface="Times New Roman"/>
                <a:cs typeface="Times New Roman"/>
              </a:rPr>
              <a:t>city</a:t>
            </a:r>
            <a:r>
              <a:rPr sz="1400" spc="-55" dirty="0">
                <a:latin typeface="Times New Roman"/>
                <a:cs typeface="Times New Roman"/>
              </a:rPr>
              <a:t> </a:t>
            </a:r>
            <a:r>
              <a:rPr sz="1400" dirty="0">
                <a:latin typeface="Times New Roman"/>
                <a:cs typeface="Times New Roman"/>
              </a:rPr>
              <a:t>zones</a:t>
            </a:r>
            <a:r>
              <a:rPr sz="1400" spc="-30" dirty="0">
                <a:latin typeface="Times New Roman"/>
                <a:cs typeface="Times New Roman"/>
              </a:rPr>
              <a:t> </a:t>
            </a:r>
            <a:r>
              <a:rPr sz="1400" dirty="0">
                <a:latin typeface="Times New Roman"/>
                <a:cs typeface="Times New Roman"/>
              </a:rPr>
              <a:t>to</a:t>
            </a:r>
            <a:r>
              <a:rPr sz="1400" spc="-40" dirty="0">
                <a:latin typeface="Times New Roman"/>
                <a:cs typeface="Times New Roman"/>
              </a:rPr>
              <a:t> </a:t>
            </a:r>
            <a:r>
              <a:rPr sz="1400" spc="-10" dirty="0">
                <a:latin typeface="Times New Roman"/>
                <a:cs typeface="Times New Roman"/>
              </a:rPr>
              <a:t>create </a:t>
            </a:r>
            <a:r>
              <a:rPr sz="1400" dirty="0">
                <a:latin typeface="Times New Roman"/>
                <a:cs typeface="Times New Roman"/>
              </a:rPr>
              <a:t>a</a:t>
            </a:r>
            <a:r>
              <a:rPr sz="1400" spc="-25" dirty="0">
                <a:latin typeface="Times New Roman"/>
                <a:cs typeface="Times New Roman"/>
              </a:rPr>
              <a:t> </a:t>
            </a:r>
            <a:r>
              <a:rPr sz="1400" spc="-20" dirty="0">
                <a:latin typeface="Times New Roman"/>
                <a:cs typeface="Times New Roman"/>
              </a:rPr>
              <a:t>real-</a:t>
            </a:r>
            <a:r>
              <a:rPr sz="1400" dirty="0">
                <a:latin typeface="Times New Roman"/>
                <a:cs typeface="Times New Roman"/>
              </a:rPr>
              <a:t>time</a:t>
            </a:r>
            <a:r>
              <a:rPr sz="1400" spc="5" dirty="0">
                <a:latin typeface="Times New Roman"/>
                <a:cs typeface="Times New Roman"/>
              </a:rPr>
              <a:t> </a:t>
            </a:r>
            <a:r>
              <a:rPr sz="1400" dirty="0">
                <a:latin typeface="Times New Roman"/>
                <a:cs typeface="Times New Roman"/>
              </a:rPr>
              <a:t>flood monitoring</a:t>
            </a:r>
            <a:r>
              <a:rPr sz="1400" spc="-25" dirty="0">
                <a:latin typeface="Times New Roman"/>
                <a:cs typeface="Times New Roman"/>
              </a:rPr>
              <a:t> </a:t>
            </a:r>
            <a:r>
              <a:rPr sz="1400" spc="-10" dirty="0">
                <a:latin typeface="Times New Roman"/>
                <a:cs typeface="Times New Roman"/>
              </a:rPr>
              <a:t>network.</a:t>
            </a:r>
            <a:endParaRPr sz="1400">
              <a:latin typeface="Times New Roman"/>
              <a:cs typeface="Times New Roman"/>
            </a:endParaRPr>
          </a:p>
          <a:p>
            <a:pPr marL="469265" marR="204470" indent="-228600">
              <a:lnSpc>
                <a:spcPts val="2420"/>
              </a:lnSpc>
              <a:spcBef>
                <a:spcPts val="190"/>
              </a:spcBef>
              <a:buSzPct val="71428"/>
              <a:buFont typeface="Symbol"/>
              <a:buChar char=""/>
              <a:tabLst>
                <a:tab pos="469265" algn="l"/>
              </a:tabLst>
            </a:pPr>
            <a:r>
              <a:rPr sz="1400" b="1" dirty="0">
                <a:latin typeface="Times New Roman"/>
                <a:cs typeface="Times New Roman"/>
              </a:rPr>
              <a:t>Community</a:t>
            </a:r>
            <a:r>
              <a:rPr sz="1400" b="1" spc="-45" dirty="0">
                <a:latin typeface="Times New Roman"/>
                <a:cs typeface="Times New Roman"/>
              </a:rPr>
              <a:t> </a:t>
            </a:r>
            <a:r>
              <a:rPr sz="1400" b="1" dirty="0">
                <a:latin typeface="Times New Roman"/>
                <a:cs typeface="Times New Roman"/>
              </a:rPr>
              <a:t>Alerts:</a:t>
            </a:r>
            <a:r>
              <a:rPr sz="1400" b="1" spc="-35" dirty="0">
                <a:latin typeface="Times New Roman"/>
                <a:cs typeface="Times New Roman"/>
              </a:rPr>
              <a:t> </a:t>
            </a:r>
            <a:r>
              <a:rPr sz="1400" dirty="0">
                <a:latin typeface="Times New Roman"/>
                <a:cs typeface="Times New Roman"/>
              </a:rPr>
              <a:t>Send</a:t>
            </a:r>
            <a:r>
              <a:rPr sz="1400" spc="-20" dirty="0">
                <a:latin typeface="Times New Roman"/>
                <a:cs typeface="Times New Roman"/>
              </a:rPr>
              <a:t> </a:t>
            </a:r>
            <a:r>
              <a:rPr sz="1400" dirty="0">
                <a:latin typeface="Times New Roman"/>
                <a:cs typeface="Times New Roman"/>
              </a:rPr>
              <a:t>flood</a:t>
            </a:r>
            <a:r>
              <a:rPr sz="1400" spc="-40" dirty="0">
                <a:latin typeface="Times New Roman"/>
                <a:cs typeface="Times New Roman"/>
              </a:rPr>
              <a:t> </a:t>
            </a:r>
            <a:r>
              <a:rPr sz="1400" dirty="0">
                <a:latin typeface="Times New Roman"/>
                <a:cs typeface="Times New Roman"/>
              </a:rPr>
              <a:t>alerts</a:t>
            </a:r>
            <a:r>
              <a:rPr sz="1400" spc="-40"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local</a:t>
            </a:r>
            <a:r>
              <a:rPr sz="1400" spc="-60" dirty="0">
                <a:latin typeface="Times New Roman"/>
                <a:cs typeface="Times New Roman"/>
              </a:rPr>
              <a:t> </a:t>
            </a:r>
            <a:r>
              <a:rPr sz="1400" dirty="0">
                <a:latin typeface="Times New Roman"/>
                <a:cs typeface="Times New Roman"/>
              </a:rPr>
              <a:t>residents,</a:t>
            </a:r>
            <a:r>
              <a:rPr sz="1400" spc="-15" dirty="0">
                <a:latin typeface="Times New Roman"/>
                <a:cs typeface="Times New Roman"/>
              </a:rPr>
              <a:t> </a:t>
            </a:r>
            <a:r>
              <a:rPr sz="1400" dirty="0">
                <a:latin typeface="Times New Roman"/>
                <a:cs typeface="Times New Roman"/>
              </a:rPr>
              <a:t>municipal</a:t>
            </a:r>
            <a:r>
              <a:rPr sz="1400" spc="-60" dirty="0">
                <a:latin typeface="Times New Roman"/>
                <a:cs typeface="Times New Roman"/>
              </a:rPr>
              <a:t> </a:t>
            </a:r>
            <a:r>
              <a:rPr sz="1400" dirty="0">
                <a:latin typeface="Times New Roman"/>
                <a:cs typeface="Times New Roman"/>
              </a:rPr>
              <a:t>bodies,</a:t>
            </a:r>
            <a:r>
              <a:rPr sz="1400" spc="-30" dirty="0">
                <a:latin typeface="Times New Roman"/>
                <a:cs typeface="Times New Roman"/>
              </a:rPr>
              <a:t> </a:t>
            </a:r>
            <a:r>
              <a:rPr sz="1400" dirty="0">
                <a:latin typeface="Times New Roman"/>
                <a:cs typeface="Times New Roman"/>
              </a:rPr>
              <a:t>or</a:t>
            </a:r>
            <a:r>
              <a:rPr sz="1400" spc="-45" dirty="0">
                <a:latin typeface="Times New Roman"/>
                <a:cs typeface="Times New Roman"/>
              </a:rPr>
              <a:t> </a:t>
            </a:r>
            <a:r>
              <a:rPr sz="1400" spc="-10" dirty="0">
                <a:latin typeface="Times New Roman"/>
                <a:cs typeface="Times New Roman"/>
              </a:rPr>
              <a:t>disaster </a:t>
            </a:r>
            <a:r>
              <a:rPr sz="1400" dirty="0">
                <a:latin typeface="Times New Roman"/>
                <a:cs typeface="Times New Roman"/>
              </a:rPr>
              <a:t>response</a:t>
            </a:r>
            <a:r>
              <a:rPr sz="1400" spc="-85" dirty="0">
                <a:latin typeface="Times New Roman"/>
                <a:cs typeface="Times New Roman"/>
              </a:rPr>
              <a:t> </a:t>
            </a:r>
            <a:r>
              <a:rPr sz="1400" spc="-10" dirty="0">
                <a:latin typeface="Times New Roman"/>
                <a:cs typeface="Times New Roman"/>
              </a:rPr>
              <a:t>teams.</a:t>
            </a:r>
            <a:endParaRPr sz="1400">
              <a:latin typeface="Times New Roman"/>
              <a:cs typeface="Times New Roman"/>
            </a:endParaRPr>
          </a:p>
          <a:p>
            <a:pPr>
              <a:lnSpc>
                <a:spcPct val="100000"/>
              </a:lnSpc>
              <a:spcBef>
                <a:spcPts val="1550"/>
              </a:spcBef>
            </a:pPr>
            <a:endParaRPr sz="1400">
              <a:latin typeface="Times New Roman"/>
              <a:cs typeface="Times New Roman"/>
            </a:endParaRPr>
          </a:p>
          <a:p>
            <a:pPr marL="12700">
              <a:lnSpc>
                <a:spcPct val="100000"/>
              </a:lnSpc>
            </a:pPr>
            <a:r>
              <a:rPr sz="1400" spc="-315" dirty="0">
                <a:latin typeface="Segoe UI Emoji"/>
                <a:cs typeface="Segoe UI Emoji"/>
              </a:rPr>
              <a:t>□</a:t>
            </a:r>
            <a:r>
              <a:rPr sz="1400" spc="-10" dirty="0">
                <a:latin typeface="Segoe UI Emoji"/>
                <a:cs typeface="Segoe UI Emoji"/>
              </a:rPr>
              <a:t> </a:t>
            </a:r>
            <a:r>
              <a:rPr sz="1400" b="1" spc="-10" dirty="0">
                <a:latin typeface="Times New Roman"/>
                <a:cs typeface="Times New Roman"/>
              </a:rPr>
              <a:t>Summary</a:t>
            </a:r>
            <a:endParaRPr sz="1400">
              <a:latin typeface="Times New Roman"/>
              <a:cs typeface="Times New Roman"/>
            </a:endParaRPr>
          </a:p>
          <a:p>
            <a:pPr marL="12700" marR="5080">
              <a:lnSpc>
                <a:spcPct val="143600"/>
              </a:lnSpc>
              <a:spcBef>
                <a:spcPts val="180"/>
              </a:spcBef>
            </a:pPr>
            <a:r>
              <a:rPr sz="1400" dirty="0">
                <a:latin typeface="Times New Roman"/>
                <a:cs typeface="Times New Roman"/>
              </a:rPr>
              <a:t>These</a:t>
            </a:r>
            <a:r>
              <a:rPr sz="1400" spc="-20" dirty="0">
                <a:latin typeface="Times New Roman"/>
                <a:cs typeface="Times New Roman"/>
              </a:rPr>
              <a:t> </a:t>
            </a:r>
            <a:r>
              <a:rPr sz="1400" dirty="0">
                <a:latin typeface="Times New Roman"/>
                <a:cs typeface="Times New Roman"/>
              </a:rPr>
              <a:t>future</a:t>
            </a:r>
            <a:r>
              <a:rPr sz="1400" spc="-15" dirty="0">
                <a:latin typeface="Times New Roman"/>
                <a:cs typeface="Times New Roman"/>
              </a:rPr>
              <a:t> </a:t>
            </a:r>
            <a:r>
              <a:rPr sz="1400" spc="-10" dirty="0">
                <a:latin typeface="Times New Roman"/>
                <a:cs typeface="Times New Roman"/>
              </a:rPr>
              <a:t>enhancements</a:t>
            </a:r>
            <a:r>
              <a:rPr sz="1400" spc="-20" dirty="0">
                <a:latin typeface="Times New Roman"/>
                <a:cs typeface="Times New Roman"/>
              </a:rPr>
              <a:t> </a:t>
            </a:r>
            <a:r>
              <a:rPr sz="1400" dirty="0">
                <a:latin typeface="Times New Roman"/>
                <a:cs typeface="Times New Roman"/>
              </a:rPr>
              <a:t>aim</a:t>
            </a:r>
            <a:r>
              <a:rPr sz="1400" spc="-50"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transform</a:t>
            </a:r>
            <a:r>
              <a:rPr sz="1400" spc="-45" dirty="0">
                <a:latin typeface="Times New Roman"/>
                <a:cs typeface="Times New Roman"/>
              </a:rPr>
              <a:t> </a:t>
            </a:r>
            <a:r>
              <a:rPr sz="1400" dirty="0">
                <a:latin typeface="Times New Roman"/>
                <a:cs typeface="Times New Roman"/>
              </a:rPr>
              <a:t>the</a:t>
            </a:r>
            <a:r>
              <a:rPr sz="1400" spc="5" dirty="0">
                <a:latin typeface="Times New Roman"/>
                <a:cs typeface="Times New Roman"/>
              </a:rPr>
              <a:t> </a:t>
            </a:r>
            <a:r>
              <a:rPr sz="1400" dirty="0">
                <a:latin typeface="Times New Roman"/>
                <a:cs typeface="Times New Roman"/>
              </a:rPr>
              <a:t>flood</a:t>
            </a:r>
            <a:r>
              <a:rPr sz="1400" spc="-25" dirty="0">
                <a:latin typeface="Times New Roman"/>
                <a:cs typeface="Times New Roman"/>
              </a:rPr>
              <a:t> </a:t>
            </a:r>
            <a:r>
              <a:rPr sz="1400" dirty="0">
                <a:latin typeface="Times New Roman"/>
                <a:cs typeface="Times New Roman"/>
              </a:rPr>
              <a:t>detector</a:t>
            </a:r>
            <a:r>
              <a:rPr sz="1400" spc="-30" dirty="0">
                <a:latin typeface="Times New Roman"/>
                <a:cs typeface="Times New Roman"/>
              </a:rPr>
              <a:t> </a:t>
            </a:r>
            <a:r>
              <a:rPr sz="1400" dirty="0">
                <a:latin typeface="Times New Roman"/>
                <a:cs typeface="Times New Roman"/>
              </a:rPr>
              <a:t>system</a:t>
            </a:r>
            <a:r>
              <a:rPr sz="1400" spc="-45" dirty="0">
                <a:latin typeface="Times New Roman"/>
                <a:cs typeface="Times New Roman"/>
              </a:rPr>
              <a:t> </a:t>
            </a:r>
            <a:r>
              <a:rPr sz="1400" dirty="0">
                <a:latin typeface="Times New Roman"/>
                <a:cs typeface="Times New Roman"/>
              </a:rPr>
              <a:t>from</a:t>
            </a:r>
            <a:r>
              <a:rPr sz="1400" spc="-70" dirty="0">
                <a:latin typeface="Times New Roman"/>
                <a:cs typeface="Times New Roman"/>
              </a:rPr>
              <a:t> </a:t>
            </a:r>
            <a:r>
              <a:rPr sz="1400" dirty="0">
                <a:latin typeface="Times New Roman"/>
                <a:cs typeface="Times New Roman"/>
              </a:rPr>
              <a:t>a</a:t>
            </a:r>
            <a:r>
              <a:rPr sz="1400" spc="-15" dirty="0">
                <a:latin typeface="Times New Roman"/>
                <a:cs typeface="Times New Roman"/>
              </a:rPr>
              <a:t> </a:t>
            </a:r>
            <a:r>
              <a:rPr sz="1400" dirty="0">
                <a:latin typeface="Times New Roman"/>
                <a:cs typeface="Times New Roman"/>
              </a:rPr>
              <a:t>simple</a:t>
            </a:r>
            <a:r>
              <a:rPr sz="1400" spc="5" dirty="0">
                <a:latin typeface="Times New Roman"/>
                <a:cs typeface="Times New Roman"/>
              </a:rPr>
              <a:t> </a:t>
            </a:r>
            <a:r>
              <a:rPr sz="1400" spc="-10" dirty="0">
                <a:latin typeface="Times New Roman"/>
                <a:cs typeface="Times New Roman"/>
              </a:rPr>
              <a:t>prototype </a:t>
            </a:r>
            <a:r>
              <a:rPr sz="1400" dirty="0">
                <a:latin typeface="Times New Roman"/>
                <a:cs typeface="Times New Roman"/>
              </a:rPr>
              <a:t>into</a:t>
            </a:r>
            <a:r>
              <a:rPr sz="1400" spc="-40"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b="1" dirty="0">
                <a:latin typeface="Times New Roman"/>
                <a:cs typeface="Times New Roman"/>
              </a:rPr>
              <a:t>smart,</a:t>
            </a:r>
            <a:r>
              <a:rPr sz="1400" b="1" spc="-20" dirty="0">
                <a:latin typeface="Times New Roman"/>
                <a:cs typeface="Times New Roman"/>
              </a:rPr>
              <a:t> </a:t>
            </a:r>
            <a:r>
              <a:rPr sz="1400" b="1" dirty="0">
                <a:latin typeface="Times New Roman"/>
                <a:cs typeface="Times New Roman"/>
              </a:rPr>
              <a:t>predictive,</a:t>
            </a:r>
            <a:r>
              <a:rPr sz="1400" b="1" spc="-25"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dirty="0">
                <a:latin typeface="Times New Roman"/>
                <a:cs typeface="Times New Roman"/>
              </a:rPr>
              <a:t>responsive</a:t>
            </a:r>
            <a:r>
              <a:rPr sz="1400" b="1" spc="-30" dirty="0">
                <a:latin typeface="Times New Roman"/>
                <a:cs typeface="Times New Roman"/>
              </a:rPr>
              <a:t> </a:t>
            </a:r>
            <a:r>
              <a:rPr sz="1400" b="1" dirty="0">
                <a:latin typeface="Times New Roman"/>
                <a:cs typeface="Times New Roman"/>
              </a:rPr>
              <a:t>flood</a:t>
            </a:r>
            <a:r>
              <a:rPr sz="1400" b="1" spc="-40" dirty="0">
                <a:latin typeface="Times New Roman"/>
                <a:cs typeface="Times New Roman"/>
              </a:rPr>
              <a:t> </a:t>
            </a:r>
            <a:r>
              <a:rPr sz="1400" b="1" dirty="0">
                <a:latin typeface="Times New Roman"/>
                <a:cs typeface="Times New Roman"/>
              </a:rPr>
              <a:t>management</a:t>
            </a:r>
            <a:r>
              <a:rPr sz="1400" b="1" spc="-45" dirty="0">
                <a:latin typeface="Times New Roman"/>
                <a:cs typeface="Times New Roman"/>
              </a:rPr>
              <a:t> </a:t>
            </a:r>
            <a:r>
              <a:rPr sz="1400" b="1" dirty="0">
                <a:latin typeface="Times New Roman"/>
                <a:cs typeface="Times New Roman"/>
              </a:rPr>
              <a:t>platform</a:t>
            </a:r>
            <a:r>
              <a:rPr sz="1400" dirty="0">
                <a:latin typeface="Times New Roman"/>
                <a:cs typeface="Times New Roman"/>
              </a:rPr>
              <a:t>.</a:t>
            </a:r>
            <a:r>
              <a:rPr sz="1400" spc="-25" dirty="0">
                <a:latin typeface="Times New Roman"/>
                <a:cs typeface="Times New Roman"/>
              </a:rPr>
              <a:t> </a:t>
            </a:r>
            <a:r>
              <a:rPr sz="1400" dirty="0">
                <a:latin typeface="Times New Roman"/>
                <a:cs typeface="Times New Roman"/>
              </a:rPr>
              <a:t>By</a:t>
            </a:r>
            <a:r>
              <a:rPr sz="1400" spc="-35" dirty="0">
                <a:latin typeface="Times New Roman"/>
                <a:cs typeface="Times New Roman"/>
              </a:rPr>
              <a:t> </a:t>
            </a:r>
            <a:r>
              <a:rPr sz="1400" spc="-10" dirty="0">
                <a:latin typeface="Times New Roman"/>
                <a:cs typeface="Times New Roman"/>
              </a:rPr>
              <a:t>incorporating </a:t>
            </a:r>
            <a:r>
              <a:rPr sz="1400" dirty="0">
                <a:latin typeface="Times New Roman"/>
                <a:cs typeface="Times New Roman"/>
              </a:rPr>
              <a:t>cloud</a:t>
            </a:r>
            <a:r>
              <a:rPr sz="1400" spc="-50" dirty="0">
                <a:latin typeface="Times New Roman"/>
                <a:cs typeface="Times New Roman"/>
              </a:rPr>
              <a:t> </a:t>
            </a:r>
            <a:r>
              <a:rPr sz="1400" dirty="0">
                <a:latin typeface="Times New Roman"/>
                <a:cs typeface="Times New Roman"/>
              </a:rPr>
              <a:t>services,</a:t>
            </a:r>
            <a:r>
              <a:rPr sz="1400" spc="-35" dirty="0">
                <a:latin typeface="Times New Roman"/>
                <a:cs typeface="Times New Roman"/>
              </a:rPr>
              <a:t> </a:t>
            </a:r>
            <a:r>
              <a:rPr sz="1400" dirty="0">
                <a:latin typeface="Times New Roman"/>
                <a:cs typeface="Times New Roman"/>
              </a:rPr>
              <a:t>artificial</a:t>
            </a:r>
            <a:r>
              <a:rPr sz="1400" spc="-50" dirty="0">
                <a:latin typeface="Times New Roman"/>
                <a:cs typeface="Times New Roman"/>
              </a:rPr>
              <a:t> </a:t>
            </a:r>
            <a:r>
              <a:rPr sz="1400" dirty="0">
                <a:latin typeface="Times New Roman"/>
                <a:cs typeface="Times New Roman"/>
              </a:rPr>
              <a:t>intelligence,</a:t>
            </a:r>
            <a:r>
              <a:rPr sz="1400" spc="-15" dirty="0">
                <a:latin typeface="Times New Roman"/>
                <a:cs typeface="Times New Roman"/>
              </a:rPr>
              <a:t> </a:t>
            </a:r>
            <a:r>
              <a:rPr sz="1400" dirty="0">
                <a:latin typeface="Times New Roman"/>
                <a:cs typeface="Times New Roman"/>
              </a:rPr>
              <a:t>mobile</a:t>
            </a:r>
            <a:r>
              <a:rPr sz="1400" spc="-45" dirty="0">
                <a:latin typeface="Times New Roman"/>
                <a:cs typeface="Times New Roman"/>
              </a:rPr>
              <a:t> </a:t>
            </a:r>
            <a:r>
              <a:rPr sz="1400" spc="-10" dirty="0">
                <a:latin typeface="Times New Roman"/>
                <a:cs typeface="Times New Roman"/>
              </a:rPr>
              <a:t>connectivity,</a:t>
            </a:r>
            <a:r>
              <a:rPr sz="1400" spc="-35" dirty="0">
                <a:latin typeface="Times New Roman"/>
                <a:cs typeface="Times New Roman"/>
              </a:rPr>
              <a:t> </a:t>
            </a:r>
            <a:r>
              <a:rPr sz="1400" dirty="0">
                <a:latin typeface="Times New Roman"/>
                <a:cs typeface="Times New Roman"/>
              </a:rPr>
              <a:t>and</a:t>
            </a:r>
            <a:r>
              <a:rPr sz="1400" spc="-45" dirty="0">
                <a:latin typeface="Times New Roman"/>
                <a:cs typeface="Times New Roman"/>
              </a:rPr>
              <a:t> </a:t>
            </a:r>
            <a:r>
              <a:rPr sz="1400" dirty="0">
                <a:latin typeface="Times New Roman"/>
                <a:cs typeface="Times New Roman"/>
              </a:rPr>
              <a:t>automated</a:t>
            </a:r>
            <a:r>
              <a:rPr sz="1400" spc="-45" dirty="0">
                <a:latin typeface="Times New Roman"/>
                <a:cs typeface="Times New Roman"/>
              </a:rPr>
              <a:t> </a:t>
            </a:r>
            <a:r>
              <a:rPr sz="1400" dirty="0">
                <a:latin typeface="Times New Roman"/>
                <a:cs typeface="Times New Roman"/>
              </a:rPr>
              <a:t>actions,</a:t>
            </a:r>
            <a:r>
              <a:rPr sz="1400" spc="-35" dirty="0">
                <a:latin typeface="Times New Roman"/>
                <a:cs typeface="Times New Roman"/>
              </a:rPr>
              <a:t> </a:t>
            </a:r>
            <a:r>
              <a:rPr sz="1400" dirty="0">
                <a:latin typeface="Times New Roman"/>
                <a:cs typeface="Times New Roman"/>
              </a:rPr>
              <a:t>the</a:t>
            </a:r>
            <a:r>
              <a:rPr sz="1400" spc="-45" dirty="0">
                <a:latin typeface="Times New Roman"/>
                <a:cs typeface="Times New Roman"/>
              </a:rPr>
              <a:t> </a:t>
            </a:r>
            <a:r>
              <a:rPr sz="1400" spc="-10" dirty="0">
                <a:latin typeface="Times New Roman"/>
                <a:cs typeface="Times New Roman"/>
              </a:rPr>
              <a:t>system </a:t>
            </a:r>
            <a:r>
              <a:rPr sz="1400" dirty="0">
                <a:latin typeface="Times New Roman"/>
                <a:cs typeface="Times New Roman"/>
              </a:rPr>
              <a:t>can</a:t>
            </a:r>
            <a:r>
              <a:rPr sz="1400" spc="-60" dirty="0">
                <a:latin typeface="Times New Roman"/>
                <a:cs typeface="Times New Roman"/>
              </a:rPr>
              <a:t> </a:t>
            </a:r>
            <a:r>
              <a:rPr sz="1400" dirty="0">
                <a:latin typeface="Times New Roman"/>
                <a:cs typeface="Times New Roman"/>
              </a:rPr>
              <a:t>become</a:t>
            </a:r>
            <a:r>
              <a:rPr sz="1400" spc="-35" dirty="0">
                <a:latin typeface="Times New Roman"/>
                <a:cs typeface="Times New Roman"/>
              </a:rPr>
              <a:t> </a:t>
            </a:r>
            <a:r>
              <a:rPr sz="1400" dirty="0">
                <a:latin typeface="Times New Roman"/>
                <a:cs typeface="Times New Roman"/>
              </a:rPr>
              <a:t>a</a:t>
            </a:r>
            <a:r>
              <a:rPr sz="1400" spc="-35" dirty="0">
                <a:latin typeface="Times New Roman"/>
                <a:cs typeface="Times New Roman"/>
              </a:rPr>
              <a:t> </a:t>
            </a:r>
            <a:r>
              <a:rPr sz="1400" dirty="0">
                <a:latin typeface="Times New Roman"/>
                <a:cs typeface="Times New Roman"/>
              </a:rPr>
              <a:t>critical</a:t>
            </a:r>
            <a:r>
              <a:rPr sz="1400" spc="-65" dirty="0">
                <a:latin typeface="Times New Roman"/>
                <a:cs typeface="Times New Roman"/>
              </a:rPr>
              <a:t> </a:t>
            </a:r>
            <a:r>
              <a:rPr sz="1400" dirty="0">
                <a:latin typeface="Times New Roman"/>
                <a:cs typeface="Times New Roman"/>
              </a:rPr>
              <a:t>tool</a:t>
            </a:r>
            <a:r>
              <a:rPr sz="1400" spc="-40" dirty="0">
                <a:latin typeface="Times New Roman"/>
                <a:cs typeface="Times New Roman"/>
              </a:rPr>
              <a:t> </a:t>
            </a:r>
            <a:r>
              <a:rPr sz="1400" dirty="0">
                <a:latin typeface="Times New Roman"/>
                <a:cs typeface="Times New Roman"/>
              </a:rPr>
              <a:t>for</a:t>
            </a:r>
            <a:r>
              <a:rPr sz="1400" spc="-15" dirty="0">
                <a:latin typeface="Times New Roman"/>
                <a:cs typeface="Times New Roman"/>
              </a:rPr>
              <a:t> </a:t>
            </a:r>
            <a:r>
              <a:rPr sz="1400" b="1" dirty="0">
                <a:latin typeface="Times New Roman"/>
                <a:cs typeface="Times New Roman"/>
              </a:rPr>
              <a:t>disaster</a:t>
            </a:r>
            <a:r>
              <a:rPr sz="1400" b="1" spc="-35" dirty="0">
                <a:latin typeface="Times New Roman"/>
                <a:cs typeface="Times New Roman"/>
              </a:rPr>
              <a:t> </a:t>
            </a:r>
            <a:r>
              <a:rPr sz="1400" b="1" dirty="0">
                <a:latin typeface="Times New Roman"/>
                <a:cs typeface="Times New Roman"/>
              </a:rPr>
              <a:t>prevention</a:t>
            </a:r>
            <a:r>
              <a:rPr sz="1400" dirty="0">
                <a:latin typeface="Times New Roman"/>
                <a:cs typeface="Times New Roman"/>
              </a:rPr>
              <a:t>,</a:t>
            </a:r>
            <a:r>
              <a:rPr sz="1400" spc="-30" dirty="0">
                <a:latin typeface="Times New Roman"/>
                <a:cs typeface="Times New Roman"/>
              </a:rPr>
              <a:t> </a:t>
            </a:r>
            <a:r>
              <a:rPr sz="1400" b="1" dirty="0">
                <a:latin typeface="Times New Roman"/>
                <a:cs typeface="Times New Roman"/>
              </a:rPr>
              <a:t>agriculture</a:t>
            </a:r>
            <a:r>
              <a:rPr sz="1400" b="1" spc="-35" dirty="0">
                <a:latin typeface="Times New Roman"/>
                <a:cs typeface="Times New Roman"/>
              </a:rPr>
              <a:t> </a:t>
            </a:r>
            <a:r>
              <a:rPr sz="1400" b="1" dirty="0">
                <a:latin typeface="Times New Roman"/>
                <a:cs typeface="Times New Roman"/>
              </a:rPr>
              <a:t>safety</a:t>
            </a:r>
            <a:r>
              <a:rPr sz="1400" dirty="0">
                <a:latin typeface="Times New Roman"/>
                <a:cs typeface="Times New Roman"/>
              </a:rPr>
              <a:t>,</a:t>
            </a:r>
            <a:r>
              <a:rPr sz="1400" spc="-25" dirty="0">
                <a:latin typeface="Times New Roman"/>
                <a:cs typeface="Times New Roman"/>
              </a:rPr>
              <a:t> </a:t>
            </a:r>
            <a:r>
              <a:rPr sz="1400" dirty="0">
                <a:latin typeface="Times New Roman"/>
                <a:cs typeface="Times New Roman"/>
              </a:rPr>
              <a:t>and</a:t>
            </a:r>
            <a:r>
              <a:rPr sz="1400" spc="-15" dirty="0">
                <a:latin typeface="Times New Roman"/>
                <a:cs typeface="Times New Roman"/>
              </a:rPr>
              <a:t> </a:t>
            </a:r>
            <a:r>
              <a:rPr sz="1400" b="1" dirty="0">
                <a:latin typeface="Times New Roman"/>
                <a:cs typeface="Times New Roman"/>
              </a:rPr>
              <a:t>urban</a:t>
            </a:r>
            <a:r>
              <a:rPr sz="1400" b="1" spc="-65" dirty="0">
                <a:latin typeface="Times New Roman"/>
                <a:cs typeface="Times New Roman"/>
              </a:rPr>
              <a:t> </a:t>
            </a:r>
            <a:r>
              <a:rPr sz="1400" b="1" spc="-10" dirty="0">
                <a:latin typeface="Times New Roman"/>
                <a:cs typeface="Times New Roman"/>
              </a:rPr>
              <a:t>planning</a:t>
            </a:r>
            <a:r>
              <a:rPr sz="1400" spc="-10" dirty="0">
                <a:latin typeface="Times New Roman"/>
                <a:cs typeface="Times New Roman"/>
              </a:rPr>
              <a:t>, </a:t>
            </a:r>
            <a:r>
              <a:rPr sz="1400" dirty="0">
                <a:latin typeface="Times New Roman"/>
                <a:cs typeface="Times New Roman"/>
              </a:rPr>
              <a:t>making</a:t>
            </a:r>
            <a:r>
              <a:rPr sz="1400" spc="-25" dirty="0">
                <a:latin typeface="Times New Roman"/>
                <a:cs typeface="Times New Roman"/>
              </a:rPr>
              <a:t> </a:t>
            </a:r>
            <a:r>
              <a:rPr sz="1400" dirty="0">
                <a:latin typeface="Times New Roman"/>
                <a:cs typeface="Times New Roman"/>
              </a:rPr>
              <a:t>it</a:t>
            </a:r>
            <a:r>
              <a:rPr sz="1400" spc="-40" dirty="0">
                <a:latin typeface="Times New Roman"/>
                <a:cs typeface="Times New Roman"/>
              </a:rPr>
              <a:t> </a:t>
            </a:r>
            <a:r>
              <a:rPr sz="1400" dirty="0">
                <a:latin typeface="Times New Roman"/>
                <a:cs typeface="Times New Roman"/>
              </a:rPr>
              <a:t>even</a:t>
            </a:r>
            <a:r>
              <a:rPr sz="1400" spc="-45" dirty="0">
                <a:latin typeface="Times New Roman"/>
                <a:cs typeface="Times New Roman"/>
              </a:rPr>
              <a:t> </a:t>
            </a:r>
            <a:r>
              <a:rPr sz="1400" dirty="0">
                <a:latin typeface="Times New Roman"/>
                <a:cs typeface="Times New Roman"/>
              </a:rPr>
              <a:t>more</a:t>
            </a:r>
            <a:r>
              <a:rPr sz="1400" spc="-15" dirty="0">
                <a:latin typeface="Times New Roman"/>
                <a:cs typeface="Times New Roman"/>
              </a:rPr>
              <a:t> </a:t>
            </a:r>
            <a:r>
              <a:rPr sz="1400" dirty="0">
                <a:latin typeface="Times New Roman"/>
                <a:cs typeface="Times New Roman"/>
              </a:rPr>
              <a:t>impactful</a:t>
            </a:r>
            <a:r>
              <a:rPr sz="1400" spc="-40" dirty="0">
                <a:latin typeface="Times New Roman"/>
                <a:cs typeface="Times New Roman"/>
              </a:rPr>
              <a:t> </a:t>
            </a:r>
            <a:r>
              <a:rPr sz="1400" dirty="0">
                <a:latin typeface="Times New Roman"/>
                <a:cs typeface="Times New Roman"/>
              </a:rPr>
              <a:t>and</a:t>
            </a:r>
            <a:r>
              <a:rPr sz="1400" spc="-45" dirty="0">
                <a:latin typeface="Times New Roman"/>
                <a:cs typeface="Times New Roman"/>
              </a:rPr>
              <a:t> </a:t>
            </a:r>
            <a:r>
              <a:rPr sz="1400" dirty="0">
                <a:latin typeface="Times New Roman"/>
                <a:cs typeface="Times New Roman"/>
              </a:rPr>
              <a:t>socially</a:t>
            </a:r>
            <a:r>
              <a:rPr sz="1400" spc="-20" dirty="0">
                <a:latin typeface="Times New Roman"/>
                <a:cs typeface="Times New Roman"/>
              </a:rPr>
              <a:t> </a:t>
            </a:r>
            <a:r>
              <a:rPr sz="1400" spc="-10" dirty="0">
                <a:latin typeface="Times New Roman"/>
                <a:cs typeface="Times New Roman"/>
              </a:rPr>
              <a:t>relevant.</a:t>
            </a:r>
            <a:endParaRPr sz="1400">
              <a:latin typeface="Times New Roman"/>
              <a:cs typeface="Times New Roman"/>
            </a:endParaRPr>
          </a:p>
        </p:txBody>
      </p:sp>
      <p:sp>
        <p:nvSpPr>
          <p:cNvPr id="10" name="object 10"/>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12" name="Slide Number Placeholder 11">
            <a:extLst>
              <a:ext uri="{FF2B5EF4-FFF2-40B4-BE49-F238E27FC236}">
                <a16:creationId xmlns:a16="http://schemas.microsoft.com/office/drawing/2014/main" id="{4856B816-3DC5-8537-262F-7292D6B6F1FD}"/>
              </a:ext>
            </a:extLst>
          </p:cNvPr>
          <p:cNvSpPr>
            <a:spLocks noGrp="1"/>
          </p:cNvSpPr>
          <p:nvPr>
            <p:ph type="sldNum" sz="quarter" idx="7"/>
          </p:nvPr>
        </p:nvSpPr>
        <p:spPr>
          <a:xfrm>
            <a:off x="3712464" y="8986096"/>
            <a:ext cx="294386" cy="359073"/>
          </a:xfrm>
        </p:spPr>
        <p:txBody>
          <a:bodyPr/>
          <a:lstStyle/>
          <a:p>
            <a:pPr marL="38100">
              <a:lnSpc>
                <a:spcPts val="1410"/>
              </a:lnSpc>
            </a:pPr>
            <a:r>
              <a:rPr lang="en-IN" spc="-50" dirty="0"/>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268" y="962913"/>
            <a:ext cx="3571875" cy="270510"/>
          </a:xfrm>
          <a:prstGeom prst="rect">
            <a:avLst/>
          </a:prstGeom>
        </p:spPr>
        <p:txBody>
          <a:bodyPr vert="horz" wrap="square" lIns="0" tIns="13335" rIns="0" bIns="0" rtlCol="0">
            <a:spAutoFit/>
          </a:bodyPr>
          <a:lstStyle/>
          <a:p>
            <a:pPr marL="12700">
              <a:lnSpc>
                <a:spcPct val="100000"/>
              </a:lnSpc>
              <a:spcBef>
                <a:spcPts val="105"/>
              </a:spcBef>
            </a:pPr>
            <a:r>
              <a:rPr sz="1600" b="1" spc="-10" dirty="0">
                <a:latin typeface="Times New Roman"/>
                <a:cs typeface="Times New Roman"/>
              </a:rPr>
              <a:t>BIBLIOGRAPHY</a:t>
            </a:r>
            <a:r>
              <a:rPr sz="1600" b="1" spc="-50" dirty="0">
                <a:latin typeface="Times New Roman"/>
                <a:cs typeface="Times New Roman"/>
              </a:rPr>
              <a:t> </a:t>
            </a:r>
            <a:r>
              <a:rPr sz="1600" b="1" spc="-10" dirty="0">
                <a:latin typeface="Times New Roman"/>
                <a:cs typeface="Times New Roman"/>
              </a:rPr>
              <a:t>AND</a:t>
            </a:r>
            <a:r>
              <a:rPr sz="1600" b="1" spc="-55" dirty="0">
                <a:latin typeface="Times New Roman"/>
                <a:cs typeface="Times New Roman"/>
              </a:rPr>
              <a:t> </a:t>
            </a:r>
            <a:r>
              <a:rPr sz="1600" b="1" spc="-10" dirty="0">
                <a:latin typeface="Times New Roman"/>
                <a:cs typeface="Times New Roman"/>
              </a:rPr>
              <a:t>REFERENCES:</a:t>
            </a:r>
            <a:endParaRPr sz="1600">
              <a:latin typeface="Times New Roman"/>
              <a:cs typeface="Times New Roman"/>
            </a:endParaRPr>
          </a:p>
        </p:txBody>
      </p:sp>
      <p:sp>
        <p:nvSpPr>
          <p:cNvPr id="3" name="object 3"/>
          <p:cNvSpPr txBox="1"/>
          <p:nvPr/>
        </p:nvSpPr>
        <p:spPr>
          <a:xfrm>
            <a:off x="337820" y="1472311"/>
            <a:ext cx="6861809" cy="4435475"/>
          </a:xfrm>
          <a:prstGeom prst="rect">
            <a:avLst/>
          </a:prstGeom>
        </p:spPr>
        <p:txBody>
          <a:bodyPr vert="horz" wrap="square" lIns="0" tIns="20320" rIns="0" bIns="0" rtlCol="0">
            <a:spAutoFit/>
          </a:bodyPr>
          <a:lstStyle/>
          <a:p>
            <a:pPr marL="19050" marR="12065" indent="-6985">
              <a:lnSpc>
                <a:spcPts val="1180"/>
              </a:lnSpc>
              <a:spcBef>
                <a:spcPts val="160"/>
              </a:spcBef>
            </a:pPr>
            <a:r>
              <a:rPr sz="1000" dirty="0">
                <a:solidFill>
                  <a:srgbClr val="212121"/>
                </a:solidFill>
                <a:latin typeface="Times New Roman"/>
                <a:cs typeface="Times New Roman"/>
              </a:rPr>
              <a:t>[1]</a:t>
            </a:r>
            <a:r>
              <a:rPr sz="1000" spc="40" dirty="0">
                <a:solidFill>
                  <a:srgbClr val="212121"/>
                </a:solidFill>
                <a:latin typeface="Times New Roman"/>
                <a:cs typeface="Times New Roman"/>
              </a:rPr>
              <a:t> </a:t>
            </a:r>
            <a:r>
              <a:rPr sz="1000" dirty="0">
                <a:solidFill>
                  <a:srgbClr val="212121"/>
                </a:solidFill>
                <a:latin typeface="Times New Roman"/>
                <a:cs typeface="Times New Roman"/>
              </a:rPr>
              <a:t>Chandra,</a:t>
            </a:r>
            <a:r>
              <a:rPr sz="1000" spc="10" dirty="0">
                <a:solidFill>
                  <a:srgbClr val="212121"/>
                </a:solidFill>
                <a:latin typeface="Times New Roman"/>
                <a:cs typeface="Times New Roman"/>
              </a:rPr>
              <a:t> </a:t>
            </a:r>
            <a:r>
              <a:rPr sz="1000" dirty="0">
                <a:solidFill>
                  <a:srgbClr val="212121"/>
                </a:solidFill>
                <a:latin typeface="Times New Roman"/>
                <a:cs typeface="Times New Roman"/>
              </a:rPr>
              <a:t>Suresh</a:t>
            </a:r>
            <a:r>
              <a:rPr sz="1000" spc="20" dirty="0">
                <a:solidFill>
                  <a:srgbClr val="212121"/>
                </a:solidFill>
                <a:latin typeface="Times New Roman"/>
                <a:cs typeface="Times New Roman"/>
              </a:rPr>
              <a:t> </a:t>
            </a:r>
            <a:r>
              <a:rPr sz="1000" dirty="0">
                <a:solidFill>
                  <a:srgbClr val="212121"/>
                </a:solidFill>
                <a:latin typeface="Times New Roman"/>
                <a:cs typeface="Times New Roman"/>
              </a:rPr>
              <a:t>(2003) "India:</a:t>
            </a:r>
            <a:r>
              <a:rPr sz="1000" spc="10" dirty="0">
                <a:solidFill>
                  <a:srgbClr val="212121"/>
                </a:solidFill>
                <a:latin typeface="Times New Roman"/>
                <a:cs typeface="Times New Roman"/>
              </a:rPr>
              <a:t> </a:t>
            </a:r>
            <a:r>
              <a:rPr sz="1000" dirty="0">
                <a:solidFill>
                  <a:srgbClr val="212121"/>
                </a:solidFill>
                <a:latin typeface="Times New Roman"/>
                <a:cs typeface="Times New Roman"/>
              </a:rPr>
              <a:t>Flood</a:t>
            </a:r>
            <a:r>
              <a:rPr sz="1000" spc="20" dirty="0">
                <a:solidFill>
                  <a:srgbClr val="212121"/>
                </a:solidFill>
                <a:latin typeface="Times New Roman"/>
                <a:cs typeface="Times New Roman"/>
              </a:rPr>
              <a:t> </a:t>
            </a:r>
            <a:r>
              <a:rPr sz="1000" dirty="0">
                <a:solidFill>
                  <a:srgbClr val="212121"/>
                </a:solidFill>
                <a:latin typeface="Times New Roman"/>
                <a:cs typeface="Times New Roman"/>
              </a:rPr>
              <a:t>managementDamodar</a:t>
            </a:r>
            <a:r>
              <a:rPr sz="1000" spc="25" dirty="0">
                <a:solidFill>
                  <a:srgbClr val="212121"/>
                </a:solidFill>
                <a:latin typeface="Times New Roman"/>
                <a:cs typeface="Times New Roman"/>
              </a:rPr>
              <a:t> </a:t>
            </a:r>
            <a:r>
              <a:rPr sz="1000" dirty="0">
                <a:solidFill>
                  <a:srgbClr val="212121"/>
                </a:solidFill>
                <a:latin typeface="Times New Roman"/>
                <a:cs typeface="Times New Roman"/>
              </a:rPr>
              <a:t>river</a:t>
            </a:r>
            <a:r>
              <a:rPr sz="1000" spc="20" dirty="0">
                <a:solidFill>
                  <a:srgbClr val="212121"/>
                </a:solidFill>
                <a:latin typeface="Times New Roman"/>
                <a:cs typeface="Times New Roman"/>
              </a:rPr>
              <a:t> </a:t>
            </a:r>
            <a:r>
              <a:rPr sz="1000" dirty="0">
                <a:solidFill>
                  <a:srgbClr val="212121"/>
                </a:solidFill>
                <a:latin typeface="Times New Roman"/>
                <a:cs typeface="Times New Roman"/>
              </a:rPr>
              <a:t>basin."</a:t>
            </a:r>
            <a:r>
              <a:rPr sz="1000" spc="-5" dirty="0">
                <a:solidFill>
                  <a:srgbClr val="212121"/>
                </a:solidFill>
                <a:latin typeface="Times New Roman"/>
                <a:cs typeface="Times New Roman"/>
              </a:rPr>
              <a:t> </a:t>
            </a:r>
            <a:r>
              <a:rPr sz="1000" dirty="0">
                <a:solidFill>
                  <a:srgbClr val="212121"/>
                </a:solidFill>
                <a:latin typeface="Times New Roman"/>
                <a:cs typeface="Times New Roman"/>
              </a:rPr>
              <a:t>World </a:t>
            </a:r>
            <a:r>
              <a:rPr sz="1000" spc="-10" dirty="0">
                <a:solidFill>
                  <a:srgbClr val="212121"/>
                </a:solidFill>
                <a:latin typeface="Times New Roman"/>
                <a:cs typeface="Times New Roman"/>
              </a:rPr>
              <a:t>Meteorological</a:t>
            </a:r>
            <a:r>
              <a:rPr sz="1000" spc="10" dirty="0">
                <a:solidFill>
                  <a:srgbClr val="212121"/>
                </a:solidFill>
                <a:latin typeface="Times New Roman"/>
                <a:cs typeface="Times New Roman"/>
              </a:rPr>
              <a:t> </a:t>
            </a:r>
            <a:r>
              <a:rPr sz="1000" dirty="0">
                <a:solidFill>
                  <a:srgbClr val="212121"/>
                </a:solidFill>
                <a:latin typeface="Times New Roman"/>
                <a:cs typeface="Times New Roman"/>
              </a:rPr>
              <a:t>Organization</a:t>
            </a:r>
            <a:r>
              <a:rPr sz="1000" spc="20" dirty="0">
                <a:solidFill>
                  <a:srgbClr val="212121"/>
                </a:solidFill>
                <a:latin typeface="Times New Roman"/>
                <a:cs typeface="Times New Roman"/>
              </a:rPr>
              <a:t> </a:t>
            </a:r>
            <a:r>
              <a:rPr sz="1000" dirty="0">
                <a:solidFill>
                  <a:srgbClr val="212121"/>
                </a:solidFill>
                <a:latin typeface="Times New Roman"/>
                <a:cs typeface="Times New Roman"/>
              </a:rPr>
              <a:t>and the</a:t>
            </a:r>
            <a:r>
              <a:rPr sz="1000" spc="-15" dirty="0">
                <a:solidFill>
                  <a:srgbClr val="212121"/>
                </a:solidFill>
                <a:latin typeface="Times New Roman"/>
                <a:cs typeface="Times New Roman"/>
              </a:rPr>
              <a:t> </a:t>
            </a:r>
            <a:r>
              <a:rPr sz="1000" spc="-10" dirty="0">
                <a:solidFill>
                  <a:srgbClr val="212121"/>
                </a:solidFill>
                <a:latin typeface="Times New Roman"/>
                <a:cs typeface="Times New Roman"/>
              </a:rPr>
              <a:t>Associated </a:t>
            </a:r>
            <a:r>
              <a:rPr sz="1000" dirty="0">
                <a:solidFill>
                  <a:srgbClr val="212121"/>
                </a:solidFill>
                <a:latin typeface="Times New Roman"/>
                <a:cs typeface="Times New Roman"/>
              </a:rPr>
              <a:t>Programme</a:t>
            </a:r>
            <a:r>
              <a:rPr sz="1000" spc="-40" dirty="0">
                <a:solidFill>
                  <a:srgbClr val="212121"/>
                </a:solidFill>
                <a:latin typeface="Times New Roman"/>
                <a:cs typeface="Times New Roman"/>
              </a:rPr>
              <a:t> </a:t>
            </a:r>
            <a:r>
              <a:rPr sz="1000" dirty="0">
                <a:solidFill>
                  <a:srgbClr val="212121"/>
                </a:solidFill>
                <a:latin typeface="Times New Roman"/>
                <a:cs typeface="Times New Roman"/>
              </a:rPr>
              <a:t>on</a:t>
            </a:r>
            <a:r>
              <a:rPr sz="1000" spc="-5" dirty="0">
                <a:solidFill>
                  <a:srgbClr val="212121"/>
                </a:solidFill>
                <a:latin typeface="Times New Roman"/>
                <a:cs typeface="Times New Roman"/>
              </a:rPr>
              <a:t> </a:t>
            </a:r>
            <a:r>
              <a:rPr sz="1000" spc="-20" dirty="0">
                <a:solidFill>
                  <a:srgbClr val="212121"/>
                </a:solidFill>
                <a:latin typeface="Times New Roman"/>
                <a:cs typeface="Times New Roman"/>
              </a:rPr>
              <a:t>Flood</a:t>
            </a:r>
            <a:endParaRPr sz="1000">
              <a:latin typeface="Times New Roman"/>
              <a:cs typeface="Times New Roman"/>
            </a:endParaRPr>
          </a:p>
          <a:p>
            <a:pPr marL="19050" marR="19685" indent="-6985">
              <a:lnSpc>
                <a:spcPts val="1200"/>
              </a:lnSpc>
            </a:pPr>
            <a:r>
              <a:rPr sz="1000" dirty="0">
                <a:solidFill>
                  <a:srgbClr val="212121"/>
                </a:solidFill>
                <a:latin typeface="Times New Roman"/>
                <a:cs typeface="Times New Roman"/>
              </a:rPr>
              <a:t>Management.</a:t>
            </a:r>
            <a:r>
              <a:rPr sz="1000" spc="200" dirty="0">
                <a:solidFill>
                  <a:srgbClr val="212121"/>
                </a:solidFill>
                <a:latin typeface="Times New Roman"/>
                <a:cs typeface="Times New Roman"/>
              </a:rPr>
              <a:t> </a:t>
            </a:r>
            <a:r>
              <a:rPr sz="1000" dirty="0">
                <a:solidFill>
                  <a:srgbClr val="212121"/>
                </a:solidFill>
                <a:latin typeface="Times New Roman"/>
                <a:cs typeface="Times New Roman"/>
              </a:rPr>
              <a:t>Integrated</a:t>
            </a:r>
            <a:r>
              <a:rPr sz="1000" spc="210" dirty="0">
                <a:solidFill>
                  <a:srgbClr val="212121"/>
                </a:solidFill>
                <a:latin typeface="Times New Roman"/>
                <a:cs typeface="Times New Roman"/>
              </a:rPr>
              <a:t> </a:t>
            </a:r>
            <a:r>
              <a:rPr sz="1000" dirty="0">
                <a:solidFill>
                  <a:srgbClr val="212121"/>
                </a:solidFill>
                <a:latin typeface="Times New Roman"/>
                <a:cs typeface="Times New Roman"/>
              </a:rPr>
              <a:t>Flood</a:t>
            </a:r>
            <a:r>
              <a:rPr sz="1000" spc="210" dirty="0">
                <a:solidFill>
                  <a:srgbClr val="212121"/>
                </a:solidFill>
                <a:latin typeface="Times New Roman"/>
                <a:cs typeface="Times New Roman"/>
              </a:rPr>
              <a:t> </a:t>
            </a:r>
            <a:r>
              <a:rPr sz="1000" dirty="0">
                <a:solidFill>
                  <a:srgbClr val="212121"/>
                </a:solidFill>
                <a:latin typeface="Times New Roman"/>
                <a:cs typeface="Times New Roman"/>
              </a:rPr>
              <a:t>Management.</a:t>
            </a:r>
            <a:r>
              <a:rPr sz="1000" spc="195" dirty="0">
                <a:solidFill>
                  <a:srgbClr val="212121"/>
                </a:solidFill>
                <a:latin typeface="Times New Roman"/>
                <a:cs typeface="Times New Roman"/>
              </a:rPr>
              <a:t> </a:t>
            </a:r>
            <a:r>
              <a:rPr sz="1000" dirty="0">
                <a:solidFill>
                  <a:srgbClr val="212121"/>
                </a:solidFill>
                <a:latin typeface="Times New Roman"/>
                <a:cs typeface="Times New Roman"/>
              </a:rPr>
              <a:t>Case</a:t>
            </a:r>
            <a:r>
              <a:rPr sz="1000" spc="195" dirty="0">
                <a:solidFill>
                  <a:srgbClr val="212121"/>
                </a:solidFill>
                <a:latin typeface="Times New Roman"/>
                <a:cs typeface="Times New Roman"/>
              </a:rPr>
              <a:t> </a:t>
            </a:r>
            <a:r>
              <a:rPr sz="1000" dirty="0">
                <a:solidFill>
                  <a:srgbClr val="212121"/>
                </a:solidFill>
                <a:latin typeface="Times New Roman"/>
                <a:cs typeface="Times New Roman"/>
              </a:rPr>
              <a:t>Study.</a:t>
            </a:r>
            <a:r>
              <a:rPr sz="1000" spc="245" dirty="0">
                <a:solidFill>
                  <a:srgbClr val="212121"/>
                </a:solidFill>
                <a:latin typeface="Times New Roman"/>
                <a:cs typeface="Times New Roman"/>
              </a:rPr>
              <a:t> </a:t>
            </a:r>
            <a:r>
              <a:rPr sz="1000" dirty="0">
                <a:solidFill>
                  <a:srgbClr val="212121"/>
                </a:solidFill>
                <a:latin typeface="Times New Roman"/>
                <a:cs typeface="Times New Roman"/>
              </a:rPr>
              <a:t>[2]</a:t>
            </a:r>
            <a:r>
              <a:rPr sz="1000" spc="185" dirty="0">
                <a:solidFill>
                  <a:srgbClr val="212121"/>
                </a:solidFill>
                <a:latin typeface="Times New Roman"/>
                <a:cs typeface="Times New Roman"/>
              </a:rPr>
              <a:t> </a:t>
            </a:r>
            <a:r>
              <a:rPr sz="1000" dirty="0">
                <a:solidFill>
                  <a:srgbClr val="212121"/>
                </a:solidFill>
                <a:latin typeface="Times New Roman"/>
                <a:cs typeface="Times New Roman"/>
              </a:rPr>
              <a:t>Prasad,</a:t>
            </a:r>
            <a:r>
              <a:rPr sz="1000" spc="200" dirty="0">
                <a:solidFill>
                  <a:srgbClr val="212121"/>
                </a:solidFill>
                <a:latin typeface="Times New Roman"/>
                <a:cs typeface="Times New Roman"/>
              </a:rPr>
              <a:t> </a:t>
            </a:r>
            <a:r>
              <a:rPr sz="1000" dirty="0">
                <a:solidFill>
                  <a:srgbClr val="212121"/>
                </a:solidFill>
                <a:latin typeface="Times New Roman"/>
                <a:cs typeface="Times New Roman"/>
              </a:rPr>
              <a:t>Kamta</a:t>
            </a:r>
            <a:r>
              <a:rPr sz="1000" spc="220" dirty="0">
                <a:solidFill>
                  <a:srgbClr val="212121"/>
                </a:solidFill>
                <a:latin typeface="Times New Roman"/>
                <a:cs typeface="Times New Roman"/>
              </a:rPr>
              <a:t> </a:t>
            </a:r>
            <a:r>
              <a:rPr sz="1000" dirty="0">
                <a:solidFill>
                  <a:srgbClr val="212121"/>
                </a:solidFill>
                <a:latin typeface="Times New Roman"/>
                <a:cs typeface="Times New Roman"/>
              </a:rPr>
              <a:t>(2005)</a:t>
            </a:r>
            <a:r>
              <a:rPr sz="1000" spc="190" dirty="0">
                <a:solidFill>
                  <a:srgbClr val="212121"/>
                </a:solidFill>
                <a:latin typeface="Times New Roman"/>
                <a:cs typeface="Times New Roman"/>
              </a:rPr>
              <a:t> </a:t>
            </a:r>
            <a:r>
              <a:rPr sz="1000" dirty="0">
                <a:solidFill>
                  <a:srgbClr val="212121"/>
                </a:solidFill>
                <a:latin typeface="Times New Roman"/>
                <a:cs typeface="Times New Roman"/>
              </a:rPr>
              <a:t>Manual</a:t>
            </a:r>
            <a:r>
              <a:rPr sz="1000" spc="195" dirty="0">
                <a:solidFill>
                  <a:srgbClr val="212121"/>
                </a:solidFill>
                <a:latin typeface="Times New Roman"/>
                <a:cs typeface="Times New Roman"/>
              </a:rPr>
              <a:t> </a:t>
            </a:r>
            <a:r>
              <a:rPr sz="1000" dirty="0">
                <a:solidFill>
                  <a:srgbClr val="212121"/>
                </a:solidFill>
                <a:latin typeface="Times New Roman"/>
                <a:cs typeface="Times New Roman"/>
              </a:rPr>
              <a:t>on</a:t>
            </a:r>
            <a:r>
              <a:rPr sz="1000" spc="210" dirty="0">
                <a:solidFill>
                  <a:srgbClr val="212121"/>
                </a:solidFill>
                <a:latin typeface="Times New Roman"/>
                <a:cs typeface="Times New Roman"/>
              </a:rPr>
              <a:t> </a:t>
            </a:r>
            <a:r>
              <a:rPr sz="1000" dirty="0">
                <a:solidFill>
                  <a:srgbClr val="212121"/>
                </a:solidFill>
                <a:latin typeface="Times New Roman"/>
                <a:cs typeface="Times New Roman"/>
              </a:rPr>
              <a:t>community</a:t>
            </a:r>
            <a:r>
              <a:rPr sz="1000" spc="165" dirty="0">
                <a:solidFill>
                  <a:srgbClr val="212121"/>
                </a:solidFill>
                <a:latin typeface="Times New Roman"/>
                <a:cs typeface="Times New Roman"/>
              </a:rPr>
              <a:t> </a:t>
            </a:r>
            <a:r>
              <a:rPr sz="1000" dirty="0">
                <a:solidFill>
                  <a:srgbClr val="212121"/>
                </a:solidFill>
                <a:latin typeface="Times New Roman"/>
                <a:cs typeface="Times New Roman"/>
              </a:rPr>
              <a:t>approach</a:t>
            </a:r>
            <a:r>
              <a:rPr sz="1000" spc="210" dirty="0">
                <a:solidFill>
                  <a:srgbClr val="212121"/>
                </a:solidFill>
                <a:latin typeface="Times New Roman"/>
                <a:cs typeface="Times New Roman"/>
              </a:rPr>
              <a:t> </a:t>
            </a:r>
            <a:r>
              <a:rPr sz="1000" dirty="0">
                <a:solidFill>
                  <a:srgbClr val="212121"/>
                </a:solidFill>
                <a:latin typeface="Times New Roman"/>
                <a:cs typeface="Times New Roman"/>
              </a:rPr>
              <a:t>to</a:t>
            </a:r>
            <a:r>
              <a:rPr sz="1000" spc="185" dirty="0">
                <a:solidFill>
                  <a:srgbClr val="212121"/>
                </a:solidFill>
                <a:latin typeface="Times New Roman"/>
                <a:cs typeface="Times New Roman"/>
              </a:rPr>
              <a:t> </a:t>
            </a:r>
            <a:r>
              <a:rPr sz="1000" spc="-10" dirty="0">
                <a:solidFill>
                  <a:srgbClr val="212121"/>
                </a:solidFill>
                <a:latin typeface="Times New Roman"/>
                <a:cs typeface="Times New Roman"/>
              </a:rPr>
              <a:t>flood </a:t>
            </a:r>
            <a:r>
              <a:rPr sz="1000" dirty="0">
                <a:solidFill>
                  <a:srgbClr val="212121"/>
                </a:solidFill>
                <a:latin typeface="Times New Roman"/>
                <a:cs typeface="Times New Roman"/>
              </a:rPr>
              <a:t>management</a:t>
            </a:r>
            <a:r>
              <a:rPr sz="1000" spc="-25" dirty="0">
                <a:solidFill>
                  <a:srgbClr val="212121"/>
                </a:solidFill>
                <a:latin typeface="Times New Roman"/>
                <a:cs typeface="Times New Roman"/>
              </a:rPr>
              <a:t> </a:t>
            </a:r>
            <a:r>
              <a:rPr sz="1000" dirty="0">
                <a:solidFill>
                  <a:srgbClr val="212121"/>
                </a:solidFill>
                <a:latin typeface="Times New Roman"/>
                <a:cs typeface="Times New Roman"/>
              </a:rPr>
              <a:t>in</a:t>
            </a:r>
            <a:r>
              <a:rPr sz="1000" spc="-10" dirty="0">
                <a:solidFill>
                  <a:srgbClr val="212121"/>
                </a:solidFill>
                <a:latin typeface="Times New Roman"/>
                <a:cs typeface="Times New Roman"/>
              </a:rPr>
              <a:t> </a:t>
            </a:r>
            <a:r>
              <a:rPr sz="1000" dirty="0">
                <a:solidFill>
                  <a:srgbClr val="212121"/>
                </a:solidFill>
                <a:latin typeface="Times New Roman"/>
                <a:cs typeface="Times New Roman"/>
              </a:rPr>
              <a:t>India.</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Associated Programme</a:t>
            </a:r>
            <a:r>
              <a:rPr sz="1000" spc="-45" dirty="0">
                <a:solidFill>
                  <a:srgbClr val="212121"/>
                </a:solidFill>
                <a:latin typeface="Times New Roman"/>
                <a:cs typeface="Times New Roman"/>
              </a:rPr>
              <a:t> </a:t>
            </a:r>
            <a:r>
              <a:rPr sz="1000" dirty="0">
                <a:solidFill>
                  <a:srgbClr val="212121"/>
                </a:solidFill>
                <a:latin typeface="Times New Roman"/>
                <a:cs typeface="Times New Roman"/>
              </a:rPr>
              <a:t>on</a:t>
            </a:r>
            <a:r>
              <a:rPr sz="1000" spc="15" dirty="0">
                <a:solidFill>
                  <a:srgbClr val="212121"/>
                </a:solidFill>
                <a:latin typeface="Times New Roman"/>
                <a:cs typeface="Times New Roman"/>
              </a:rPr>
              <a:t> </a:t>
            </a:r>
            <a:r>
              <a:rPr sz="1000" dirty="0">
                <a:solidFill>
                  <a:srgbClr val="212121"/>
                </a:solidFill>
                <a:latin typeface="Times New Roman"/>
                <a:cs typeface="Times New Roman"/>
              </a:rPr>
              <a:t>Flood</a:t>
            </a:r>
            <a:r>
              <a:rPr sz="1000" spc="-10" dirty="0">
                <a:solidFill>
                  <a:srgbClr val="212121"/>
                </a:solidFill>
                <a:latin typeface="Times New Roman"/>
                <a:cs typeface="Times New Roman"/>
              </a:rPr>
              <a:t> Management.</a:t>
            </a:r>
            <a:endParaRPr sz="1000">
              <a:latin typeface="Times New Roman"/>
              <a:cs typeface="Times New Roman"/>
            </a:endParaRPr>
          </a:p>
          <a:p>
            <a:pPr marL="27940" marR="14604" indent="-6350">
              <a:lnSpc>
                <a:spcPts val="1180"/>
              </a:lnSpc>
              <a:spcBef>
                <a:spcPts val="20"/>
              </a:spcBef>
              <a:buAutoNum type="arabicPlain" startAt="3"/>
              <a:tabLst>
                <a:tab pos="27940" algn="l"/>
                <a:tab pos="478790" algn="l"/>
              </a:tabLst>
            </a:pPr>
            <a:r>
              <a:rPr sz="1000" dirty="0">
                <a:solidFill>
                  <a:srgbClr val="212121"/>
                </a:solidFill>
                <a:latin typeface="Times New Roman"/>
                <a:cs typeface="Times New Roman"/>
              </a:rPr>
              <a:t>	Seal,</a:t>
            </a:r>
            <a:r>
              <a:rPr sz="1000" spc="15" dirty="0">
                <a:solidFill>
                  <a:srgbClr val="212121"/>
                </a:solidFill>
                <a:latin typeface="Times New Roman"/>
                <a:cs typeface="Times New Roman"/>
              </a:rPr>
              <a:t> </a:t>
            </a:r>
            <a:r>
              <a:rPr sz="1000" dirty="0">
                <a:solidFill>
                  <a:srgbClr val="212121"/>
                </a:solidFill>
                <a:latin typeface="Times New Roman"/>
                <a:cs typeface="Times New Roman"/>
              </a:rPr>
              <a:t>Raha</a:t>
            </a:r>
            <a:r>
              <a:rPr sz="1000" spc="15" dirty="0">
                <a:solidFill>
                  <a:srgbClr val="212121"/>
                </a:solidFill>
                <a:latin typeface="Times New Roman"/>
                <a:cs typeface="Times New Roman"/>
              </a:rPr>
              <a:t> </a:t>
            </a:r>
            <a:r>
              <a:rPr sz="1000" dirty="0">
                <a:solidFill>
                  <a:srgbClr val="212121"/>
                </a:solidFill>
                <a:latin typeface="Times New Roman"/>
                <a:cs typeface="Times New Roman"/>
              </a:rPr>
              <a:t>V.,</a:t>
            </a:r>
            <a:r>
              <a:rPr sz="1000" spc="15" dirty="0">
                <a:solidFill>
                  <a:srgbClr val="212121"/>
                </a:solidFill>
                <a:latin typeface="Times New Roman"/>
                <a:cs typeface="Times New Roman"/>
              </a:rPr>
              <a:t> </a:t>
            </a:r>
            <a:r>
              <a:rPr sz="1000" dirty="0">
                <a:solidFill>
                  <a:srgbClr val="212121"/>
                </a:solidFill>
                <a:latin typeface="Times New Roman"/>
                <a:cs typeface="Times New Roman"/>
              </a:rPr>
              <a:t>Maity</a:t>
            </a:r>
            <a:r>
              <a:rPr sz="1000" spc="-15" dirty="0">
                <a:solidFill>
                  <a:srgbClr val="212121"/>
                </a:solidFill>
                <a:latin typeface="Times New Roman"/>
                <a:cs typeface="Times New Roman"/>
              </a:rPr>
              <a:t> </a:t>
            </a:r>
            <a:r>
              <a:rPr sz="1000" dirty="0">
                <a:solidFill>
                  <a:srgbClr val="212121"/>
                </a:solidFill>
                <a:latin typeface="Times New Roman"/>
                <a:cs typeface="Times New Roman"/>
              </a:rPr>
              <a:t>A.,</a:t>
            </a:r>
            <a:r>
              <a:rPr sz="1000" spc="15" dirty="0">
                <a:solidFill>
                  <a:srgbClr val="212121"/>
                </a:solidFill>
                <a:latin typeface="Times New Roman"/>
                <a:cs typeface="Times New Roman"/>
              </a:rPr>
              <a:t> </a:t>
            </a:r>
            <a:r>
              <a:rPr sz="1000" dirty="0">
                <a:solidFill>
                  <a:srgbClr val="212121"/>
                </a:solidFill>
                <a:latin typeface="Times New Roman"/>
                <a:cs typeface="Times New Roman"/>
              </a:rPr>
              <a:t>Mitra</a:t>
            </a:r>
            <a:r>
              <a:rPr sz="1000" spc="15" dirty="0">
                <a:solidFill>
                  <a:srgbClr val="212121"/>
                </a:solidFill>
                <a:latin typeface="Times New Roman"/>
                <a:cs typeface="Times New Roman"/>
              </a:rPr>
              <a:t> </a:t>
            </a:r>
            <a:r>
              <a:rPr sz="1000" dirty="0">
                <a:solidFill>
                  <a:srgbClr val="212121"/>
                </a:solidFill>
                <a:latin typeface="Times New Roman"/>
                <a:cs typeface="Times New Roman"/>
              </a:rPr>
              <a:t>S.,</a:t>
            </a:r>
            <a:r>
              <a:rPr sz="1000" spc="300" dirty="0">
                <a:solidFill>
                  <a:srgbClr val="212121"/>
                </a:solidFill>
                <a:latin typeface="Times New Roman"/>
                <a:cs typeface="Times New Roman"/>
              </a:rPr>
              <a:t> </a:t>
            </a:r>
            <a:r>
              <a:rPr sz="1000" dirty="0">
                <a:solidFill>
                  <a:srgbClr val="212121"/>
                </a:solidFill>
                <a:latin typeface="Times New Roman"/>
                <a:cs typeface="Times New Roman"/>
              </a:rPr>
              <a:t>Mukherjee</a:t>
            </a:r>
            <a:r>
              <a:rPr sz="1000" spc="15" dirty="0">
                <a:solidFill>
                  <a:srgbClr val="212121"/>
                </a:solidFill>
                <a:latin typeface="Times New Roman"/>
                <a:cs typeface="Times New Roman"/>
              </a:rPr>
              <a:t> </a:t>
            </a:r>
            <a:r>
              <a:rPr sz="1000" dirty="0">
                <a:solidFill>
                  <a:srgbClr val="212121"/>
                </a:solidFill>
                <a:latin typeface="Times New Roman"/>
                <a:cs typeface="Times New Roman"/>
              </a:rPr>
              <a:t>S.</a:t>
            </a:r>
            <a:r>
              <a:rPr sz="1000" spc="15" dirty="0">
                <a:solidFill>
                  <a:srgbClr val="212121"/>
                </a:solidFill>
                <a:latin typeface="Times New Roman"/>
                <a:cs typeface="Times New Roman"/>
              </a:rPr>
              <a:t> </a:t>
            </a:r>
            <a:r>
              <a:rPr sz="1000" dirty="0">
                <a:solidFill>
                  <a:srgbClr val="212121"/>
                </a:solidFill>
                <a:latin typeface="Times New Roman"/>
                <a:cs typeface="Times New Roman"/>
              </a:rPr>
              <a:t>K.,</a:t>
            </a:r>
            <a:r>
              <a:rPr sz="1000" spc="15" dirty="0">
                <a:solidFill>
                  <a:srgbClr val="212121"/>
                </a:solidFill>
                <a:latin typeface="Times New Roman"/>
                <a:cs typeface="Times New Roman"/>
              </a:rPr>
              <a:t> </a:t>
            </a:r>
            <a:r>
              <a:rPr sz="1000" dirty="0">
                <a:solidFill>
                  <a:srgbClr val="212121"/>
                </a:solidFill>
                <a:latin typeface="Times New Roman"/>
                <a:cs typeface="Times New Roman"/>
              </a:rPr>
              <a:t>A.,</a:t>
            </a:r>
            <a:r>
              <a:rPr sz="1000" spc="20" dirty="0">
                <a:solidFill>
                  <a:srgbClr val="212121"/>
                </a:solidFill>
                <a:latin typeface="Times New Roman"/>
                <a:cs typeface="Times New Roman"/>
              </a:rPr>
              <a:t> </a:t>
            </a:r>
            <a:r>
              <a:rPr sz="1000" dirty="0">
                <a:solidFill>
                  <a:srgbClr val="212121"/>
                </a:solidFill>
                <a:latin typeface="Times New Roman"/>
                <a:cs typeface="Times New Roman"/>
              </a:rPr>
              <a:t>&amp;</a:t>
            </a:r>
            <a:r>
              <a:rPr sz="1000" spc="-30" dirty="0">
                <a:solidFill>
                  <a:srgbClr val="212121"/>
                </a:solidFill>
                <a:latin typeface="Times New Roman"/>
                <a:cs typeface="Times New Roman"/>
              </a:rPr>
              <a:t> </a:t>
            </a:r>
            <a:r>
              <a:rPr sz="1000" dirty="0">
                <a:solidFill>
                  <a:srgbClr val="212121"/>
                </a:solidFill>
                <a:latin typeface="Times New Roman"/>
                <a:cs typeface="Times New Roman"/>
              </a:rPr>
              <a:t>Naskar,</a:t>
            </a:r>
            <a:r>
              <a:rPr sz="1000" spc="35" dirty="0">
                <a:solidFill>
                  <a:srgbClr val="212121"/>
                </a:solidFill>
                <a:latin typeface="Times New Roman"/>
                <a:cs typeface="Times New Roman"/>
              </a:rPr>
              <a:t> </a:t>
            </a:r>
            <a:r>
              <a:rPr sz="1000" dirty="0">
                <a:solidFill>
                  <a:srgbClr val="212121"/>
                </a:solidFill>
                <a:latin typeface="Times New Roman"/>
                <a:cs typeface="Times New Roman"/>
              </a:rPr>
              <a:t>M.</a:t>
            </a:r>
            <a:r>
              <a:rPr sz="1000" spc="15" dirty="0">
                <a:solidFill>
                  <a:srgbClr val="212121"/>
                </a:solidFill>
                <a:latin typeface="Times New Roman"/>
                <a:cs typeface="Times New Roman"/>
              </a:rPr>
              <a:t> </a:t>
            </a:r>
            <a:r>
              <a:rPr sz="1000" dirty="0">
                <a:solidFill>
                  <a:srgbClr val="212121"/>
                </a:solidFill>
                <a:latin typeface="Times New Roman"/>
                <a:cs typeface="Times New Roman"/>
              </a:rPr>
              <a:t>K.</a:t>
            </a:r>
            <a:r>
              <a:rPr sz="1000" spc="20" dirty="0">
                <a:solidFill>
                  <a:srgbClr val="212121"/>
                </a:solidFill>
                <a:latin typeface="Times New Roman"/>
                <a:cs typeface="Times New Roman"/>
              </a:rPr>
              <a:t> </a:t>
            </a:r>
            <a:r>
              <a:rPr sz="1000" dirty="0">
                <a:solidFill>
                  <a:srgbClr val="212121"/>
                </a:solidFill>
                <a:latin typeface="Times New Roman"/>
                <a:cs typeface="Times New Roman"/>
              </a:rPr>
              <a:t>(2012).</a:t>
            </a:r>
            <a:r>
              <a:rPr sz="1000" spc="15" dirty="0">
                <a:solidFill>
                  <a:srgbClr val="212121"/>
                </a:solidFill>
                <a:latin typeface="Times New Roman"/>
                <a:cs typeface="Times New Roman"/>
              </a:rPr>
              <a:t> </a:t>
            </a:r>
            <a:r>
              <a:rPr sz="1000" dirty="0">
                <a:solidFill>
                  <a:srgbClr val="212121"/>
                </a:solidFill>
                <a:latin typeface="Times New Roman"/>
                <a:cs typeface="Times New Roman"/>
              </a:rPr>
              <a:t>A</a:t>
            </a:r>
            <a:r>
              <a:rPr sz="1000" spc="20" dirty="0">
                <a:solidFill>
                  <a:srgbClr val="212121"/>
                </a:solidFill>
                <a:latin typeface="Times New Roman"/>
                <a:cs typeface="Times New Roman"/>
              </a:rPr>
              <a:t> </a:t>
            </a:r>
            <a:r>
              <a:rPr sz="1000" dirty="0">
                <a:solidFill>
                  <a:srgbClr val="212121"/>
                </a:solidFill>
                <a:latin typeface="Times New Roman"/>
                <a:cs typeface="Times New Roman"/>
              </a:rPr>
              <a:t>simple</a:t>
            </a:r>
            <a:r>
              <a:rPr sz="1000" spc="15" dirty="0">
                <a:solidFill>
                  <a:srgbClr val="212121"/>
                </a:solidFill>
                <a:latin typeface="Times New Roman"/>
                <a:cs typeface="Times New Roman"/>
              </a:rPr>
              <a:t> </a:t>
            </a:r>
            <a:r>
              <a:rPr sz="1000" dirty="0">
                <a:solidFill>
                  <a:srgbClr val="212121"/>
                </a:solidFill>
                <a:latin typeface="Times New Roman"/>
                <a:cs typeface="Times New Roman"/>
              </a:rPr>
              <a:t>flood</a:t>
            </a:r>
            <a:r>
              <a:rPr sz="1000" spc="30" dirty="0">
                <a:solidFill>
                  <a:srgbClr val="212121"/>
                </a:solidFill>
                <a:latin typeface="Times New Roman"/>
                <a:cs typeface="Times New Roman"/>
              </a:rPr>
              <a:t> </a:t>
            </a:r>
            <a:r>
              <a:rPr sz="1000" dirty="0">
                <a:solidFill>
                  <a:srgbClr val="212121"/>
                </a:solidFill>
                <a:latin typeface="Times New Roman"/>
                <a:cs typeface="Times New Roman"/>
              </a:rPr>
              <a:t>forecasting</a:t>
            </a:r>
            <a:r>
              <a:rPr sz="1000" spc="5" dirty="0">
                <a:solidFill>
                  <a:srgbClr val="212121"/>
                </a:solidFill>
                <a:latin typeface="Times New Roman"/>
                <a:cs typeface="Times New Roman"/>
              </a:rPr>
              <a:t> </a:t>
            </a:r>
            <a:r>
              <a:rPr sz="1000" dirty="0">
                <a:solidFill>
                  <a:srgbClr val="212121"/>
                </a:solidFill>
                <a:latin typeface="Times New Roman"/>
                <a:cs typeface="Times New Roman"/>
              </a:rPr>
              <a:t>scheme</a:t>
            </a:r>
            <a:r>
              <a:rPr sz="1000" spc="15" dirty="0">
                <a:solidFill>
                  <a:srgbClr val="212121"/>
                </a:solidFill>
                <a:latin typeface="Times New Roman"/>
                <a:cs typeface="Times New Roman"/>
              </a:rPr>
              <a:t> </a:t>
            </a:r>
            <a:r>
              <a:rPr sz="1000" spc="-10" dirty="0">
                <a:solidFill>
                  <a:srgbClr val="212121"/>
                </a:solidFill>
                <a:latin typeface="Times New Roman"/>
                <a:cs typeface="Times New Roman"/>
              </a:rPr>
              <a:t>using </a:t>
            </a:r>
            <a:r>
              <a:rPr sz="1000" dirty="0">
                <a:solidFill>
                  <a:srgbClr val="212121"/>
                </a:solidFill>
                <a:latin typeface="Times New Roman"/>
                <a:cs typeface="Times New Roman"/>
              </a:rPr>
              <a:t>wireless</a:t>
            </a:r>
            <a:r>
              <a:rPr sz="1000" spc="-45" dirty="0">
                <a:solidFill>
                  <a:srgbClr val="212121"/>
                </a:solidFill>
                <a:latin typeface="Times New Roman"/>
                <a:cs typeface="Times New Roman"/>
              </a:rPr>
              <a:t> </a:t>
            </a:r>
            <a:r>
              <a:rPr sz="1000" dirty="0">
                <a:solidFill>
                  <a:srgbClr val="212121"/>
                </a:solidFill>
                <a:latin typeface="Times New Roman"/>
                <a:cs typeface="Times New Roman"/>
              </a:rPr>
              <a:t>sensor</a:t>
            </a:r>
            <a:r>
              <a:rPr sz="1000" spc="-35" dirty="0">
                <a:solidFill>
                  <a:srgbClr val="212121"/>
                </a:solidFill>
                <a:latin typeface="Times New Roman"/>
                <a:cs typeface="Times New Roman"/>
              </a:rPr>
              <a:t> </a:t>
            </a:r>
            <a:r>
              <a:rPr sz="1000" dirty="0">
                <a:solidFill>
                  <a:srgbClr val="212121"/>
                </a:solidFill>
                <a:latin typeface="Times New Roman"/>
                <a:cs typeface="Times New Roman"/>
              </a:rPr>
              <a:t>networks.</a:t>
            </a:r>
            <a:r>
              <a:rPr sz="1000" spc="-50" dirty="0">
                <a:solidFill>
                  <a:srgbClr val="212121"/>
                </a:solidFill>
                <a:latin typeface="Times New Roman"/>
                <a:cs typeface="Times New Roman"/>
              </a:rPr>
              <a:t> </a:t>
            </a:r>
            <a:r>
              <a:rPr sz="1000" dirty="0">
                <a:solidFill>
                  <a:srgbClr val="212121"/>
                </a:solidFill>
                <a:latin typeface="Times New Roman"/>
                <a:cs typeface="Times New Roman"/>
              </a:rPr>
              <a:t>arXiv</a:t>
            </a:r>
            <a:r>
              <a:rPr sz="1000" spc="-55" dirty="0">
                <a:solidFill>
                  <a:srgbClr val="212121"/>
                </a:solidFill>
                <a:latin typeface="Times New Roman"/>
                <a:cs typeface="Times New Roman"/>
              </a:rPr>
              <a:t> </a:t>
            </a:r>
            <a:r>
              <a:rPr sz="1000" dirty="0">
                <a:solidFill>
                  <a:srgbClr val="212121"/>
                </a:solidFill>
                <a:latin typeface="Times New Roman"/>
                <a:cs typeface="Times New Roman"/>
              </a:rPr>
              <a:t>preprint</a:t>
            </a:r>
            <a:r>
              <a:rPr sz="1000" spc="-50" dirty="0">
                <a:solidFill>
                  <a:srgbClr val="212121"/>
                </a:solidFill>
                <a:latin typeface="Times New Roman"/>
                <a:cs typeface="Times New Roman"/>
              </a:rPr>
              <a:t> </a:t>
            </a:r>
            <a:r>
              <a:rPr sz="1000" spc="-10" dirty="0">
                <a:solidFill>
                  <a:srgbClr val="212121"/>
                </a:solidFill>
                <a:latin typeface="Times New Roman"/>
                <a:cs typeface="Times New Roman"/>
              </a:rPr>
              <a:t>arXiv:1203.2511.</a:t>
            </a:r>
            <a:endParaRPr sz="1000">
              <a:latin typeface="Times New Roman"/>
              <a:cs typeface="Times New Roman"/>
            </a:endParaRPr>
          </a:p>
          <a:p>
            <a:pPr marL="27940" marR="9525" indent="-6350">
              <a:lnSpc>
                <a:spcPts val="1180"/>
              </a:lnSpc>
              <a:spcBef>
                <a:spcPts val="40"/>
              </a:spcBef>
              <a:buClr>
                <a:srgbClr val="212121"/>
              </a:buClr>
              <a:buAutoNum type="arabicPlain" startAt="3"/>
              <a:tabLst>
                <a:tab pos="27940" algn="l"/>
                <a:tab pos="478790" algn="l"/>
              </a:tabLst>
            </a:pPr>
            <a:r>
              <a:rPr sz="1000" dirty="0">
                <a:latin typeface="Times New Roman"/>
                <a:cs typeface="Times New Roman"/>
              </a:rPr>
              <a:t>	Udo,</a:t>
            </a:r>
            <a:r>
              <a:rPr sz="1000" spc="25" dirty="0">
                <a:latin typeface="Times New Roman"/>
                <a:cs typeface="Times New Roman"/>
              </a:rPr>
              <a:t> </a:t>
            </a:r>
            <a:r>
              <a:rPr sz="1000" dirty="0">
                <a:latin typeface="Times New Roman"/>
                <a:cs typeface="Times New Roman"/>
              </a:rPr>
              <a:t>E.N.</a:t>
            </a:r>
            <a:r>
              <a:rPr sz="1000" spc="-5" dirty="0">
                <a:latin typeface="Times New Roman"/>
                <a:cs typeface="Times New Roman"/>
              </a:rPr>
              <a:t> </a:t>
            </a:r>
            <a:r>
              <a:rPr sz="1000" dirty="0">
                <a:latin typeface="Times New Roman"/>
                <a:cs typeface="Times New Roman"/>
              </a:rPr>
              <a:t>and</a:t>
            </a:r>
            <a:r>
              <a:rPr sz="1000" spc="-5" dirty="0">
                <a:latin typeface="Times New Roman"/>
                <a:cs typeface="Times New Roman"/>
              </a:rPr>
              <a:t> </a:t>
            </a:r>
            <a:r>
              <a:rPr sz="1000" dirty="0">
                <a:latin typeface="Times New Roman"/>
                <a:cs typeface="Times New Roman"/>
              </a:rPr>
              <a:t>Isong,</a:t>
            </a:r>
            <a:r>
              <a:rPr sz="1000" spc="-10" dirty="0">
                <a:latin typeface="Times New Roman"/>
                <a:cs typeface="Times New Roman"/>
              </a:rPr>
              <a:t> </a:t>
            </a:r>
            <a:r>
              <a:rPr sz="1000" dirty="0">
                <a:latin typeface="Times New Roman"/>
                <a:cs typeface="Times New Roman"/>
              </a:rPr>
              <a:t>E.B.</a:t>
            </a:r>
            <a:r>
              <a:rPr sz="1000" spc="10" dirty="0">
                <a:latin typeface="Times New Roman"/>
                <a:cs typeface="Times New Roman"/>
              </a:rPr>
              <a:t> </a:t>
            </a:r>
            <a:r>
              <a:rPr sz="1000" dirty="0">
                <a:latin typeface="Times New Roman"/>
                <a:cs typeface="Times New Roman"/>
              </a:rPr>
              <a:t>2013.</a:t>
            </a:r>
            <a:r>
              <a:rPr sz="1000" spc="10" dirty="0">
                <a:latin typeface="Times New Roman"/>
                <a:cs typeface="Times New Roman"/>
              </a:rPr>
              <a:t> </a:t>
            </a:r>
            <a:r>
              <a:rPr sz="1000" dirty="0">
                <a:latin typeface="Times New Roman"/>
                <a:cs typeface="Times New Roman"/>
              </a:rPr>
              <a:t>Flood</a:t>
            </a:r>
            <a:r>
              <a:rPr sz="1000" spc="20" dirty="0">
                <a:latin typeface="Times New Roman"/>
                <a:cs typeface="Times New Roman"/>
              </a:rPr>
              <a:t> </a:t>
            </a:r>
            <a:r>
              <a:rPr sz="1000" dirty="0">
                <a:latin typeface="Times New Roman"/>
                <a:cs typeface="Times New Roman"/>
              </a:rPr>
              <a:t>Monitoring and Detection</a:t>
            </a:r>
            <a:r>
              <a:rPr sz="1000" spc="20" dirty="0">
                <a:latin typeface="Times New Roman"/>
                <a:cs typeface="Times New Roman"/>
              </a:rPr>
              <a:t> </a:t>
            </a:r>
            <a:r>
              <a:rPr sz="1000" dirty="0">
                <a:latin typeface="Times New Roman"/>
                <a:cs typeface="Times New Roman"/>
              </a:rPr>
              <a:t>System</a:t>
            </a:r>
            <a:r>
              <a:rPr sz="1000" spc="25" dirty="0">
                <a:latin typeface="Times New Roman"/>
                <a:cs typeface="Times New Roman"/>
              </a:rPr>
              <a:t> </a:t>
            </a:r>
            <a:r>
              <a:rPr sz="1000" dirty="0">
                <a:latin typeface="Times New Roman"/>
                <a:cs typeface="Times New Roman"/>
              </a:rPr>
              <a:t>using Wireless</a:t>
            </a:r>
            <a:r>
              <a:rPr sz="1000" spc="10" dirty="0">
                <a:latin typeface="Times New Roman"/>
                <a:cs typeface="Times New Roman"/>
              </a:rPr>
              <a:t> </a:t>
            </a:r>
            <a:r>
              <a:rPr sz="1000" dirty="0">
                <a:latin typeface="Times New Roman"/>
                <a:cs typeface="Times New Roman"/>
              </a:rPr>
              <a:t>Sensor</a:t>
            </a:r>
            <a:r>
              <a:rPr sz="1000" spc="20" dirty="0">
                <a:latin typeface="Times New Roman"/>
                <a:cs typeface="Times New Roman"/>
              </a:rPr>
              <a:t> </a:t>
            </a:r>
            <a:r>
              <a:rPr sz="1000" dirty="0">
                <a:latin typeface="Times New Roman"/>
                <a:cs typeface="Times New Roman"/>
              </a:rPr>
              <a:t>Network.</a:t>
            </a:r>
            <a:r>
              <a:rPr sz="1000" spc="25" dirty="0">
                <a:latin typeface="Times New Roman"/>
                <a:cs typeface="Times New Roman"/>
              </a:rPr>
              <a:t> </a:t>
            </a:r>
            <a:r>
              <a:rPr sz="1000" i="1" dirty="0">
                <a:latin typeface="Times New Roman"/>
                <a:cs typeface="Times New Roman"/>
              </a:rPr>
              <a:t>Asian</a:t>
            </a:r>
            <a:r>
              <a:rPr sz="1000" i="1" spc="-25" dirty="0">
                <a:latin typeface="Times New Roman"/>
                <a:cs typeface="Times New Roman"/>
              </a:rPr>
              <a:t> </a:t>
            </a:r>
            <a:r>
              <a:rPr sz="1000" i="1" dirty="0">
                <a:latin typeface="Times New Roman"/>
                <a:cs typeface="Times New Roman"/>
              </a:rPr>
              <a:t>Journal</a:t>
            </a:r>
            <a:r>
              <a:rPr sz="1000" i="1" spc="10" dirty="0">
                <a:latin typeface="Times New Roman"/>
                <a:cs typeface="Times New Roman"/>
              </a:rPr>
              <a:t> </a:t>
            </a:r>
            <a:r>
              <a:rPr sz="1000" i="1" spc="-25" dirty="0">
                <a:latin typeface="Times New Roman"/>
                <a:cs typeface="Times New Roman"/>
              </a:rPr>
              <a:t>of </a:t>
            </a:r>
            <a:r>
              <a:rPr sz="1000" i="1" dirty="0">
                <a:latin typeface="Times New Roman"/>
                <a:cs typeface="Times New Roman"/>
              </a:rPr>
              <a:t>Computer</a:t>
            </a:r>
            <a:r>
              <a:rPr sz="1000" i="1" spc="-20" dirty="0">
                <a:latin typeface="Times New Roman"/>
                <a:cs typeface="Times New Roman"/>
              </a:rPr>
              <a:t> </a:t>
            </a:r>
            <a:r>
              <a:rPr sz="1000" i="1" dirty="0">
                <a:latin typeface="Times New Roman"/>
                <a:cs typeface="Times New Roman"/>
              </a:rPr>
              <a:t>and</a:t>
            </a:r>
            <a:r>
              <a:rPr sz="1000" i="1" spc="-35" dirty="0">
                <a:latin typeface="Times New Roman"/>
                <a:cs typeface="Times New Roman"/>
              </a:rPr>
              <a:t> </a:t>
            </a:r>
            <a:r>
              <a:rPr sz="1000" i="1" dirty="0">
                <a:latin typeface="Times New Roman"/>
                <a:cs typeface="Times New Roman"/>
              </a:rPr>
              <a:t>Information</a:t>
            </a:r>
            <a:r>
              <a:rPr sz="1000" i="1" spc="-40" dirty="0">
                <a:latin typeface="Times New Roman"/>
                <a:cs typeface="Times New Roman"/>
              </a:rPr>
              <a:t> </a:t>
            </a:r>
            <a:r>
              <a:rPr sz="1000" i="1" dirty="0">
                <a:latin typeface="Times New Roman"/>
                <a:cs typeface="Times New Roman"/>
              </a:rPr>
              <a:t>Systems</a:t>
            </a:r>
            <a:r>
              <a:rPr sz="1000" dirty="0">
                <a:latin typeface="Times New Roman"/>
                <a:cs typeface="Times New Roman"/>
              </a:rPr>
              <a:t>.</a:t>
            </a:r>
            <a:r>
              <a:rPr sz="1000" spc="-20" dirty="0">
                <a:latin typeface="Times New Roman"/>
                <a:cs typeface="Times New Roman"/>
              </a:rPr>
              <a:t> </a:t>
            </a:r>
            <a:r>
              <a:rPr sz="1000" dirty="0">
                <a:latin typeface="Times New Roman"/>
                <a:cs typeface="Times New Roman"/>
              </a:rPr>
              <a:t>1,</a:t>
            </a:r>
            <a:r>
              <a:rPr sz="1000" spc="-5" dirty="0">
                <a:latin typeface="Times New Roman"/>
                <a:cs typeface="Times New Roman"/>
              </a:rPr>
              <a:t> </a:t>
            </a:r>
            <a:r>
              <a:rPr sz="1000" dirty="0">
                <a:latin typeface="Times New Roman"/>
                <a:cs typeface="Times New Roman"/>
              </a:rPr>
              <a:t>4</a:t>
            </a:r>
            <a:r>
              <a:rPr sz="1000" spc="-35" dirty="0">
                <a:latin typeface="Times New Roman"/>
                <a:cs typeface="Times New Roman"/>
              </a:rPr>
              <a:t> </a:t>
            </a:r>
            <a:r>
              <a:rPr sz="1000" dirty="0">
                <a:latin typeface="Times New Roman"/>
                <a:cs typeface="Times New Roman"/>
              </a:rPr>
              <a:t>(Dec.</a:t>
            </a:r>
            <a:r>
              <a:rPr sz="1000" spc="-5" dirty="0">
                <a:latin typeface="Times New Roman"/>
                <a:cs typeface="Times New Roman"/>
              </a:rPr>
              <a:t> </a:t>
            </a:r>
            <a:r>
              <a:rPr sz="1000" spc="-10" dirty="0">
                <a:latin typeface="Times New Roman"/>
                <a:cs typeface="Times New Roman"/>
              </a:rPr>
              <a:t>2013).</a:t>
            </a:r>
            <a:endParaRPr sz="1000">
              <a:latin typeface="Times New Roman"/>
              <a:cs typeface="Times New Roman"/>
            </a:endParaRPr>
          </a:p>
          <a:p>
            <a:pPr marL="27940" marR="15240" indent="-6350">
              <a:lnSpc>
                <a:spcPts val="1180"/>
              </a:lnSpc>
              <a:spcBef>
                <a:spcPts val="65"/>
              </a:spcBef>
              <a:buAutoNum type="arabicPlain" startAt="3"/>
              <a:tabLst>
                <a:tab pos="27940" algn="l"/>
                <a:tab pos="478790" algn="l"/>
              </a:tabLst>
            </a:pPr>
            <a:r>
              <a:rPr sz="1000" dirty="0">
                <a:solidFill>
                  <a:srgbClr val="212121"/>
                </a:solidFill>
                <a:latin typeface="Times New Roman"/>
                <a:cs typeface="Times New Roman"/>
              </a:rPr>
              <a:t>	Badamasi,</a:t>
            </a:r>
            <a:r>
              <a:rPr sz="1000" spc="-20" dirty="0">
                <a:solidFill>
                  <a:srgbClr val="212121"/>
                </a:solidFill>
                <a:latin typeface="Times New Roman"/>
                <a:cs typeface="Times New Roman"/>
              </a:rPr>
              <a:t> </a:t>
            </a:r>
            <a:r>
              <a:rPr sz="1000" spc="-10" dirty="0">
                <a:solidFill>
                  <a:srgbClr val="212121"/>
                </a:solidFill>
                <a:latin typeface="Times New Roman"/>
                <a:cs typeface="Times New Roman"/>
              </a:rPr>
              <a:t>Abdullahi</a:t>
            </a:r>
            <a:r>
              <a:rPr sz="1000" spc="-20" dirty="0">
                <a:solidFill>
                  <a:srgbClr val="212121"/>
                </a:solidFill>
                <a:latin typeface="Times New Roman"/>
                <a:cs typeface="Times New Roman"/>
              </a:rPr>
              <a:t> </a:t>
            </a:r>
            <a:r>
              <a:rPr sz="1000" dirty="0">
                <a:solidFill>
                  <a:srgbClr val="212121"/>
                </a:solidFill>
                <a:latin typeface="Times New Roman"/>
                <a:cs typeface="Times New Roman"/>
              </a:rPr>
              <a:t>Yusuf</a:t>
            </a:r>
            <a:r>
              <a:rPr sz="1000" spc="-25" dirty="0">
                <a:solidFill>
                  <a:srgbClr val="212121"/>
                </a:solidFill>
                <a:latin typeface="Times New Roman"/>
                <a:cs typeface="Times New Roman"/>
              </a:rPr>
              <a:t> </a:t>
            </a:r>
            <a:r>
              <a:rPr sz="1000" dirty="0">
                <a:solidFill>
                  <a:srgbClr val="212121"/>
                </a:solidFill>
                <a:latin typeface="Times New Roman"/>
                <a:cs typeface="Times New Roman"/>
              </a:rPr>
              <a:t>(2014)</a:t>
            </a:r>
            <a:r>
              <a:rPr sz="1000" spc="-30" dirty="0">
                <a:solidFill>
                  <a:srgbClr val="212121"/>
                </a:solidFill>
                <a:latin typeface="Times New Roman"/>
                <a:cs typeface="Times New Roman"/>
              </a:rPr>
              <a:t> </a:t>
            </a:r>
            <a:r>
              <a:rPr sz="1000" spc="-10" dirty="0">
                <a:solidFill>
                  <a:srgbClr val="212121"/>
                </a:solidFill>
                <a:latin typeface="Times New Roman"/>
                <a:cs typeface="Times New Roman"/>
              </a:rPr>
              <a:t>"The</a:t>
            </a:r>
            <a:r>
              <a:rPr sz="1000" spc="-20" dirty="0">
                <a:solidFill>
                  <a:srgbClr val="212121"/>
                </a:solidFill>
                <a:latin typeface="Times New Roman"/>
                <a:cs typeface="Times New Roman"/>
              </a:rPr>
              <a:t> </a:t>
            </a:r>
            <a:r>
              <a:rPr sz="1000" spc="-10" dirty="0">
                <a:solidFill>
                  <a:srgbClr val="212121"/>
                </a:solidFill>
                <a:latin typeface="Times New Roman"/>
                <a:cs typeface="Times New Roman"/>
              </a:rPr>
              <a:t>working</a:t>
            </a:r>
            <a:r>
              <a:rPr sz="1000" spc="-25" dirty="0">
                <a:solidFill>
                  <a:srgbClr val="212121"/>
                </a:solidFill>
                <a:latin typeface="Times New Roman"/>
                <a:cs typeface="Times New Roman"/>
              </a:rPr>
              <a:t> </a:t>
            </a:r>
            <a:r>
              <a:rPr sz="1000" spc="-10" dirty="0">
                <a:solidFill>
                  <a:srgbClr val="212121"/>
                </a:solidFill>
                <a:latin typeface="Times New Roman"/>
                <a:cs typeface="Times New Roman"/>
              </a:rPr>
              <a:t>principle</a:t>
            </a:r>
            <a:r>
              <a:rPr sz="1000" spc="-25" dirty="0">
                <a:solidFill>
                  <a:srgbClr val="212121"/>
                </a:solidFill>
                <a:latin typeface="Times New Roman"/>
                <a:cs typeface="Times New Roman"/>
              </a:rPr>
              <a:t> </a:t>
            </a:r>
            <a:r>
              <a:rPr sz="1000" spc="-10" dirty="0">
                <a:solidFill>
                  <a:srgbClr val="212121"/>
                </a:solidFill>
                <a:latin typeface="Times New Roman"/>
                <a:cs typeface="Times New Roman"/>
              </a:rPr>
              <a:t>of</a:t>
            </a:r>
            <a:r>
              <a:rPr sz="1000" spc="-25" dirty="0">
                <a:solidFill>
                  <a:srgbClr val="212121"/>
                </a:solidFill>
                <a:latin typeface="Times New Roman"/>
                <a:cs typeface="Times New Roman"/>
              </a:rPr>
              <a:t> </a:t>
            </a:r>
            <a:r>
              <a:rPr sz="1000" dirty="0">
                <a:solidFill>
                  <a:srgbClr val="212121"/>
                </a:solidFill>
                <a:latin typeface="Times New Roman"/>
                <a:cs typeface="Times New Roman"/>
              </a:rPr>
              <a:t>an</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Arduino."</a:t>
            </a:r>
            <a:r>
              <a:rPr sz="1000" spc="-5" dirty="0">
                <a:solidFill>
                  <a:srgbClr val="212121"/>
                </a:solidFill>
                <a:latin typeface="Times New Roman"/>
                <a:cs typeface="Times New Roman"/>
              </a:rPr>
              <a:t> </a:t>
            </a:r>
            <a:r>
              <a:rPr sz="1000" dirty="0">
                <a:solidFill>
                  <a:srgbClr val="212121"/>
                </a:solidFill>
                <a:latin typeface="Times New Roman"/>
                <a:cs typeface="Times New Roman"/>
              </a:rPr>
              <a:t>2014</a:t>
            </a:r>
            <a:r>
              <a:rPr sz="1000" spc="-30" dirty="0">
                <a:solidFill>
                  <a:srgbClr val="212121"/>
                </a:solidFill>
                <a:latin typeface="Times New Roman"/>
                <a:cs typeface="Times New Roman"/>
              </a:rPr>
              <a:t> </a:t>
            </a:r>
            <a:r>
              <a:rPr sz="1000" dirty="0">
                <a:solidFill>
                  <a:srgbClr val="212121"/>
                </a:solidFill>
                <a:latin typeface="Times New Roman"/>
                <a:cs typeface="Times New Roman"/>
              </a:rPr>
              <a:t>11th</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international</a:t>
            </a:r>
            <a:r>
              <a:rPr sz="1000" spc="-20" dirty="0">
                <a:solidFill>
                  <a:srgbClr val="212121"/>
                </a:solidFill>
                <a:latin typeface="Times New Roman"/>
                <a:cs typeface="Times New Roman"/>
              </a:rPr>
              <a:t> </a:t>
            </a:r>
            <a:r>
              <a:rPr sz="1000" spc="-10" dirty="0">
                <a:solidFill>
                  <a:srgbClr val="212121"/>
                </a:solidFill>
                <a:latin typeface="Times New Roman"/>
                <a:cs typeface="Times New Roman"/>
              </a:rPr>
              <a:t>conference</a:t>
            </a:r>
            <a:r>
              <a:rPr sz="1000" spc="-25" dirty="0">
                <a:solidFill>
                  <a:srgbClr val="212121"/>
                </a:solidFill>
                <a:latin typeface="Times New Roman"/>
                <a:cs typeface="Times New Roman"/>
              </a:rPr>
              <a:t> </a:t>
            </a:r>
            <a:r>
              <a:rPr sz="1000" dirty="0">
                <a:solidFill>
                  <a:srgbClr val="212121"/>
                </a:solidFill>
                <a:latin typeface="Times New Roman"/>
                <a:cs typeface="Times New Roman"/>
              </a:rPr>
              <a:t>on</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electronics, </a:t>
            </a:r>
            <a:r>
              <a:rPr sz="1000" dirty="0">
                <a:solidFill>
                  <a:srgbClr val="212121"/>
                </a:solidFill>
                <a:latin typeface="Times New Roman"/>
                <a:cs typeface="Times New Roman"/>
              </a:rPr>
              <a:t>computer</a:t>
            </a:r>
            <a:r>
              <a:rPr sz="1000" spc="-30" dirty="0">
                <a:solidFill>
                  <a:srgbClr val="212121"/>
                </a:solidFill>
                <a:latin typeface="Times New Roman"/>
                <a:cs typeface="Times New Roman"/>
              </a:rPr>
              <a:t> </a:t>
            </a:r>
            <a:r>
              <a:rPr sz="1000" dirty="0">
                <a:solidFill>
                  <a:srgbClr val="212121"/>
                </a:solidFill>
                <a:latin typeface="Times New Roman"/>
                <a:cs typeface="Times New Roman"/>
              </a:rPr>
              <a:t>and</a:t>
            </a:r>
            <a:r>
              <a:rPr sz="1000" spc="-45" dirty="0">
                <a:solidFill>
                  <a:srgbClr val="212121"/>
                </a:solidFill>
                <a:latin typeface="Times New Roman"/>
                <a:cs typeface="Times New Roman"/>
              </a:rPr>
              <a:t> </a:t>
            </a:r>
            <a:r>
              <a:rPr sz="1000" dirty="0">
                <a:solidFill>
                  <a:srgbClr val="212121"/>
                </a:solidFill>
                <a:latin typeface="Times New Roman"/>
                <a:cs typeface="Times New Roman"/>
              </a:rPr>
              <a:t>computation</a:t>
            </a:r>
            <a:r>
              <a:rPr sz="1000" spc="-25" dirty="0">
                <a:solidFill>
                  <a:srgbClr val="212121"/>
                </a:solidFill>
                <a:latin typeface="Times New Roman"/>
                <a:cs typeface="Times New Roman"/>
              </a:rPr>
              <a:t> </a:t>
            </a:r>
            <a:r>
              <a:rPr sz="1000" spc="-10" dirty="0">
                <a:solidFill>
                  <a:srgbClr val="212121"/>
                </a:solidFill>
                <a:latin typeface="Times New Roman"/>
                <a:cs typeface="Times New Roman"/>
              </a:rPr>
              <a:t>(ICECCO).</a:t>
            </a:r>
            <a:endParaRPr sz="1000">
              <a:latin typeface="Times New Roman"/>
              <a:cs typeface="Times New Roman"/>
            </a:endParaRPr>
          </a:p>
          <a:p>
            <a:pPr marL="12700">
              <a:lnSpc>
                <a:spcPts val="1160"/>
              </a:lnSpc>
            </a:pPr>
            <a:r>
              <a:rPr sz="1000" dirty="0">
                <a:solidFill>
                  <a:srgbClr val="212121"/>
                </a:solidFill>
                <a:latin typeface="Times New Roman"/>
                <a:cs typeface="Times New Roman"/>
              </a:rPr>
              <a:t>IEEE(</a:t>
            </a:r>
            <a:r>
              <a:rPr sz="1000" b="1" dirty="0">
                <a:solidFill>
                  <a:srgbClr val="333333"/>
                </a:solidFill>
                <a:latin typeface="Times New Roman"/>
                <a:cs typeface="Times New Roman"/>
              </a:rPr>
              <a:t>DOI</a:t>
            </a:r>
            <a:r>
              <a:rPr sz="1000" b="1" dirty="0">
                <a:solidFill>
                  <a:srgbClr val="333333"/>
                </a:solidFill>
                <a:latin typeface="Times New Roman"/>
                <a:cs typeface="Times New Roman"/>
                <a:hlinkClick r:id="rId2"/>
              </a:rPr>
              <a:t>:</a:t>
            </a:r>
            <a:r>
              <a:rPr sz="1000" b="1" spc="-30" dirty="0">
                <a:solidFill>
                  <a:srgbClr val="333333"/>
                </a:solidFill>
                <a:latin typeface="Times New Roman"/>
                <a:cs typeface="Times New Roman"/>
              </a:rPr>
              <a:t> </a:t>
            </a:r>
            <a:r>
              <a:rPr sz="1000" spc="-10" dirty="0">
                <a:solidFill>
                  <a:srgbClr val="006699"/>
                </a:solidFill>
                <a:latin typeface="Times New Roman"/>
                <a:cs typeface="Times New Roman"/>
                <a:hlinkClick r:id="rId2"/>
              </a:rPr>
              <a:t>10.1109/ICECCO.2014.6997578)</a:t>
            </a:r>
            <a:endParaRPr sz="1000">
              <a:latin typeface="Times New Roman"/>
              <a:cs typeface="Times New Roman"/>
            </a:endParaRPr>
          </a:p>
          <a:p>
            <a:pPr marL="19050" marR="6350" indent="200660" algn="just">
              <a:lnSpc>
                <a:spcPts val="1180"/>
              </a:lnSpc>
              <a:spcBef>
                <a:spcPts val="80"/>
              </a:spcBef>
              <a:buAutoNum type="arabicPlain" startAt="6"/>
              <a:tabLst>
                <a:tab pos="219710" algn="l"/>
              </a:tabLst>
            </a:pPr>
            <a:r>
              <a:rPr sz="1000" spc="-10" dirty="0">
                <a:solidFill>
                  <a:srgbClr val="212121"/>
                </a:solidFill>
                <a:latin typeface="Times New Roman"/>
                <a:cs typeface="Times New Roman"/>
              </a:rPr>
              <a:t>Latha,</a:t>
            </a:r>
            <a:r>
              <a:rPr sz="1000" spc="-55" dirty="0">
                <a:solidFill>
                  <a:srgbClr val="212121"/>
                </a:solidFill>
                <a:latin typeface="Times New Roman"/>
                <a:cs typeface="Times New Roman"/>
              </a:rPr>
              <a:t> </a:t>
            </a:r>
            <a:r>
              <a:rPr sz="1000" dirty="0">
                <a:solidFill>
                  <a:srgbClr val="212121"/>
                </a:solidFill>
                <a:latin typeface="Times New Roman"/>
                <a:cs typeface="Times New Roman"/>
              </a:rPr>
              <a:t>N.</a:t>
            </a:r>
            <a:r>
              <a:rPr sz="1000" spc="-60" dirty="0">
                <a:solidFill>
                  <a:srgbClr val="212121"/>
                </a:solidFill>
                <a:latin typeface="Times New Roman"/>
                <a:cs typeface="Times New Roman"/>
              </a:rPr>
              <a:t> </a:t>
            </a:r>
            <a:r>
              <a:rPr sz="1000" spc="-10" dirty="0">
                <a:solidFill>
                  <a:srgbClr val="212121"/>
                </a:solidFill>
                <a:latin typeface="Times New Roman"/>
                <a:cs typeface="Times New Roman"/>
              </a:rPr>
              <a:t>Anju,</a:t>
            </a:r>
            <a:r>
              <a:rPr sz="1000" spc="-40" dirty="0">
                <a:solidFill>
                  <a:srgbClr val="212121"/>
                </a:solidFill>
                <a:latin typeface="Times New Roman"/>
                <a:cs typeface="Times New Roman"/>
              </a:rPr>
              <a:t> </a:t>
            </a:r>
            <a:r>
              <a:rPr sz="1000" spc="-10" dirty="0">
                <a:solidFill>
                  <a:srgbClr val="212121"/>
                </a:solidFill>
                <a:latin typeface="Times New Roman"/>
                <a:cs typeface="Times New Roman"/>
              </a:rPr>
              <a:t>Murthy</a:t>
            </a:r>
            <a:r>
              <a:rPr sz="1000" spc="-55" dirty="0">
                <a:solidFill>
                  <a:srgbClr val="212121"/>
                </a:solidFill>
                <a:latin typeface="Times New Roman"/>
                <a:cs typeface="Times New Roman"/>
              </a:rPr>
              <a:t> </a:t>
            </a:r>
            <a:r>
              <a:rPr sz="1000" dirty="0">
                <a:solidFill>
                  <a:srgbClr val="212121"/>
                </a:solidFill>
                <a:latin typeface="Times New Roman"/>
                <a:cs typeface="Times New Roman"/>
              </a:rPr>
              <a:t>B.</a:t>
            </a:r>
            <a:r>
              <a:rPr sz="1000" spc="-15" dirty="0">
                <a:solidFill>
                  <a:srgbClr val="212121"/>
                </a:solidFill>
                <a:latin typeface="Times New Roman"/>
                <a:cs typeface="Times New Roman"/>
              </a:rPr>
              <a:t> </a:t>
            </a:r>
            <a:r>
              <a:rPr sz="1000" spc="-10" dirty="0">
                <a:solidFill>
                  <a:srgbClr val="212121"/>
                </a:solidFill>
                <a:latin typeface="Times New Roman"/>
                <a:cs typeface="Times New Roman"/>
              </a:rPr>
              <a:t>Rama,</a:t>
            </a:r>
            <a:r>
              <a:rPr sz="1000" spc="-40" dirty="0">
                <a:solidFill>
                  <a:srgbClr val="212121"/>
                </a:solidFill>
                <a:latin typeface="Times New Roman"/>
                <a:cs typeface="Times New Roman"/>
              </a:rPr>
              <a:t> </a:t>
            </a:r>
            <a:r>
              <a:rPr sz="1000" spc="-10" dirty="0">
                <a:solidFill>
                  <a:srgbClr val="212121"/>
                </a:solidFill>
                <a:latin typeface="Times New Roman"/>
                <a:cs typeface="Times New Roman"/>
              </a:rPr>
              <a:t>and</a:t>
            </a:r>
            <a:r>
              <a:rPr sz="1000" spc="-50" dirty="0">
                <a:solidFill>
                  <a:srgbClr val="212121"/>
                </a:solidFill>
                <a:latin typeface="Times New Roman"/>
                <a:cs typeface="Times New Roman"/>
              </a:rPr>
              <a:t> </a:t>
            </a:r>
            <a:r>
              <a:rPr sz="1000" dirty="0">
                <a:solidFill>
                  <a:srgbClr val="212121"/>
                </a:solidFill>
                <a:latin typeface="Times New Roman"/>
                <a:cs typeface="Times New Roman"/>
              </a:rPr>
              <a:t>Kumar</a:t>
            </a:r>
            <a:r>
              <a:rPr sz="1000" spc="-5" dirty="0">
                <a:solidFill>
                  <a:srgbClr val="212121"/>
                </a:solidFill>
                <a:latin typeface="Times New Roman"/>
                <a:cs typeface="Times New Roman"/>
              </a:rPr>
              <a:t> </a:t>
            </a:r>
            <a:r>
              <a:rPr sz="1000" dirty="0">
                <a:solidFill>
                  <a:srgbClr val="212121"/>
                </a:solidFill>
                <a:latin typeface="Times New Roman"/>
                <a:cs typeface="Times New Roman"/>
              </a:rPr>
              <a:t>K.</a:t>
            </a:r>
            <a:r>
              <a:rPr sz="1000" spc="-15" dirty="0">
                <a:solidFill>
                  <a:srgbClr val="212121"/>
                </a:solidFill>
                <a:latin typeface="Times New Roman"/>
                <a:cs typeface="Times New Roman"/>
              </a:rPr>
              <a:t> </a:t>
            </a:r>
            <a:r>
              <a:rPr sz="1000" dirty="0">
                <a:solidFill>
                  <a:srgbClr val="212121"/>
                </a:solidFill>
                <a:latin typeface="Times New Roman"/>
                <a:cs typeface="Times New Roman"/>
              </a:rPr>
              <a:t>Bharat</a:t>
            </a:r>
            <a:r>
              <a:rPr sz="1000" spc="155" dirty="0">
                <a:solidFill>
                  <a:srgbClr val="212121"/>
                </a:solidFill>
                <a:latin typeface="Times New Roman"/>
                <a:cs typeface="Times New Roman"/>
              </a:rPr>
              <a:t> </a:t>
            </a:r>
            <a:r>
              <a:rPr sz="1000" spc="-10" dirty="0">
                <a:solidFill>
                  <a:srgbClr val="212121"/>
                </a:solidFill>
                <a:latin typeface="Times New Roman"/>
                <a:cs typeface="Times New Roman"/>
              </a:rPr>
              <a:t>(2016)"Distance</a:t>
            </a:r>
            <a:r>
              <a:rPr sz="1000" spc="-40" dirty="0">
                <a:solidFill>
                  <a:srgbClr val="212121"/>
                </a:solidFill>
                <a:latin typeface="Times New Roman"/>
                <a:cs typeface="Times New Roman"/>
              </a:rPr>
              <a:t> </a:t>
            </a:r>
            <a:r>
              <a:rPr sz="1000" spc="-10" dirty="0">
                <a:solidFill>
                  <a:srgbClr val="212121"/>
                </a:solidFill>
                <a:latin typeface="Times New Roman"/>
                <a:cs typeface="Times New Roman"/>
              </a:rPr>
              <a:t>sensing</a:t>
            </a:r>
            <a:r>
              <a:rPr sz="1000" spc="-25" dirty="0">
                <a:solidFill>
                  <a:srgbClr val="212121"/>
                </a:solidFill>
                <a:latin typeface="Times New Roman"/>
                <a:cs typeface="Times New Roman"/>
              </a:rPr>
              <a:t> </a:t>
            </a:r>
            <a:r>
              <a:rPr sz="1000" spc="-10" dirty="0">
                <a:solidFill>
                  <a:srgbClr val="212121"/>
                </a:solidFill>
                <a:latin typeface="Times New Roman"/>
                <a:cs typeface="Times New Roman"/>
              </a:rPr>
              <a:t>with</a:t>
            </a:r>
            <a:r>
              <a:rPr sz="1000" spc="-30" dirty="0">
                <a:solidFill>
                  <a:srgbClr val="212121"/>
                </a:solidFill>
                <a:latin typeface="Times New Roman"/>
                <a:cs typeface="Times New Roman"/>
              </a:rPr>
              <a:t> </a:t>
            </a:r>
            <a:r>
              <a:rPr sz="1000" spc="-10" dirty="0">
                <a:solidFill>
                  <a:srgbClr val="212121"/>
                </a:solidFill>
                <a:latin typeface="Times New Roman"/>
                <a:cs typeface="Times New Roman"/>
              </a:rPr>
              <a:t>ultrasonic</a:t>
            </a:r>
            <a:r>
              <a:rPr sz="1000" spc="-40" dirty="0">
                <a:solidFill>
                  <a:srgbClr val="212121"/>
                </a:solidFill>
                <a:latin typeface="Times New Roman"/>
                <a:cs typeface="Times New Roman"/>
              </a:rPr>
              <a:t> </a:t>
            </a:r>
            <a:r>
              <a:rPr sz="1000" spc="-10" dirty="0">
                <a:solidFill>
                  <a:srgbClr val="212121"/>
                </a:solidFill>
                <a:latin typeface="Times New Roman"/>
                <a:cs typeface="Times New Roman"/>
              </a:rPr>
              <a:t>sensor</a:t>
            </a:r>
            <a:r>
              <a:rPr sz="1000" spc="-25" dirty="0">
                <a:solidFill>
                  <a:srgbClr val="212121"/>
                </a:solidFill>
                <a:latin typeface="Times New Roman"/>
                <a:cs typeface="Times New Roman"/>
              </a:rPr>
              <a:t> </a:t>
            </a:r>
            <a:r>
              <a:rPr sz="1000" dirty="0">
                <a:solidFill>
                  <a:srgbClr val="212121"/>
                </a:solidFill>
                <a:latin typeface="Times New Roman"/>
                <a:cs typeface="Times New Roman"/>
              </a:rPr>
              <a:t>and</a:t>
            </a:r>
            <a:r>
              <a:rPr sz="1000" spc="-25" dirty="0">
                <a:solidFill>
                  <a:srgbClr val="212121"/>
                </a:solidFill>
                <a:latin typeface="Times New Roman"/>
                <a:cs typeface="Times New Roman"/>
              </a:rPr>
              <a:t> </a:t>
            </a:r>
            <a:r>
              <a:rPr sz="1000" spc="-10" dirty="0">
                <a:solidFill>
                  <a:srgbClr val="212121"/>
                </a:solidFill>
                <a:latin typeface="Times New Roman"/>
                <a:cs typeface="Times New Roman"/>
              </a:rPr>
              <a:t>Arduino."</a:t>
            </a:r>
            <a:r>
              <a:rPr sz="1000" spc="-55" dirty="0">
                <a:solidFill>
                  <a:srgbClr val="212121"/>
                </a:solidFill>
                <a:latin typeface="Times New Roman"/>
                <a:cs typeface="Times New Roman"/>
              </a:rPr>
              <a:t> </a:t>
            </a:r>
            <a:r>
              <a:rPr sz="1000" spc="-10" dirty="0">
                <a:solidFill>
                  <a:srgbClr val="212121"/>
                </a:solidFill>
                <a:latin typeface="Times New Roman"/>
                <a:cs typeface="Times New Roman"/>
              </a:rPr>
              <a:t>International </a:t>
            </a:r>
            <a:r>
              <a:rPr sz="1000" dirty="0">
                <a:solidFill>
                  <a:srgbClr val="212121"/>
                </a:solidFill>
                <a:latin typeface="Times New Roman"/>
                <a:cs typeface="Times New Roman"/>
              </a:rPr>
              <a:t>Journal</a:t>
            </a:r>
            <a:r>
              <a:rPr sz="1000" spc="-15" dirty="0">
                <a:solidFill>
                  <a:srgbClr val="212121"/>
                </a:solidFill>
                <a:latin typeface="Times New Roman"/>
                <a:cs typeface="Times New Roman"/>
              </a:rPr>
              <a:t> </a:t>
            </a:r>
            <a:r>
              <a:rPr sz="1000" dirty="0">
                <a:solidFill>
                  <a:srgbClr val="212121"/>
                </a:solidFill>
                <a:latin typeface="Times New Roman"/>
                <a:cs typeface="Times New Roman"/>
              </a:rPr>
              <a:t>of</a:t>
            </a:r>
            <a:r>
              <a:rPr sz="1000" spc="-20" dirty="0">
                <a:solidFill>
                  <a:srgbClr val="212121"/>
                </a:solidFill>
                <a:latin typeface="Times New Roman"/>
                <a:cs typeface="Times New Roman"/>
              </a:rPr>
              <a:t> </a:t>
            </a:r>
            <a:r>
              <a:rPr sz="1000" dirty="0">
                <a:solidFill>
                  <a:srgbClr val="212121"/>
                </a:solidFill>
                <a:latin typeface="Times New Roman"/>
                <a:cs typeface="Times New Roman"/>
              </a:rPr>
              <a:t>Advance</a:t>
            </a:r>
            <a:r>
              <a:rPr sz="1000" spc="-10" dirty="0">
                <a:solidFill>
                  <a:srgbClr val="212121"/>
                </a:solidFill>
                <a:latin typeface="Times New Roman"/>
                <a:cs typeface="Times New Roman"/>
              </a:rPr>
              <a:t> </a:t>
            </a:r>
            <a:r>
              <a:rPr sz="1000" dirty="0">
                <a:solidFill>
                  <a:srgbClr val="212121"/>
                </a:solidFill>
                <a:latin typeface="Times New Roman"/>
                <a:cs typeface="Times New Roman"/>
              </a:rPr>
              <a:t>Research,</a:t>
            </a:r>
            <a:r>
              <a:rPr sz="1000" spc="-5" dirty="0">
                <a:solidFill>
                  <a:srgbClr val="212121"/>
                </a:solidFill>
                <a:latin typeface="Times New Roman"/>
                <a:cs typeface="Times New Roman"/>
              </a:rPr>
              <a:t> </a:t>
            </a:r>
            <a:r>
              <a:rPr sz="1000" dirty="0">
                <a:solidFill>
                  <a:srgbClr val="212121"/>
                </a:solidFill>
                <a:latin typeface="Times New Roman"/>
                <a:cs typeface="Times New Roman"/>
              </a:rPr>
              <a:t>Ideas</a:t>
            </a:r>
            <a:r>
              <a:rPr sz="1000" spc="-25" dirty="0">
                <a:solidFill>
                  <a:srgbClr val="212121"/>
                </a:solidFill>
                <a:latin typeface="Times New Roman"/>
                <a:cs typeface="Times New Roman"/>
              </a:rPr>
              <a:t> </a:t>
            </a:r>
            <a:r>
              <a:rPr sz="1000" dirty="0">
                <a:solidFill>
                  <a:srgbClr val="212121"/>
                </a:solidFill>
                <a:latin typeface="Times New Roman"/>
                <a:cs typeface="Times New Roman"/>
              </a:rPr>
              <a:t>and</a:t>
            </a:r>
            <a:r>
              <a:rPr sz="1000" spc="-20" dirty="0">
                <a:solidFill>
                  <a:srgbClr val="212121"/>
                </a:solidFill>
                <a:latin typeface="Times New Roman"/>
                <a:cs typeface="Times New Roman"/>
              </a:rPr>
              <a:t> </a:t>
            </a:r>
            <a:r>
              <a:rPr sz="1000" spc="-10" dirty="0">
                <a:solidFill>
                  <a:srgbClr val="212121"/>
                </a:solidFill>
                <a:latin typeface="Times New Roman"/>
                <a:cs typeface="Times New Roman"/>
              </a:rPr>
              <a:t>Innovations</a:t>
            </a:r>
            <a:r>
              <a:rPr sz="1000" spc="-25" dirty="0">
                <a:solidFill>
                  <a:srgbClr val="212121"/>
                </a:solidFill>
                <a:latin typeface="Times New Roman"/>
                <a:cs typeface="Times New Roman"/>
              </a:rPr>
              <a:t> </a:t>
            </a:r>
            <a:r>
              <a:rPr sz="1000" dirty="0">
                <a:solidFill>
                  <a:srgbClr val="212121"/>
                </a:solidFill>
                <a:latin typeface="Times New Roman"/>
                <a:cs typeface="Times New Roman"/>
              </a:rPr>
              <a:t>in</a:t>
            </a:r>
            <a:r>
              <a:rPr sz="1000" spc="-20" dirty="0">
                <a:solidFill>
                  <a:srgbClr val="212121"/>
                </a:solidFill>
                <a:latin typeface="Times New Roman"/>
                <a:cs typeface="Times New Roman"/>
              </a:rPr>
              <a:t> </a:t>
            </a:r>
            <a:r>
              <a:rPr sz="1000" spc="-10" dirty="0">
                <a:solidFill>
                  <a:srgbClr val="212121"/>
                </a:solidFill>
                <a:latin typeface="Times New Roman"/>
                <a:cs typeface="Times New Roman"/>
              </a:rPr>
              <a:t>Technology</a:t>
            </a:r>
            <a:r>
              <a:rPr sz="1000" spc="-45" dirty="0">
                <a:solidFill>
                  <a:srgbClr val="212121"/>
                </a:solidFill>
                <a:latin typeface="Times New Roman"/>
                <a:cs typeface="Times New Roman"/>
              </a:rPr>
              <a:t> </a:t>
            </a:r>
            <a:r>
              <a:rPr sz="1000" dirty="0">
                <a:solidFill>
                  <a:srgbClr val="212121"/>
                </a:solidFill>
                <a:latin typeface="Times New Roman"/>
                <a:cs typeface="Times New Roman"/>
              </a:rPr>
              <a:t>2.5</a:t>
            </a:r>
            <a:r>
              <a:rPr sz="1000" spc="5" dirty="0">
                <a:solidFill>
                  <a:srgbClr val="212121"/>
                </a:solidFill>
                <a:latin typeface="Times New Roman"/>
                <a:cs typeface="Times New Roman"/>
              </a:rPr>
              <a:t> </a:t>
            </a:r>
            <a:r>
              <a:rPr sz="1000" dirty="0">
                <a:solidFill>
                  <a:srgbClr val="212121"/>
                </a:solidFill>
                <a:latin typeface="Times New Roman"/>
                <a:cs typeface="Times New Roman"/>
              </a:rPr>
              <a:t>(2016):(pp</a:t>
            </a:r>
            <a:r>
              <a:rPr sz="1000" spc="-25" dirty="0">
                <a:solidFill>
                  <a:srgbClr val="212121"/>
                </a:solidFill>
                <a:latin typeface="Times New Roman"/>
                <a:cs typeface="Times New Roman"/>
              </a:rPr>
              <a:t> </a:t>
            </a:r>
            <a:r>
              <a:rPr sz="1000" dirty="0">
                <a:solidFill>
                  <a:srgbClr val="212121"/>
                </a:solidFill>
                <a:latin typeface="Times New Roman"/>
                <a:cs typeface="Times New Roman"/>
              </a:rPr>
              <a:t>1-</a:t>
            </a:r>
            <a:r>
              <a:rPr sz="1000" spc="-25" dirty="0">
                <a:solidFill>
                  <a:srgbClr val="212121"/>
                </a:solidFill>
                <a:latin typeface="Times New Roman"/>
                <a:cs typeface="Times New Roman"/>
              </a:rPr>
              <a:t>5).</a:t>
            </a:r>
            <a:endParaRPr sz="1000">
              <a:latin typeface="Times New Roman"/>
              <a:cs typeface="Times New Roman"/>
            </a:endParaRPr>
          </a:p>
          <a:p>
            <a:pPr marL="27940" marR="10795" indent="-6350" algn="just">
              <a:lnSpc>
                <a:spcPts val="1180"/>
              </a:lnSpc>
              <a:spcBef>
                <a:spcPts val="15"/>
              </a:spcBef>
              <a:buAutoNum type="arabicPlain" startAt="6"/>
              <a:tabLst>
                <a:tab pos="27940" algn="l"/>
                <a:tab pos="478155" algn="l"/>
              </a:tabLst>
            </a:pPr>
            <a:r>
              <a:rPr sz="1000" dirty="0">
                <a:solidFill>
                  <a:srgbClr val="212121"/>
                </a:solidFill>
                <a:latin typeface="Times New Roman"/>
                <a:cs typeface="Times New Roman"/>
              </a:rPr>
              <a:t>	Singh</a:t>
            </a:r>
            <a:r>
              <a:rPr sz="1000" spc="-10" dirty="0">
                <a:solidFill>
                  <a:srgbClr val="212121"/>
                </a:solidFill>
                <a:latin typeface="Times New Roman"/>
                <a:cs typeface="Times New Roman"/>
              </a:rPr>
              <a:t> Pushkar,</a:t>
            </a:r>
            <a:r>
              <a:rPr sz="1000" spc="-35" dirty="0">
                <a:solidFill>
                  <a:srgbClr val="212121"/>
                </a:solidFill>
                <a:latin typeface="Times New Roman"/>
                <a:cs typeface="Times New Roman"/>
              </a:rPr>
              <a:t> </a:t>
            </a:r>
            <a:r>
              <a:rPr sz="1000" dirty="0">
                <a:solidFill>
                  <a:srgbClr val="212121"/>
                </a:solidFill>
                <a:latin typeface="Times New Roman"/>
                <a:cs typeface="Times New Roman"/>
              </a:rPr>
              <a:t>and</a:t>
            </a:r>
            <a:r>
              <a:rPr sz="1000" spc="-30" dirty="0">
                <a:solidFill>
                  <a:srgbClr val="212121"/>
                </a:solidFill>
                <a:latin typeface="Times New Roman"/>
                <a:cs typeface="Times New Roman"/>
              </a:rPr>
              <a:t> </a:t>
            </a:r>
            <a:r>
              <a:rPr sz="1000" spc="-10" dirty="0">
                <a:solidFill>
                  <a:srgbClr val="212121"/>
                </a:solidFill>
                <a:latin typeface="Times New Roman"/>
                <a:cs typeface="Times New Roman"/>
              </a:rPr>
              <a:t>Sanghamitra</a:t>
            </a:r>
            <a:r>
              <a:rPr sz="1000" spc="-20" dirty="0">
                <a:solidFill>
                  <a:srgbClr val="212121"/>
                </a:solidFill>
                <a:latin typeface="Times New Roman"/>
                <a:cs typeface="Times New Roman"/>
              </a:rPr>
              <a:t> </a:t>
            </a:r>
            <a:r>
              <a:rPr sz="1000" dirty="0">
                <a:solidFill>
                  <a:srgbClr val="212121"/>
                </a:solidFill>
                <a:latin typeface="Times New Roman"/>
                <a:cs typeface="Times New Roman"/>
              </a:rPr>
              <a:t>Saikia</a:t>
            </a:r>
            <a:r>
              <a:rPr sz="1000" spc="-20" dirty="0">
                <a:solidFill>
                  <a:srgbClr val="212121"/>
                </a:solidFill>
                <a:latin typeface="Times New Roman"/>
                <a:cs typeface="Times New Roman"/>
              </a:rPr>
              <a:t> </a:t>
            </a:r>
            <a:r>
              <a:rPr sz="1000" dirty="0">
                <a:solidFill>
                  <a:srgbClr val="212121"/>
                </a:solidFill>
                <a:latin typeface="Times New Roman"/>
                <a:cs typeface="Times New Roman"/>
              </a:rPr>
              <a:t>(2016)</a:t>
            </a:r>
            <a:r>
              <a:rPr sz="1000" spc="-30" dirty="0">
                <a:solidFill>
                  <a:srgbClr val="212121"/>
                </a:solidFill>
                <a:latin typeface="Times New Roman"/>
                <a:cs typeface="Times New Roman"/>
              </a:rPr>
              <a:t> </a:t>
            </a:r>
            <a:r>
              <a:rPr sz="1000" spc="-10" dirty="0">
                <a:solidFill>
                  <a:srgbClr val="212121"/>
                </a:solidFill>
                <a:latin typeface="Times New Roman"/>
                <a:cs typeface="Times New Roman"/>
              </a:rPr>
              <a:t>"Arduino-</a:t>
            </a:r>
            <a:r>
              <a:rPr sz="1000" dirty="0">
                <a:solidFill>
                  <a:srgbClr val="212121"/>
                </a:solidFill>
                <a:latin typeface="Times New Roman"/>
                <a:cs typeface="Times New Roman"/>
              </a:rPr>
              <a:t>based</a:t>
            </a:r>
            <a:r>
              <a:rPr sz="1000" spc="-10" dirty="0">
                <a:solidFill>
                  <a:srgbClr val="212121"/>
                </a:solidFill>
                <a:latin typeface="Times New Roman"/>
                <a:cs typeface="Times New Roman"/>
              </a:rPr>
              <a:t> </a:t>
            </a:r>
            <a:r>
              <a:rPr sz="1000" dirty="0">
                <a:solidFill>
                  <a:srgbClr val="212121"/>
                </a:solidFill>
                <a:latin typeface="Times New Roman"/>
                <a:cs typeface="Times New Roman"/>
              </a:rPr>
              <a:t>smart</a:t>
            </a:r>
            <a:r>
              <a:rPr sz="1000" spc="-40" dirty="0">
                <a:solidFill>
                  <a:srgbClr val="212121"/>
                </a:solidFill>
                <a:latin typeface="Times New Roman"/>
                <a:cs typeface="Times New Roman"/>
              </a:rPr>
              <a:t> </a:t>
            </a:r>
            <a:r>
              <a:rPr sz="1000" dirty="0">
                <a:solidFill>
                  <a:srgbClr val="212121"/>
                </a:solidFill>
                <a:latin typeface="Times New Roman"/>
                <a:cs typeface="Times New Roman"/>
              </a:rPr>
              <a:t>irrigation</a:t>
            </a:r>
            <a:r>
              <a:rPr sz="1000" spc="-5" dirty="0">
                <a:solidFill>
                  <a:srgbClr val="212121"/>
                </a:solidFill>
                <a:latin typeface="Times New Roman"/>
                <a:cs typeface="Times New Roman"/>
              </a:rPr>
              <a:t> </a:t>
            </a:r>
            <a:r>
              <a:rPr sz="1000" dirty="0">
                <a:solidFill>
                  <a:srgbClr val="212121"/>
                </a:solidFill>
                <a:latin typeface="Times New Roman"/>
                <a:cs typeface="Times New Roman"/>
              </a:rPr>
              <a:t>using</a:t>
            </a:r>
            <a:r>
              <a:rPr sz="1000" spc="-30" dirty="0">
                <a:solidFill>
                  <a:srgbClr val="212121"/>
                </a:solidFill>
                <a:latin typeface="Times New Roman"/>
                <a:cs typeface="Times New Roman"/>
              </a:rPr>
              <a:t> </a:t>
            </a:r>
            <a:r>
              <a:rPr sz="1000" spc="-10" dirty="0">
                <a:solidFill>
                  <a:srgbClr val="212121"/>
                </a:solidFill>
                <a:latin typeface="Times New Roman"/>
                <a:cs typeface="Times New Roman"/>
              </a:rPr>
              <a:t>water </a:t>
            </a:r>
            <a:r>
              <a:rPr sz="1000" dirty="0">
                <a:solidFill>
                  <a:srgbClr val="212121"/>
                </a:solidFill>
                <a:latin typeface="Times New Roman"/>
                <a:cs typeface="Times New Roman"/>
              </a:rPr>
              <a:t>flow</a:t>
            </a:r>
            <a:r>
              <a:rPr sz="1000" spc="-30" dirty="0">
                <a:solidFill>
                  <a:srgbClr val="212121"/>
                </a:solidFill>
                <a:latin typeface="Times New Roman"/>
                <a:cs typeface="Times New Roman"/>
              </a:rPr>
              <a:t> </a:t>
            </a:r>
            <a:r>
              <a:rPr sz="1000" dirty="0">
                <a:solidFill>
                  <a:srgbClr val="212121"/>
                </a:solidFill>
                <a:latin typeface="Times New Roman"/>
                <a:cs typeface="Times New Roman"/>
              </a:rPr>
              <a:t>sensor,</a:t>
            </a:r>
            <a:r>
              <a:rPr sz="1000" spc="-20" dirty="0">
                <a:solidFill>
                  <a:srgbClr val="212121"/>
                </a:solidFill>
                <a:latin typeface="Times New Roman"/>
                <a:cs typeface="Times New Roman"/>
              </a:rPr>
              <a:t> </a:t>
            </a:r>
            <a:r>
              <a:rPr sz="1000" dirty="0">
                <a:solidFill>
                  <a:srgbClr val="212121"/>
                </a:solidFill>
                <a:latin typeface="Times New Roman"/>
                <a:cs typeface="Times New Roman"/>
              </a:rPr>
              <a:t>soil</a:t>
            </a:r>
            <a:r>
              <a:rPr sz="1000" spc="-40" dirty="0">
                <a:solidFill>
                  <a:srgbClr val="212121"/>
                </a:solidFill>
                <a:latin typeface="Times New Roman"/>
                <a:cs typeface="Times New Roman"/>
              </a:rPr>
              <a:t> </a:t>
            </a:r>
            <a:r>
              <a:rPr sz="1000" dirty="0">
                <a:solidFill>
                  <a:srgbClr val="212121"/>
                </a:solidFill>
                <a:latin typeface="Times New Roman"/>
                <a:cs typeface="Times New Roman"/>
              </a:rPr>
              <a:t>moisture</a:t>
            </a:r>
            <a:r>
              <a:rPr sz="1000" spc="-45" dirty="0">
                <a:solidFill>
                  <a:srgbClr val="212121"/>
                </a:solidFill>
                <a:latin typeface="Times New Roman"/>
                <a:cs typeface="Times New Roman"/>
              </a:rPr>
              <a:t> </a:t>
            </a:r>
            <a:r>
              <a:rPr sz="1000" spc="-10" dirty="0">
                <a:solidFill>
                  <a:srgbClr val="212121"/>
                </a:solidFill>
                <a:latin typeface="Times New Roman"/>
                <a:cs typeface="Times New Roman"/>
              </a:rPr>
              <a:t>sensor, </a:t>
            </a:r>
            <a:r>
              <a:rPr sz="1000" dirty="0">
                <a:solidFill>
                  <a:srgbClr val="212121"/>
                </a:solidFill>
                <a:latin typeface="Times New Roman"/>
                <a:cs typeface="Times New Roman"/>
              </a:rPr>
              <a:t>temperature</a:t>
            </a:r>
            <a:r>
              <a:rPr sz="1000" spc="-50" dirty="0">
                <a:solidFill>
                  <a:srgbClr val="212121"/>
                </a:solidFill>
                <a:latin typeface="Times New Roman"/>
                <a:cs typeface="Times New Roman"/>
              </a:rPr>
              <a:t> </a:t>
            </a:r>
            <a:r>
              <a:rPr sz="1000" dirty="0">
                <a:solidFill>
                  <a:srgbClr val="212121"/>
                </a:solidFill>
                <a:latin typeface="Times New Roman"/>
                <a:cs typeface="Times New Roman"/>
              </a:rPr>
              <a:t>sensor</a:t>
            </a:r>
            <a:r>
              <a:rPr sz="1000" spc="-5" dirty="0">
                <a:solidFill>
                  <a:srgbClr val="212121"/>
                </a:solidFill>
                <a:latin typeface="Times New Roman"/>
                <a:cs typeface="Times New Roman"/>
              </a:rPr>
              <a:t> </a:t>
            </a:r>
            <a:r>
              <a:rPr sz="1000" dirty="0">
                <a:solidFill>
                  <a:srgbClr val="212121"/>
                </a:solidFill>
                <a:latin typeface="Times New Roman"/>
                <a:cs typeface="Times New Roman"/>
              </a:rPr>
              <a:t>and</a:t>
            </a:r>
            <a:r>
              <a:rPr sz="1000" spc="-35" dirty="0">
                <a:solidFill>
                  <a:srgbClr val="212121"/>
                </a:solidFill>
                <a:latin typeface="Times New Roman"/>
                <a:cs typeface="Times New Roman"/>
              </a:rPr>
              <a:t> </a:t>
            </a:r>
            <a:r>
              <a:rPr sz="1000" dirty="0">
                <a:solidFill>
                  <a:srgbClr val="212121"/>
                </a:solidFill>
                <a:latin typeface="Times New Roman"/>
                <a:cs typeface="Times New Roman"/>
              </a:rPr>
              <a:t>ESP8266</a:t>
            </a:r>
            <a:r>
              <a:rPr sz="1000" spc="-30" dirty="0">
                <a:solidFill>
                  <a:srgbClr val="212121"/>
                </a:solidFill>
                <a:latin typeface="Times New Roman"/>
                <a:cs typeface="Times New Roman"/>
              </a:rPr>
              <a:t> </a:t>
            </a:r>
            <a:r>
              <a:rPr sz="1000" dirty="0">
                <a:solidFill>
                  <a:srgbClr val="212121"/>
                </a:solidFill>
                <a:latin typeface="Times New Roman"/>
                <a:cs typeface="Times New Roman"/>
              </a:rPr>
              <a:t>WiFi</a:t>
            </a:r>
            <a:r>
              <a:rPr sz="1000" spc="-20" dirty="0">
                <a:solidFill>
                  <a:srgbClr val="212121"/>
                </a:solidFill>
                <a:latin typeface="Times New Roman"/>
                <a:cs typeface="Times New Roman"/>
              </a:rPr>
              <a:t> </a:t>
            </a:r>
            <a:r>
              <a:rPr sz="1000" dirty="0">
                <a:solidFill>
                  <a:srgbClr val="212121"/>
                </a:solidFill>
                <a:latin typeface="Times New Roman"/>
                <a:cs typeface="Times New Roman"/>
              </a:rPr>
              <a:t>module."</a:t>
            </a:r>
            <a:r>
              <a:rPr sz="1000" spc="-35" dirty="0">
                <a:solidFill>
                  <a:srgbClr val="212121"/>
                </a:solidFill>
                <a:latin typeface="Times New Roman"/>
                <a:cs typeface="Times New Roman"/>
              </a:rPr>
              <a:t> </a:t>
            </a:r>
            <a:r>
              <a:rPr sz="1000" dirty="0">
                <a:solidFill>
                  <a:srgbClr val="212121"/>
                </a:solidFill>
                <a:latin typeface="Times New Roman"/>
                <a:cs typeface="Times New Roman"/>
              </a:rPr>
              <a:t>2016</a:t>
            </a:r>
            <a:r>
              <a:rPr sz="1000" spc="-5" dirty="0">
                <a:solidFill>
                  <a:srgbClr val="212121"/>
                </a:solidFill>
                <a:latin typeface="Times New Roman"/>
                <a:cs typeface="Times New Roman"/>
              </a:rPr>
              <a:t> </a:t>
            </a:r>
            <a:r>
              <a:rPr sz="1000" dirty="0">
                <a:solidFill>
                  <a:srgbClr val="212121"/>
                </a:solidFill>
                <a:latin typeface="Times New Roman"/>
                <a:cs typeface="Times New Roman"/>
              </a:rPr>
              <a:t>IEEE</a:t>
            </a:r>
            <a:r>
              <a:rPr sz="1000" spc="-25" dirty="0">
                <a:solidFill>
                  <a:srgbClr val="212121"/>
                </a:solidFill>
                <a:latin typeface="Times New Roman"/>
                <a:cs typeface="Times New Roman"/>
              </a:rPr>
              <a:t> </a:t>
            </a:r>
            <a:r>
              <a:rPr sz="1000" dirty="0">
                <a:solidFill>
                  <a:srgbClr val="212121"/>
                </a:solidFill>
                <a:latin typeface="Times New Roman"/>
                <a:cs typeface="Times New Roman"/>
              </a:rPr>
              <a:t>Region</a:t>
            </a:r>
            <a:r>
              <a:rPr sz="1000" spc="20" dirty="0">
                <a:solidFill>
                  <a:srgbClr val="212121"/>
                </a:solidFill>
                <a:latin typeface="Times New Roman"/>
                <a:cs typeface="Times New Roman"/>
              </a:rPr>
              <a:t> </a:t>
            </a:r>
            <a:r>
              <a:rPr sz="1000" dirty="0">
                <a:solidFill>
                  <a:srgbClr val="212121"/>
                </a:solidFill>
                <a:latin typeface="Times New Roman"/>
                <a:cs typeface="Times New Roman"/>
              </a:rPr>
              <a:t>10</a:t>
            </a:r>
            <a:r>
              <a:rPr sz="1000" spc="-10" dirty="0">
                <a:solidFill>
                  <a:srgbClr val="212121"/>
                </a:solidFill>
                <a:latin typeface="Times New Roman"/>
                <a:cs typeface="Times New Roman"/>
              </a:rPr>
              <a:t> Humanitarian Technology</a:t>
            </a:r>
            <a:r>
              <a:rPr sz="1000" spc="-50" dirty="0">
                <a:solidFill>
                  <a:srgbClr val="212121"/>
                </a:solidFill>
                <a:latin typeface="Times New Roman"/>
                <a:cs typeface="Times New Roman"/>
              </a:rPr>
              <a:t> </a:t>
            </a:r>
            <a:r>
              <a:rPr sz="1000" dirty="0">
                <a:solidFill>
                  <a:srgbClr val="212121"/>
                </a:solidFill>
                <a:latin typeface="Times New Roman"/>
                <a:cs typeface="Times New Roman"/>
              </a:rPr>
              <a:t>Conference</a:t>
            </a:r>
            <a:r>
              <a:rPr sz="1000" spc="-20" dirty="0">
                <a:solidFill>
                  <a:srgbClr val="212121"/>
                </a:solidFill>
                <a:latin typeface="Times New Roman"/>
                <a:cs typeface="Times New Roman"/>
              </a:rPr>
              <a:t> </a:t>
            </a:r>
            <a:r>
              <a:rPr sz="1000" dirty="0">
                <a:solidFill>
                  <a:srgbClr val="212121"/>
                </a:solidFill>
                <a:latin typeface="Times New Roman"/>
                <a:cs typeface="Times New Roman"/>
              </a:rPr>
              <a:t>(R10-</a:t>
            </a:r>
            <a:r>
              <a:rPr sz="1000" spc="-10" dirty="0">
                <a:solidFill>
                  <a:srgbClr val="212121"/>
                </a:solidFill>
                <a:latin typeface="Times New Roman"/>
                <a:cs typeface="Times New Roman"/>
              </a:rPr>
              <a:t>HTC).</a:t>
            </a:r>
            <a:endParaRPr sz="1000">
              <a:latin typeface="Times New Roman"/>
              <a:cs typeface="Times New Roman"/>
            </a:endParaRPr>
          </a:p>
          <a:p>
            <a:pPr marL="21590" algn="just">
              <a:lnSpc>
                <a:spcPts val="1165"/>
              </a:lnSpc>
            </a:pPr>
            <a:r>
              <a:rPr sz="1000" dirty="0">
                <a:solidFill>
                  <a:srgbClr val="212121"/>
                </a:solidFill>
                <a:latin typeface="Times New Roman"/>
                <a:cs typeface="Times New Roman"/>
              </a:rPr>
              <a:t>IEEE.(</a:t>
            </a:r>
            <a:r>
              <a:rPr sz="1000" b="1" dirty="0">
                <a:solidFill>
                  <a:srgbClr val="333333"/>
                </a:solidFill>
                <a:latin typeface="Times New Roman"/>
                <a:cs typeface="Times New Roman"/>
              </a:rPr>
              <a:t>DOI:</a:t>
            </a:r>
            <a:r>
              <a:rPr sz="1000" b="1" spc="20" dirty="0">
                <a:solidFill>
                  <a:srgbClr val="333333"/>
                </a:solidFill>
                <a:latin typeface="Times New Roman"/>
                <a:cs typeface="Times New Roman"/>
              </a:rPr>
              <a:t> </a:t>
            </a:r>
            <a:r>
              <a:rPr sz="1000" spc="-10" dirty="0">
                <a:solidFill>
                  <a:srgbClr val="006699"/>
                </a:solidFill>
                <a:latin typeface="Times New Roman"/>
                <a:cs typeface="Times New Roman"/>
                <a:hlinkClick r:id="rId3"/>
              </a:rPr>
              <a:t>10.1109/R10-HTC.2016.7906792).</a:t>
            </a:r>
            <a:endParaRPr sz="1000">
              <a:latin typeface="Times New Roman"/>
              <a:cs typeface="Times New Roman"/>
            </a:endParaRPr>
          </a:p>
          <a:p>
            <a:pPr marL="27940" marR="15240" indent="-6350" algn="just">
              <a:lnSpc>
                <a:spcPts val="1180"/>
              </a:lnSpc>
              <a:spcBef>
                <a:spcPts val="30"/>
              </a:spcBef>
              <a:buAutoNum type="arabicPlain" startAt="8"/>
              <a:tabLst>
                <a:tab pos="27940" algn="l"/>
                <a:tab pos="478155" algn="l"/>
              </a:tabLst>
            </a:pPr>
            <a:r>
              <a:rPr sz="1000" dirty="0">
                <a:solidFill>
                  <a:srgbClr val="212121"/>
                </a:solidFill>
                <a:latin typeface="Times New Roman"/>
                <a:cs typeface="Times New Roman"/>
              </a:rPr>
              <a:t>	Islam,</a:t>
            </a:r>
            <a:r>
              <a:rPr sz="1000" spc="90" dirty="0">
                <a:solidFill>
                  <a:srgbClr val="212121"/>
                </a:solidFill>
                <a:latin typeface="Times New Roman"/>
                <a:cs typeface="Times New Roman"/>
              </a:rPr>
              <a:t> </a:t>
            </a:r>
            <a:r>
              <a:rPr sz="1000" dirty="0">
                <a:solidFill>
                  <a:srgbClr val="212121"/>
                </a:solidFill>
                <a:latin typeface="Times New Roman"/>
                <a:cs typeface="Times New Roman"/>
              </a:rPr>
              <a:t>Kamaruddin</a:t>
            </a:r>
            <a:r>
              <a:rPr sz="1000" spc="105" dirty="0">
                <a:solidFill>
                  <a:srgbClr val="212121"/>
                </a:solidFill>
                <a:latin typeface="Times New Roman"/>
                <a:cs typeface="Times New Roman"/>
              </a:rPr>
              <a:t> </a:t>
            </a:r>
            <a:r>
              <a:rPr sz="1000" dirty="0">
                <a:solidFill>
                  <a:srgbClr val="212121"/>
                </a:solidFill>
                <a:latin typeface="Times New Roman"/>
                <a:cs typeface="Times New Roman"/>
              </a:rPr>
              <a:t>R.,</a:t>
            </a:r>
            <a:r>
              <a:rPr sz="1000" spc="95" dirty="0">
                <a:solidFill>
                  <a:srgbClr val="212121"/>
                </a:solidFill>
                <a:latin typeface="Times New Roman"/>
                <a:cs typeface="Times New Roman"/>
              </a:rPr>
              <a:t> </a:t>
            </a:r>
            <a:r>
              <a:rPr sz="1000" dirty="0">
                <a:solidFill>
                  <a:srgbClr val="212121"/>
                </a:solidFill>
                <a:latin typeface="Times New Roman"/>
                <a:cs typeface="Times New Roman"/>
              </a:rPr>
              <a:t>Ahmad</a:t>
            </a:r>
            <a:r>
              <a:rPr sz="1000" spc="80" dirty="0">
                <a:solidFill>
                  <a:srgbClr val="212121"/>
                </a:solidFill>
                <a:latin typeface="Times New Roman"/>
                <a:cs typeface="Times New Roman"/>
              </a:rPr>
              <a:t> </a:t>
            </a:r>
            <a:r>
              <a:rPr sz="1000" dirty="0">
                <a:solidFill>
                  <a:srgbClr val="212121"/>
                </a:solidFill>
                <a:latin typeface="Times New Roman"/>
                <a:cs typeface="Times New Roman"/>
              </a:rPr>
              <a:t>R.</a:t>
            </a:r>
            <a:r>
              <a:rPr sz="1000" spc="95" dirty="0">
                <a:solidFill>
                  <a:srgbClr val="212121"/>
                </a:solidFill>
                <a:latin typeface="Times New Roman"/>
                <a:cs typeface="Times New Roman"/>
              </a:rPr>
              <a:t> </a:t>
            </a:r>
            <a:r>
              <a:rPr sz="1000" dirty="0">
                <a:solidFill>
                  <a:srgbClr val="212121"/>
                </a:solidFill>
                <a:latin typeface="Times New Roman"/>
                <a:cs typeface="Times New Roman"/>
              </a:rPr>
              <a:t>,</a:t>
            </a:r>
            <a:r>
              <a:rPr sz="1000" spc="425" dirty="0">
                <a:solidFill>
                  <a:srgbClr val="212121"/>
                </a:solidFill>
                <a:latin typeface="Times New Roman"/>
                <a:cs typeface="Times New Roman"/>
              </a:rPr>
              <a:t> </a:t>
            </a:r>
            <a:r>
              <a:rPr sz="1000" dirty="0">
                <a:solidFill>
                  <a:srgbClr val="212121"/>
                </a:solidFill>
                <a:latin typeface="Times New Roman"/>
                <a:cs typeface="Times New Roman"/>
              </a:rPr>
              <a:t>Jan</a:t>
            </a:r>
            <a:r>
              <a:rPr sz="1000" spc="105" dirty="0">
                <a:solidFill>
                  <a:srgbClr val="212121"/>
                </a:solidFill>
                <a:latin typeface="Times New Roman"/>
                <a:cs typeface="Times New Roman"/>
              </a:rPr>
              <a:t> </a:t>
            </a:r>
            <a:r>
              <a:rPr sz="1000" dirty="0">
                <a:solidFill>
                  <a:srgbClr val="212121"/>
                </a:solidFill>
                <a:latin typeface="Times New Roman"/>
                <a:cs typeface="Times New Roman"/>
              </a:rPr>
              <a:t>S.</a:t>
            </a:r>
            <a:r>
              <a:rPr sz="1000" spc="95" dirty="0">
                <a:solidFill>
                  <a:srgbClr val="212121"/>
                </a:solidFill>
                <a:latin typeface="Times New Roman"/>
                <a:cs typeface="Times New Roman"/>
              </a:rPr>
              <a:t> </a:t>
            </a:r>
            <a:r>
              <a:rPr sz="1000" dirty="0">
                <a:solidFill>
                  <a:srgbClr val="212121"/>
                </a:solidFill>
                <a:latin typeface="Times New Roman"/>
                <a:cs typeface="Times New Roman"/>
              </a:rPr>
              <a:t>A,</a:t>
            </a:r>
            <a:r>
              <a:rPr sz="1000" spc="95" dirty="0">
                <a:solidFill>
                  <a:srgbClr val="212121"/>
                </a:solidFill>
                <a:latin typeface="Times New Roman"/>
                <a:cs typeface="Times New Roman"/>
              </a:rPr>
              <a:t> </a:t>
            </a:r>
            <a:r>
              <a:rPr sz="1000" dirty="0">
                <a:solidFill>
                  <a:srgbClr val="212121"/>
                </a:solidFill>
                <a:latin typeface="Times New Roman"/>
                <a:cs typeface="Times New Roman"/>
              </a:rPr>
              <a:t>S.</a:t>
            </a:r>
            <a:r>
              <a:rPr sz="1000" spc="95" dirty="0">
                <a:solidFill>
                  <a:srgbClr val="212121"/>
                </a:solidFill>
                <a:latin typeface="Times New Roman"/>
                <a:cs typeface="Times New Roman"/>
              </a:rPr>
              <a:t> </a:t>
            </a:r>
            <a:r>
              <a:rPr sz="1000" dirty="0">
                <a:solidFill>
                  <a:srgbClr val="212121"/>
                </a:solidFill>
                <a:latin typeface="Times New Roman"/>
                <a:cs typeface="Times New Roman"/>
              </a:rPr>
              <a:t>J.,</a:t>
            </a:r>
            <a:r>
              <a:rPr sz="1000" spc="95" dirty="0">
                <a:solidFill>
                  <a:srgbClr val="212121"/>
                </a:solidFill>
                <a:latin typeface="Times New Roman"/>
                <a:cs typeface="Times New Roman"/>
              </a:rPr>
              <a:t> </a:t>
            </a:r>
            <a:r>
              <a:rPr sz="1000" dirty="0">
                <a:solidFill>
                  <a:srgbClr val="212121"/>
                </a:solidFill>
                <a:latin typeface="Times New Roman"/>
                <a:cs typeface="Times New Roman"/>
              </a:rPr>
              <a:t>&amp;</a:t>
            </a:r>
            <a:r>
              <a:rPr sz="1000" spc="65" dirty="0">
                <a:solidFill>
                  <a:srgbClr val="212121"/>
                </a:solidFill>
                <a:latin typeface="Times New Roman"/>
                <a:cs typeface="Times New Roman"/>
              </a:rPr>
              <a:t> </a:t>
            </a:r>
            <a:r>
              <a:rPr sz="1000" dirty="0">
                <a:solidFill>
                  <a:srgbClr val="212121"/>
                </a:solidFill>
                <a:latin typeface="Times New Roman"/>
                <a:cs typeface="Times New Roman"/>
              </a:rPr>
              <a:t>Anuar,</a:t>
            </a:r>
            <a:r>
              <a:rPr sz="1000" spc="95" dirty="0">
                <a:solidFill>
                  <a:srgbClr val="212121"/>
                </a:solidFill>
                <a:latin typeface="Times New Roman"/>
                <a:cs typeface="Times New Roman"/>
              </a:rPr>
              <a:t> </a:t>
            </a:r>
            <a:r>
              <a:rPr sz="1000" dirty="0">
                <a:solidFill>
                  <a:srgbClr val="212121"/>
                </a:solidFill>
                <a:latin typeface="Times New Roman"/>
                <a:cs typeface="Times New Roman"/>
              </a:rPr>
              <a:t>A.</a:t>
            </a:r>
            <a:r>
              <a:rPr sz="1000" spc="95" dirty="0">
                <a:solidFill>
                  <a:srgbClr val="212121"/>
                </a:solidFill>
                <a:latin typeface="Times New Roman"/>
                <a:cs typeface="Times New Roman"/>
              </a:rPr>
              <a:t> </a:t>
            </a:r>
            <a:r>
              <a:rPr sz="1000" dirty="0">
                <a:solidFill>
                  <a:srgbClr val="212121"/>
                </a:solidFill>
                <a:latin typeface="Times New Roman"/>
                <a:cs typeface="Times New Roman"/>
              </a:rPr>
              <a:t>R.</a:t>
            </a:r>
            <a:r>
              <a:rPr sz="1000" spc="110" dirty="0">
                <a:solidFill>
                  <a:srgbClr val="212121"/>
                </a:solidFill>
                <a:latin typeface="Times New Roman"/>
                <a:cs typeface="Times New Roman"/>
              </a:rPr>
              <a:t> </a:t>
            </a:r>
            <a:r>
              <a:rPr sz="1000" dirty="0">
                <a:solidFill>
                  <a:srgbClr val="212121"/>
                </a:solidFill>
                <a:latin typeface="Times New Roman"/>
                <a:cs typeface="Times New Roman"/>
              </a:rPr>
              <a:t>(2016).</a:t>
            </a:r>
            <a:r>
              <a:rPr sz="1000" spc="95" dirty="0">
                <a:solidFill>
                  <a:srgbClr val="212121"/>
                </a:solidFill>
                <a:latin typeface="Times New Roman"/>
                <a:cs typeface="Times New Roman"/>
              </a:rPr>
              <a:t> </a:t>
            </a:r>
            <a:r>
              <a:rPr sz="1000" dirty="0">
                <a:solidFill>
                  <a:srgbClr val="212121"/>
                </a:solidFill>
                <a:latin typeface="Times New Roman"/>
                <a:cs typeface="Times New Roman"/>
              </a:rPr>
              <a:t>A</a:t>
            </a:r>
            <a:r>
              <a:rPr sz="1000" spc="75" dirty="0">
                <a:solidFill>
                  <a:srgbClr val="212121"/>
                </a:solidFill>
                <a:latin typeface="Times New Roman"/>
                <a:cs typeface="Times New Roman"/>
              </a:rPr>
              <a:t> </a:t>
            </a:r>
            <a:r>
              <a:rPr sz="1000" dirty="0">
                <a:solidFill>
                  <a:srgbClr val="212121"/>
                </a:solidFill>
                <a:latin typeface="Times New Roman"/>
                <a:cs typeface="Times New Roman"/>
              </a:rPr>
              <a:t>Review</a:t>
            </a:r>
            <a:r>
              <a:rPr sz="1000" spc="80" dirty="0">
                <a:solidFill>
                  <a:srgbClr val="212121"/>
                </a:solidFill>
                <a:latin typeface="Times New Roman"/>
                <a:cs typeface="Times New Roman"/>
              </a:rPr>
              <a:t> </a:t>
            </a:r>
            <a:r>
              <a:rPr sz="1000" dirty="0">
                <a:solidFill>
                  <a:srgbClr val="212121"/>
                </a:solidFill>
                <a:latin typeface="Times New Roman"/>
                <a:cs typeface="Times New Roman"/>
              </a:rPr>
              <a:t>on</a:t>
            </a:r>
            <a:r>
              <a:rPr sz="1000" spc="125" dirty="0">
                <a:solidFill>
                  <a:srgbClr val="212121"/>
                </a:solidFill>
                <a:latin typeface="Times New Roman"/>
                <a:cs typeface="Times New Roman"/>
              </a:rPr>
              <a:t> </a:t>
            </a:r>
            <a:r>
              <a:rPr sz="1000" dirty="0">
                <a:solidFill>
                  <a:srgbClr val="212121"/>
                </a:solidFill>
                <a:latin typeface="Times New Roman"/>
                <a:cs typeface="Times New Roman"/>
              </a:rPr>
              <a:t>Mechanism</a:t>
            </a:r>
            <a:r>
              <a:rPr sz="1000" spc="90" dirty="0">
                <a:solidFill>
                  <a:srgbClr val="212121"/>
                </a:solidFill>
                <a:latin typeface="Times New Roman"/>
                <a:cs typeface="Times New Roman"/>
              </a:rPr>
              <a:t> </a:t>
            </a:r>
            <a:r>
              <a:rPr sz="1000" dirty="0">
                <a:solidFill>
                  <a:srgbClr val="212121"/>
                </a:solidFill>
                <a:latin typeface="Times New Roman"/>
                <a:cs typeface="Times New Roman"/>
              </a:rPr>
              <a:t>of</a:t>
            </a:r>
            <a:r>
              <a:rPr sz="1000" spc="80" dirty="0">
                <a:solidFill>
                  <a:srgbClr val="212121"/>
                </a:solidFill>
                <a:latin typeface="Times New Roman"/>
                <a:cs typeface="Times New Roman"/>
              </a:rPr>
              <a:t> </a:t>
            </a:r>
            <a:r>
              <a:rPr sz="1000" dirty="0">
                <a:solidFill>
                  <a:srgbClr val="212121"/>
                </a:solidFill>
                <a:latin typeface="Times New Roman"/>
                <a:cs typeface="Times New Roman"/>
              </a:rPr>
              <a:t>Flood</a:t>
            </a:r>
            <a:r>
              <a:rPr sz="1000" spc="105" dirty="0">
                <a:solidFill>
                  <a:srgbClr val="212121"/>
                </a:solidFill>
                <a:latin typeface="Times New Roman"/>
                <a:cs typeface="Times New Roman"/>
              </a:rPr>
              <a:t> </a:t>
            </a:r>
            <a:r>
              <a:rPr sz="1000" spc="-10" dirty="0">
                <a:solidFill>
                  <a:srgbClr val="212121"/>
                </a:solidFill>
                <a:latin typeface="Times New Roman"/>
                <a:cs typeface="Times New Roman"/>
              </a:rPr>
              <a:t>Disaster Management</a:t>
            </a:r>
            <a:r>
              <a:rPr sz="1000" spc="-5" dirty="0">
                <a:solidFill>
                  <a:srgbClr val="212121"/>
                </a:solidFill>
                <a:latin typeface="Times New Roman"/>
                <a:cs typeface="Times New Roman"/>
              </a:rPr>
              <a:t> </a:t>
            </a:r>
            <a:r>
              <a:rPr sz="1000" dirty="0">
                <a:solidFill>
                  <a:srgbClr val="212121"/>
                </a:solidFill>
                <a:latin typeface="Times New Roman"/>
                <a:cs typeface="Times New Roman"/>
              </a:rPr>
              <a:t>in</a:t>
            </a:r>
            <a:r>
              <a:rPr sz="1000" spc="40" dirty="0">
                <a:solidFill>
                  <a:srgbClr val="212121"/>
                </a:solidFill>
                <a:latin typeface="Times New Roman"/>
                <a:cs typeface="Times New Roman"/>
              </a:rPr>
              <a:t> </a:t>
            </a:r>
            <a:r>
              <a:rPr sz="1000" dirty="0">
                <a:solidFill>
                  <a:srgbClr val="212121"/>
                </a:solidFill>
                <a:latin typeface="Times New Roman"/>
                <a:cs typeface="Times New Roman"/>
              </a:rPr>
              <a:t>Asia.</a:t>
            </a:r>
            <a:r>
              <a:rPr sz="1000" spc="30" dirty="0">
                <a:solidFill>
                  <a:srgbClr val="212121"/>
                </a:solidFill>
                <a:latin typeface="Times New Roman"/>
                <a:cs typeface="Times New Roman"/>
              </a:rPr>
              <a:t> </a:t>
            </a:r>
            <a:r>
              <a:rPr sz="1000" spc="-10" dirty="0">
                <a:solidFill>
                  <a:srgbClr val="212121"/>
                </a:solidFill>
                <a:latin typeface="Times New Roman"/>
                <a:cs typeface="Times New Roman"/>
              </a:rPr>
              <a:t>International</a:t>
            </a:r>
            <a:r>
              <a:rPr sz="1000" spc="-5" dirty="0">
                <a:solidFill>
                  <a:srgbClr val="212121"/>
                </a:solidFill>
                <a:latin typeface="Times New Roman"/>
                <a:cs typeface="Times New Roman"/>
              </a:rPr>
              <a:t> </a:t>
            </a:r>
            <a:r>
              <a:rPr sz="1000" dirty="0">
                <a:solidFill>
                  <a:srgbClr val="212121"/>
                </a:solidFill>
                <a:latin typeface="Times New Roman"/>
                <a:cs typeface="Times New Roman"/>
              </a:rPr>
              <a:t>Review</a:t>
            </a:r>
            <a:r>
              <a:rPr sz="1000" spc="10" dirty="0">
                <a:solidFill>
                  <a:srgbClr val="212121"/>
                </a:solidFill>
                <a:latin typeface="Times New Roman"/>
                <a:cs typeface="Times New Roman"/>
              </a:rPr>
              <a:t> </a:t>
            </a:r>
            <a:r>
              <a:rPr sz="1000" dirty="0">
                <a:solidFill>
                  <a:srgbClr val="212121"/>
                </a:solidFill>
                <a:latin typeface="Times New Roman"/>
                <a:cs typeface="Times New Roman"/>
              </a:rPr>
              <a:t>of</a:t>
            </a:r>
            <a:r>
              <a:rPr sz="1000" spc="-10" dirty="0">
                <a:solidFill>
                  <a:srgbClr val="212121"/>
                </a:solidFill>
                <a:latin typeface="Times New Roman"/>
                <a:cs typeface="Times New Roman"/>
              </a:rPr>
              <a:t> Management</a:t>
            </a:r>
            <a:r>
              <a:rPr sz="1000" dirty="0">
                <a:solidFill>
                  <a:srgbClr val="212121"/>
                </a:solidFill>
                <a:latin typeface="Times New Roman"/>
                <a:cs typeface="Times New Roman"/>
              </a:rPr>
              <a:t> and</a:t>
            </a:r>
            <a:r>
              <a:rPr sz="1000" spc="-10" dirty="0">
                <a:solidFill>
                  <a:srgbClr val="212121"/>
                </a:solidFill>
                <a:latin typeface="Times New Roman"/>
                <a:cs typeface="Times New Roman"/>
              </a:rPr>
              <a:t> Marketing,</a:t>
            </a:r>
            <a:r>
              <a:rPr sz="1000" spc="5" dirty="0">
                <a:solidFill>
                  <a:srgbClr val="212121"/>
                </a:solidFill>
                <a:latin typeface="Times New Roman"/>
                <a:cs typeface="Times New Roman"/>
              </a:rPr>
              <a:t> </a:t>
            </a:r>
            <a:r>
              <a:rPr sz="1000" dirty="0">
                <a:solidFill>
                  <a:srgbClr val="212121"/>
                </a:solidFill>
                <a:latin typeface="Times New Roman"/>
                <a:cs typeface="Times New Roman"/>
              </a:rPr>
              <a:t>6(1)</a:t>
            </a:r>
            <a:r>
              <a:rPr sz="1000" spc="-10" dirty="0">
                <a:solidFill>
                  <a:srgbClr val="212121"/>
                </a:solidFill>
                <a:latin typeface="Times New Roman"/>
                <a:cs typeface="Times New Roman"/>
              </a:rPr>
              <a:t> </a:t>
            </a:r>
            <a:r>
              <a:rPr sz="1000" dirty="0">
                <a:solidFill>
                  <a:srgbClr val="212121"/>
                </a:solidFill>
                <a:latin typeface="Times New Roman"/>
                <a:cs typeface="Times New Roman"/>
              </a:rPr>
              <a:t>(pp-</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29-</a:t>
            </a:r>
            <a:r>
              <a:rPr sz="1000" spc="-25" dirty="0">
                <a:solidFill>
                  <a:srgbClr val="212121"/>
                </a:solidFill>
                <a:latin typeface="Times New Roman"/>
                <a:cs typeface="Times New Roman"/>
              </a:rPr>
              <a:t>52)</a:t>
            </a:r>
            <a:endParaRPr sz="1000">
              <a:latin typeface="Times New Roman"/>
              <a:cs typeface="Times New Roman"/>
            </a:endParaRPr>
          </a:p>
          <a:p>
            <a:pPr marL="478155" indent="-456565" algn="just">
              <a:lnSpc>
                <a:spcPts val="1160"/>
              </a:lnSpc>
              <a:buAutoNum type="arabicPlain" startAt="8"/>
              <a:tabLst>
                <a:tab pos="478155" algn="l"/>
              </a:tabLst>
            </a:pPr>
            <a:r>
              <a:rPr sz="1000" dirty="0">
                <a:solidFill>
                  <a:srgbClr val="212121"/>
                </a:solidFill>
                <a:latin typeface="Times New Roman"/>
                <a:cs typeface="Times New Roman"/>
              </a:rPr>
              <a:t>Srivastava,</a:t>
            </a:r>
            <a:r>
              <a:rPr sz="1000" spc="-15" dirty="0">
                <a:solidFill>
                  <a:srgbClr val="212121"/>
                </a:solidFill>
                <a:latin typeface="Times New Roman"/>
                <a:cs typeface="Times New Roman"/>
              </a:rPr>
              <a:t> </a:t>
            </a:r>
            <a:r>
              <a:rPr sz="1000" dirty="0">
                <a:solidFill>
                  <a:srgbClr val="212121"/>
                </a:solidFill>
                <a:latin typeface="Times New Roman"/>
                <a:cs typeface="Times New Roman"/>
              </a:rPr>
              <a:t>Deeksha,</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Kesarwani</a:t>
            </a:r>
            <a:r>
              <a:rPr sz="1000" spc="-20" dirty="0">
                <a:solidFill>
                  <a:srgbClr val="212121"/>
                </a:solidFill>
                <a:latin typeface="Times New Roman"/>
                <a:cs typeface="Times New Roman"/>
              </a:rPr>
              <a:t> </a:t>
            </a:r>
            <a:r>
              <a:rPr sz="1000" dirty="0">
                <a:solidFill>
                  <a:srgbClr val="212121"/>
                </a:solidFill>
                <a:latin typeface="Times New Roman"/>
                <a:cs typeface="Times New Roman"/>
              </a:rPr>
              <a:t>Awanish,</a:t>
            </a:r>
            <a:r>
              <a:rPr sz="1000" spc="-10" dirty="0">
                <a:solidFill>
                  <a:srgbClr val="212121"/>
                </a:solidFill>
                <a:latin typeface="Times New Roman"/>
                <a:cs typeface="Times New Roman"/>
              </a:rPr>
              <a:t> </a:t>
            </a:r>
            <a:r>
              <a:rPr sz="1000" dirty="0">
                <a:solidFill>
                  <a:srgbClr val="212121"/>
                </a:solidFill>
                <a:latin typeface="Times New Roman"/>
                <a:cs typeface="Times New Roman"/>
              </a:rPr>
              <a:t>and</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Dubey</a:t>
            </a:r>
            <a:r>
              <a:rPr sz="1000" spc="-55" dirty="0">
                <a:solidFill>
                  <a:srgbClr val="212121"/>
                </a:solidFill>
                <a:latin typeface="Times New Roman"/>
                <a:cs typeface="Times New Roman"/>
              </a:rPr>
              <a:t> </a:t>
            </a:r>
            <a:r>
              <a:rPr sz="1000" dirty="0">
                <a:solidFill>
                  <a:srgbClr val="212121"/>
                </a:solidFill>
                <a:latin typeface="Times New Roman"/>
                <a:cs typeface="Times New Roman"/>
              </a:rPr>
              <a:t>Shivani</a:t>
            </a:r>
            <a:r>
              <a:rPr sz="1000" spc="10" dirty="0">
                <a:solidFill>
                  <a:srgbClr val="212121"/>
                </a:solidFill>
                <a:latin typeface="Times New Roman"/>
                <a:cs typeface="Times New Roman"/>
              </a:rPr>
              <a:t> </a:t>
            </a:r>
            <a:r>
              <a:rPr sz="1000" dirty="0">
                <a:solidFill>
                  <a:srgbClr val="212121"/>
                </a:solidFill>
                <a:latin typeface="Times New Roman"/>
                <a:cs typeface="Times New Roman"/>
              </a:rPr>
              <a:t>(2018)</a:t>
            </a:r>
            <a:r>
              <a:rPr sz="1000" spc="-30" dirty="0">
                <a:solidFill>
                  <a:srgbClr val="212121"/>
                </a:solidFill>
                <a:latin typeface="Times New Roman"/>
                <a:cs typeface="Times New Roman"/>
              </a:rPr>
              <a:t> </a:t>
            </a:r>
            <a:r>
              <a:rPr sz="1000" spc="-10" dirty="0">
                <a:solidFill>
                  <a:srgbClr val="212121"/>
                </a:solidFill>
                <a:latin typeface="Times New Roman"/>
                <a:cs typeface="Times New Roman"/>
              </a:rPr>
              <a:t>"Measurement</a:t>
            </a:r>
            <a:r>
              <a:rPr sz="1000" spc="-20" dirty="0">
                <a:solidFill>
                  <a:srgbClr val="212121"/>
                </a:solidFill>
                <a:latin typeface="Times New Roman"/>
                <a:cs typeface="Times New Roman"/>
              </a:rPr>
              <a:t> </a:t>
            </a:r>
            <a:r>
              <a:rPr sz="1000" dirty="0">
                <a:solidFill>
                  <a:srgbClr val="212121"/>
                </a:solidFill>
                <a:latin typeface="Times New Roman"/>
                <a:cs typeface="Times New Roman"/>
              </a:rPr>
              <a:t>of</a:t>
            </a:r>
            <a:r>
              <a:rPr sz="1000" spc="-25" dirty="0">
                <a:solidFill>
                  <a:srgbClr val="212121"/>
                </a:solidFill>
                <a:latin typeface="Times New Roman"/>
                <a:cs typeface="Times New Roman"/>
              </a:rPr>
              <a:t> </a:t>
            </a:r>
            <a:r>
              <a:rPr sz="1000" spc="-10" dirty="0">
                <a:solidFill>
                  <a:srgbClr val="212121"/>
                </a:solidFill>
                <a:latin typeface="Times New Roman"/>
                <a:cs typeface="Times New Roman"/>
              </a:rPr>
              <a:t>Temperature</a:t>
            </a:r>
            <a:r>
              <a:rPr sz="1000" spc="-45" dirty="0">
                <a:solidFill>
                  <a:srgbClr val="212121"/>
                </a:solidFill>
                <a:latin typeface="Times New Roman"/>
                <a:cs typeface="Times New Roman"/>
              </a:rPr>
              <a:t> </a:t>
            </a:r>
            <a:r>
              <a:rPr sz="1000" spc="-25" dirty="0">
                <a:solidFill>
                  <a:srgbClr val="212121"/>
                </a:solidFill>
                <a:latin typeface="Times New Roman"/>
                <a:cs typeface="Times New Roman"/>
              </a:rPr>
              <a:t>and</a:t>
            </a:r>
            <a:endParaRPr sz="1000">
              <a:latin typeface="Times New Roman"/>
              <a:cs typeface="Times New Roman"/>
            </a:endParaRPr>
          </a:p>
          <a:p>
            <a:pPr marL="19050" marR="5080" indent="-6985" algn="just">
              <a:lnSpc>
                <a:spcPct val="98100"/>
              </a:lnSpc>
              <a:spcBef>
                <a:spcPts val="50"/>
              </a:spcBef>
            </a:pPr>
            <a:r>
              <a:rPr sz="1000" dirty="0">
                <a:solidFill>
                  <a:srgbClr val="212121"/>
                </a:solidFill>
                <a:latin typeface="Times New Roman"/>
                <a:cs typeface="Times New Roman"/>
              </a:rPr>
              <a:t>Humidity</a:t>
            </a:r>
            <a:r>
              <a:rPr sz="1000" spc="-45" dirty="0">
                <a:solidFill>
                  <a:srgbClr val="212121"/>
                </a:solidFill>
                <a:latin typeface="Times New Roman"/>
                <a:cs typeface="Times New Roman"/>
              </a:rPr>
              <a:t> </a:t>
            </a:r>
            <a:r>
              <a:rPr sz="1000" dirty="0">
                <a:solidFill>
                  <a:srgbClr val="212121"/>
                </a:solidFill>
                <a:latin typeface="Times New Roman"/>
                <a:cs typeface="Times New Roman"/>
              </a:rPr>
              <a:t>by</a:t>
            </a:r>
            <a:r>
              <a:rPr sz="1000" spc="-40" dirty="0">
                <a:solidFill>
                  <a:srgbClr val="212121"/>
                </a:solidFill>
                <a:latin typeface="Times New Roman"/>
                <a:cs typeface="Times New Roman"/>
              </a:rPr>
              <a:t> </a:t>
            </a:r>
            <a:r>
              <a:rPr sz="1000" dirty="0">
                <a:solidFill>
                  <a:srgbClr val="212121"/>
                </a:solidFill>
                <a:latin typeface="Times New Roman"/>
                <a:cs typeface="Times New Roman"/>
              </a:rPr>
              <a:t>using</a:t>
            </a:r>
            <a:r>
              <a:rPr sz="1000" spc="-15" dirty="0">
                <a:solidFill>
                  <a:srgbClr val="212121"/>
                </a:solidFill>
                <a:latin typeface="Times New Roman"/>
                <a:cs typeface="Times New Roman"/>
              </a:rPr>
              <a:t> </a:t>
            </a:r>
            <a:r>
              <a:rPr sz="1000" dirty="0">
                <a:solidFill>
                  <a:srgbClr val="212121"/>
                </a:solidFill>
                <a:latin typeface="Times New Roman"/>
                <a:cs typeface="Times New Roman"/>
              </a:rPr>
              <a:t>Arduino</a:t>
            </a:r>
            <a:r>
              <a:rPr sz="1000" spc="-40" dirty="0">
                <a:solidFill>
                  <a:srgbClr val="212121"/>
                </a:solidFill>
                <a:latin typeface="Times New Roman"/>
                <a:cs typeface="Times New Roman"/>
              </a:rPr>
              <a:t> </a:t>
            </a:r>
            <a:r>
              <a:rPr sz="1000" dirty="0">
                <a:solidFill>
                  <a:srgbClr val="212121"/>
                </a:solidFill>
                <a:latin typeface="Times New Roman"/>
                <a:cs typeface="Times New Roman"/>
              </a:rPr>
              <a:t>Tool</a:t>
            </a:r>
            <a:r>
              <a:rPr sz="1000" spc="5" dirty="0">
                <a:solidFill>
                  <a:srgbClr val="212121"/>
                </a:solidFill>
                <a:latin typeface="Times New Roman"/>
                <a:cs typeface="Times New Roman"/>
              </a:rPr>
              <a:t> </a:t>
            </a:r>
            <a:r>
              <a:rPr sz="1000" dirty="0">
                <a:solidFill>
                  <a:srgbClr val="212121"/>
                </a:solidFill>
                <a:latin typeface="Times New Roman"/>
                <a:cs typeface="Times New Roman"/>
              </a:rPr>
              <a:t>and</a:t>
            </a:r>
            <a:r>
              <a:rPr sz="1000" spc="-15" dirty="0">
                <a:solidFill>
                  <a:srgbClr val="212121"/>
                </a:solidFill>
                <a:latin typeface="Times New Roman"/>
                <a:cs typeface="Times New Roman"/>
              </a:rPr>
              <a:t> </a:t>
            </a:r>
            <a:r>
              <a:rPr sz="1000" dirty="0">
                <a:solidFill>
                  <a:srgbClr val="212121"/>
                </a:solidFill>
                <a:latin typeface="Times New Roman"/>
                <a:cs typeface="Times New Roman"/>
              </a:rPr>
              <a:t>DHT11."</a:t>
            </a:r>
            <a:r>
              <a:rPr sz="1000" spc="-20" dirty="0">
                <a:solidFill>
                  <a:srgbClr val="212121"/>
                </a:solidFill>
                <a:latin typeface="Times New Roman"/>
                <a:cs typeface="Times New Roman"/>
              </a:rPr>
              <a:t> </a:t>
            </a:r>
            <a:r>
              <a:rPr sz="1000" dirty="0">
                <a:solidFill>
                  <a:srgbClr val="212121"/>
                </a:solidFill>
                <a:latin typeface="Times New Roman"/>
                <a:cs typeface="Times New Roman"/>
              </a:rPr>
              <a:t>International</a:t>
            </a:r>
            <a:r>
              <a:rPr sz="1000" spc="-10" dirty="0">
                <a:solidFill>
                  <a:srgbClr val="212121"/>
                </a:solidFill>
                <a:latin typeface="Times New Roman"/>
                <a:cs typeface="Times New Roman"/>
              </a:rPr>
              <a:t> </a:t>
            </a:r>
            <a:r>
              <a:rPr sz="1000" dirty="0">
                <a:solidFill>
                  <a:srgbClr val="212121"/>
                </a:solidFill>
                <a:latin typeface="Times New Roman"/>
                <a:cs typeface="Times New Roman"/>
              </a:rPr>
              <a:t>Research</a:t>
            </a:r>
            <a:r>
              <a:rPr sz="1000" spc="5" dirty="0">
                <a:solidFill>
                  <a:srgbClr val="212121"/>
                </a:solidFill>
                <a:latin typeface="Times New Roman"/>
                <a:cs typeface="Times New Roman"/>
              </a:rPr>
              <a:t> </a:t>
            </a:r>
            <a:r>
              <a:rPr sz="1000" dirty="0">
                <a:solidFill>
                  <a:srgbClr val="212121"/>
                </a:solidFill>
                <a:latin typeface="Times New Roman"/>
                <a:cs typeface="Times New Roman"/>
              </a:rPr>
              <a:t>Journal</a:t>
            </a:r>
            <a:r>
              <a:rPr sz="1000" spc="-10" dirty="0">
                <a:solidFill>
                  <a:srgbClr val="212121"/>
                </a:solidFill>
                <a:latin typeface="Times New Roman"/>
                <a:cs typeface="Times New Roman"/>
              </a:rPr>
              <a:t> </a:t>
            </a:r>
            <a:r>
              <a:rPr sz="1000" dirty="0">
                <a:solidFill>
                  <a:srgbClr val="212121"/>
                </a:solidFill>
                <a:latin typeface="Times New Roman"/>
                <a:cs typeface="Times New Roman"/>
              </a:rPr>
              <a:t>of</a:t>
            </a:r>
            <a:r>
              <a:rPr sz="1000" spc="-20" dirty="0">
                <a:solidFill>
                  <a:srgbClr val="212121"/>
                </a:solidFill>
                <a:latin typeface="Times New Roman"/>
                <a:cs typeface="Times New Roman"/>
              </a:rPr>
              <a:t> </a:t>
            </a:r>
            <a:r>
              <a:rPr sz="1000" dirty="0">
                <a:solidFill>
                  <a:srgbClr val="212121"/>
                </a:solidFill>
                <a:latin typeface="Times New Roman"/>
                <a:cs typeface="Times New Roman"/>
              </a:rPr>
              <a:t>Engineering</a:t>
            </a:r>
            <a:r>
              <a:rPr sz="1000" spc="-40" dirty="0">
                <a:solidFill>
                  <a:srgbClr val="212121"/>
                </a:solidFill>
                <a:latin typeface="Times New Roman"/>
                <a:cs typeface="Times New Roman"/>
              </a:rPr>
              <a:t> </a:t>
            </a:r>
            <a:r>
              <a:rPr sz="1000" dirty="0">
                <a:solidFill>
                  <a:srgbClr val="212121"/>
                </a:solidFill>
                <a:latin typeface="Times New Roman"/>
                <a:cs typeface="Times New Roman"/>
              </a:rPr>
              <a:t>and</a:t>
            </a:r>
            <a:r>
              <a:rPr sz="1000" spc="-40" dirty="0">
                <a:solidFill>
                  <a:srgbClr val="212121"/>
                </a:solidFill>
                <a:latin typeface="Times New Roman"/>
                <a:cs typeface="Times New Roman"/>
              </a:rPr>
              <a:t> </a:t>
            </a:r>
            <a:r>
              <a:rPr sz="1000" dirty="0">
                <a:solidFill>
                  <a:srgbClr val="212121"/>
                </a:solidFill>
                <a:latin typeface="Times New Roman"/>
                <a:cs typeface="Times New Roman"/>
              </a:rPr>
              <a:t>Technology</a:t>
            </a:r>
            <a:r>
              <a:rPr sz="1000" spc="-40" dirty="0">
                <a:solidFill>
                  <a:srgbClr val="212121"/>
                </a:solidFill>
                <a:latin typeface="Times New Roman"/>
                <a:cs typeface="Times New Roman"/>
              </a:rPr>
              <a:t> </a:t>
            </a:r>
            <a:r>
              <a:rPr sz="1000" dirty="0">
                <a:solidFill>
                  <a:srgbClr val="212121"/>
                </a:solidFill>
                <a:latin typeface="Times New Roman"/>
                <a:cs typeface="Times New Roman"/>
              </a:rPr>
              <a:t>(IRJET)</a:t>
            </a:r>
            <a:r>
              <a:rPr sz="1000" spc="-20" dirty="0">
                <a:solidFill>
                  <a:srgbClr val="212121"/>
                </a:solidFill>
                <a:latin typeface="Times New Roman"/>
                <a:cs typeface="Times New Roman"/>
              </a:rPr>
              <a:t> </a:t>
            </a:r>
            <a:r>
              <a:rPr sz="1000" dirty="0">
                <a:solidFill>
                  <a:srgbClr val="212121"/>
                </a:solidFill>
                <a:latin typeface="Times New Roman"/>
                <a:cs typeface="Times New Roman"/>
              </a:rPr>
              <a:t>5.12</a:t>
            </a:r>
            <a:r>
              <a:rPr sz="1000" spc="-15" dirty="0">
                <a:solidFill>
                  <a:srgbClr val="212121"/>
                </a:solidFill>
                <a:latin typeface="Times New Roman"/>
                <a:cs typeface="Times New Roman"/>
              </a:rPr>
              <a:t> </a:t>
            </a:r>
            <a:r>
              <a:rPr sz="1000" dirty="0">
                <a:solidFill>
                  <a:srgbClr val="212121"/>
                </a:solidFill>
                <a:latin typeface="Times New Roman"/>
                <a:cs typeface="Times New Roman"/>
              </a:rPr>
              <a:t>(pp-</a:t>
            </a:r>
            <a:r>
              <a:rPr sz="1000" spc="-20" dirty="0">
                <a:solidFill>
                  <a:srgbClr val="212121"/>
                </a:solidFill>
                <a:latin typeface="Times New Roman"/>
                <a:cs typeface="Times New Roman"/>
              </a:rPr>
              <a:t>876- </a:t>
            </a:r>
            <a:r>
              <a:rPr sz="1000" dirty="0">
                <a:solidFill>
                  <a:srgbClr val="212121"/>
                </a:solidFill>
                <a:latin typeface="Times New Roman"/>
                <a:cs typeface="Times New Roman"/>
              </a:rPr>
              <a:t>878).</a:t>
            </a:r>
            <a:r>
              <a:rPr sz="1000" spc="-65" dirty="0">
                <a:solidFill>
                  <a:srgbClr val="212121"/>
                </a:solidFill>
                <a:latin typeface="Times New Roman"/>
                <a:cs typeface="Times New Roman"/>
              </a:rPr>
              <a:t> </a:t>
            </a:r>
            <a:r>
              <a:rPr sz="1000" spc="-10" dirty="0">
                <a:solidFill>
                  <a:srgbClr val="212121"/>
                </a:solidFill>
                <a:latin typeface="Times New Roman"/>
                <a:cs typeface="Times New Roman"/>
              </a:rPr>
              <a:t>[10]</a:t>
            </a:r>
            <a:r>
              <a:rPr sz="1000" spc="-50" dirty="0">
                <a:solidFill>
                  <a:srgbClr val="212121"/>
                </a:solidFill>
                <a:latin typeface="Times New Roman"/>
                <a:cs typeface="Times New Roman"/>
              </a:rPr>
              <a:t> </a:t>
            </a:r>
            <a:r>
              <a:rPr sz="1000" spc="-10" dirty="0">
                <a:solidFill>
                  <a:srgbClr val="212121"/>
                </a:solidFill>
                <a:latin typeface="Times New Roman"/>
                <a:cs typeface="Times New Roman"/>
              </a:rPr>
              <a:t>Ghasemi,</a:t>
            </a:r>
            <a:r>
              <a:rPr sz="1000" spc="-55" dirty="0">
                <a:solidFill>
                  <a:srgbClr val="212121"/>
                </a:solidFill>
                <a:latin typeface="Times New Roman"/>
                <a:cs typeface="Times New Roman"/>
              </a:rPr>
              <a:t> </a:t>
            </a:r>
            <a:r>
              <a:rPr sz="1000" spc="-10" dirty="0">
                <a:solidFill>
                  <a:srgbClr val="212121"/>
                </a:solidFill>
                <a:latin typeface="Times New Roman"/>
                <a:cs typeface="Times New Roman"/>
              </a:rPr>
              <a:t>Parisa,</a:t>
            </a:r>
            <a:r>
              <a:rPr sz="1000" spc="-50" dirty="0">
                <a:solidFill>
                  <a:srgbClr val="212121"/>
                </a:solidFill>
                <a:latin typeface="Times New Roman"/>
                <a:cs typeface="Times New Roman"/>
              </a:rPr>
              <a:t> </a:t>
            </a:r>
            <a:r>
              <a:rPr sz="1000" spc="-10" dirty="0">
                <a:solidFill>
                  <a:srgbClr val="212121"/>
                </a:solidFill>
                <a:latin typeface="Times New Roman"/>
                <a:cs typeface="Times New Roman"/>
              </a:rPr>
              <a:t>and</a:t>
            </a:r>
            <a:r>
              <a:rPr sz="1000" spc="-55" dirty="0">
                <a:solidFill>
                  <a:srgbClr val="212121"/>
                </a:solidFill>
                <a:latin typeface="Times New Roman"/>
                <a:cs typeface="Times New Roman"/>
              </a:rPr>
              <a:t> </a:t>
            </a:r>
            <a:r>
              <a:rPr sz="1000" spc="-10" dirty="0">
                <a:solidFill>
                  <a:srgbClr val="212121"/>
                </a:solidFill>
                <a:latin typeface="Times New Roman"/>
                <a:cs typeface="Times New Roman"/>
              </a:rPr>
              <a:t>Karimian</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Noushin</a:t>
            </a:r>
            <a:r>
              <a:rPr sz="1000" dirty="0">
                <a:solidFill>
                  <a:srgbClr val="212121"/>
                </a:solidFill>
                <a:latin typeface="Times New Roman"/>
                <a:cs typeface="Times New Roman"/>
              </a:rPr>
              <a:t> </a:t>
            </a:r>
            <a:r>
              <a:rPr sz="1000" spc="-10" dirty="0">
                <a:solidFill>
                  <a:srgbClr val="212121"/>
                </a:solidFill>
                <a:latin typeface="Times New Roman"/>
                <a:cs typeface="Times New Roman"/>
              </a:rPr>
              <a:t>(2020).</a:t>
            </a:r>
            <a:r>
              <a:rPr sz="1000" spc="-15" dirty="0">
                <a:solidFill>
                  <a:srgbClr val="212121"/>
                </a:solidFill>
                <a:latin typeface="Times New Roman"/>
                <a:cs typeface="Times New Roman"/>
              </a:rPr>
              <a:t> </a:t>
            </a:r>
            <a:r>
              <a:rPr sz="1000" spc="-50" dirty="0">
                <a:solidFill>
                  <a:srgbClr val="212121"/>
                </a:solidFill>
                <a:latin typeface="Times New Roman"/>
                <a:cs typeface="Times New Roman"/>
              </a:rPr>
              <a:t>"A</a:t>
            </a:r>
            <a:r>
              <a:rPr sz="1000" spc="-10" dirty="0">
                <a:solidFill>
                  <a:srgbClr val="212121"/>
                </a:solidFill>
                <a:latin typeface="Times New Roman"/>
                <a:cs typeface="Times New Roman"/>
              </a:rPr>
              <a:t> Qualitative</a:t>
            </a:r>
            <a:r>
              <a:rPr sz="1000" spc="-45" dirty="0">
                <a:solidFill>
                  <a:srgbClr val="212121"/>
                </a:solidFill>
                <a:latin typeface="Times New Roman"/>
                <a:cs typeface="Times New Roman"/>
              </a:rPr>
              <a:t> </a:t>
            </a:r>
            <a:r>
              <a:rPr sz="1000" spc="-10" dirty="0">
                <a:solidFill>
                  <a:srgbClr val="212121"/>
                </a:solidFill>
                <a:latin typeface="Times New Roman"/>
                <a:cs typeface="Times New Roman"/>
              </a:rPr>
              <a:t>Study</a:t>
            </a:r>
            <a:r>
              <a:rPr sz="1000" spc="-50" dirty="0">
                <a:solidFill>
                  <a:srgbClr val="212121"/>
                </a:solidFill>
                <a:latin typeface="Times New Roman"/>
                <a:cs typeface="Times New Roman"/>
              </a:rPr>
              <a:t> </a:t>
            </a:r>
            <a:r>
              <a:rPr sz="1000" spc="-30" dirty="0">
                <a:solidFill>
                  <a:srgbClr val="212121"/>
                </a:solidFill>
                <a:latin typeface="Times New Roman"/>
                <a:cs typeface="Times New Roman"/>
              </a:rPr>
              <a:t>of</a:t>
            </a:r>
            <a:r>
              <a:rPr sz="1000" spc="-35" dirty="0">
                <a:solidFill>
                  <a:srgbClr val="212121"/>
                </a:solidFill>
                <a:latin typeface="Times New Roman"/>
                <a:cs typeface="Times New Roman"/>
              </a:rPr>
              <a:t> </a:t>
            </a:r>
            <a:r>
              <a:rPr sz="1000" spc="-10" dirty="0">
                <a:solidFill>
                  <a:srgbClr val="212121"/>
                </a:solidFill>
                <a:latin typeface="Times New Roman"/>
                <a:cs typeface="Times New Roman"/>
              </a:rPr>
              <a:t>Various</a:t>
            </a:r>
            <a:r>
              <a:rPr sz="1000" spc="-35" dirty="0">
                <a:solidFill>
                  <a:srgbClr val="212121"/>
                </a:solidFill>
                <a:latin typeface="Times New Roman"/>
                <a:cs typeface="Times New Roman"/>
              </a:rPr>
              <a:t> </a:t>
            </a:r>
            <a:r>
              <a:rPr sz="1000" spc="-10" dirty="0">
                <a:solidFill>
                  <a:srgbClr val="212121"/>
                </a:solidFill>
                <a:latin typeface="Times New Roman"/>
                <a:cs typeface="Times New Roman"/>
              </a:rPr>
              <a:t>Aspects</a:t>
            </a:r>
            <a:r>
              <a:rPr sz="1000" spc="-40" dirty="0">
                <a:solidFill>
                  <a:srgbClr val="212121"/>
                </a:solidFill>
                <a:latin typeface="Times New Roman"/>
                <a:cs typeface="Times New Roman"/>
              </a:rPr>
              <a:t> </a:t>
            </a:r>
            <a:r>
              <a:rPr sz="1000" spc="-30" dirty="0">
                <a:solidFill>
                  <a:srgbClr val="212121"/>
                </a:solidFill>
                <a:latin typeface="Times New Roman"/>
                <a:cs typeface="Times New Roman"/>
              </a:rPr>
              <a:t>of </a:t>
            </a:r>
            <a:r>
              <a:rPr sz="1000" dirty="0">
                <a:solidFill>
                  <a:srgbClr val="212121"/>
                </a:solidFill>
                <a:latin typeface="Times New Roman"/>
                <a:cs typeface="Times New Roman"/>
              </a:rPr>
              <a:t>the</a:t>
            </a:r>
            <a:r>
              <a:rPr sz="1000" spc="-45" dirty="0">
                <a:solidFill>
                  <a:srgbClr val="212121"/>
                </a:solidFill>
                <a:latin typeface="Times New Roman"/>
                <a:cs typeface="Times New Roman"/>
              </a:rPr>
              <a:t> </a:t>
            </a:r>
            <a:r>
              <a:rPr sz="1000" spc="-10" dirty="0">
                <a:solidFill>
                  <a:srgbClr val="212121"/>
                </a:solidFill>
                <a:latin typeface="Times New Roman"/>
                <a:cs typeface="Times New Roman"/>
              </a:rPr>
              <a:t>Application</a:t>
            </a:r>
            <a:r>
              <a:rPr sz="1000" spc="-5" dirty="0">
                <a:solidFill>
                  <a:srgbClr val="212121"/>
                </a:solidFill>
                <a:latin typeface="Times New Roman"/>
                <a:cs typeface="Times New Roman"/>
              </a:rPr>
              <a:t> </a:t>
            </a:r>
            <a:r>
              <a:rPr sz="1000" spc="-55" dirty="0">
                <a:solidFill>
                  <a:srgbClr val="212121"/>
                </a:solidFill>
                <a:latin typeface="Times New Roman"/>
                <a:cs typeface="Times New Roman"/>
              </a:rPr>
              <a:t>of</a:t>
            </a:r>
            <a:r>
              <a:rPr sz="1000" spc="-5" dirty="0">
                <a:solidFill>
                  <a:srgbClr val="212121"/>
                </a:solidFill>
                <a:latin typeface="Times New Roman"/>
                <a:cs typeface="Times New Roman"/>
              </a:rPr>
              <a:t> </a:t>
            </a:r>
            <a:r>
              <a:rPr sz="1000" dirty="0">
                <a:solidFill>
                  <a:srgbClr val="212121"/>
                </a:solidFill>
                <a:latin typeface="Times New Roman"/>
                <a:cs typeface="Times New Roman"/>
              </a:rPr>
              <a:t>IoT</a:t>
            </a:r>
            <a:r>
              <a:rPr sz="1000" spc="-20" dirty="0">
                <a:solidFill>
                  <a:srgbClr val="212121"/>
                </a:solidFill>
                <a:latin typeface="Times New Roman"/>
                <a:cs typeface="Times New Roman"/>
              </a:rPr>
              <a:t> </a:t>
            </a:r>
            <a:r>
              <a:rPr sz="1000" dirty="0">
                <a:solidFill>
                  <a:srgbClr val="212121"/>
                </a:solidFill>
                <a:latin typeface="Times New Roman"/>
                <a:cs typeface="Times New Roman"/>
              </a:rPr>
              <a:t>in </a:t>
            </a:r>
            <a:r>
              <a:rPr sz="1000" spc="-10" dirty="0">
                <a:solidFill>
                  <a:srgbClr val="212121"/>
                </a:solidFill>
                <a:latin typeface="Times New Roman"/>
                <a:cs typeface="Times New Roman"/>
              </a:rPr>
              <a:t>Disaster </a:t>
            </a:r>
            <a:r>
              <a:rPr sz="1000" dirty="0">
                <a:solidFill>
                  <a:srgbClr val="212121"/>
                </a:solidFill>
                <a:latin typeface="Times New Roman"/>
                <a:cs typeface="Times New Roman"/>
              </a:rPr>
              <a:t>Management."</a:t>
            </a:r>
            <a:r>
              <a:rPr sz="1000" spc="-45" dirty="0">
                <a:solidFill>
                  <a:srgbClr val="212121"/>
                </a:solidFill>
                <a:latin typeface="Times New Roman"/>
                <a:cs typeface="Times New Roman"/>
              </a:rPr>
              <a:t> </a:t>
            </a:r>
            <a:r>
              <a:rPr sz="1000" dirty="0">
                <a:solidFill>
                  <a:srgbClr val="212121"/>
                </a:solidFill>
                <a:latin typeface="Times New Roman"/>
                <a:cs typeface="Times New Roman"/>
              </a:rPr>
              <a:t>2020</a:t>
            </a:r>
            <a:r>
              <a:rPr sz="1000" spc="-45" dirty="0">
                <a:solidFill>
                  <a:srgbClr val="212121"/>
                </a:solidFill>
                <a:latin typeface="Times New Roman"/>
                <a:cs typeface="Times New Roman"/>
              </a:rPr>
              <a:t> </a:t>
            </a:r>
            <a:r>
              <a:rPr sz="1000" dirty="0">
                <a:solidFill>
                  <a:srgbClr val="212121"/>
                </a:solidFill>
                <a:latin typeface="Times New Roman"/>
                <a:cs typeface="Times New Roman"/>
              </a:rPr>
              <a:t>6th</a:t>
            </a:r>
            <a:r>
              <a:rPr sz="1000" spc="5" dirty="0">
                <a:solidFill>
                  <a:srgbClr val="212121"/>
                </a:solidFill>
                <a:latin typeface="Times New Roman"/>
                <a:cs typeface="Times New Roman"/>
              </a:rPr>
              <a:t> </a:t>
            </a:r>
            <a:r>
              <a:rPr sz="1000" spc="-10" dirty="0">
                <a:solidFill>
                  <a:srgbClr val="212121"/>
                </a:solidFill>
                <a:latin typeface="Times New Roman"/>
                <a:cs typeface="Times New Roman"/>
              </a:rPr>
              <a:t>International</a:t>
            </a:r>
            <a:endParaRPr sz="1000">
              <a:latin typeface="Times New Roman"/>
              <a:cs typeface="Times New Roman"/>
            </a:endParaRPr>
          </a:p>
          <a:p>
            <a:pPr marL="12700" algn="just">
              <a:lnSpc>
                <a:spcPct val="100000"/>
              </a:lnSpc>
              <a:spcBef>
                <a:spcPts val="25"/>
              </a:spcBef>
            </a:pPr>
            <a:r>
              <a:rPr sz="1000" dirty="0">
                <a:solidFill>
                  <a:srgbClr val="212121"/>
                </a:solidFill>
                <a:latin typeface="Times New Roman"/>
                <a:cs typeface="Times New Roman"/>
              </a:rPr>
              <a:t>Conference</a:t>
            </a:r>
            <a:r>
              <a:rPr sz="1000" spc="445" dirty="0">
                <a:solidFill>
                  <a:srgbClr val="212121"/>
                </a:solidFill>
                <a:latin typeface="Times New Roman"/>
                <a:cs typeface="Times New Roman"/>
              </a:rPr>
              <a:t>   </a:t>
            </a:r>
            <a:r>
              <a:rPr sz="1000" dirty="0">
                <a:solidFill>
                  <a:srgbClr val="212121"/>
                </a:solidFill>
                <a:latin typeface="Times New Roman"/>
                <a:cs typeface="Times New Roman"/>
              </a:rPr>
              <a:t>on</a:t>
            </a:r>
            <a:r>
              <a:rPr sz="1000" spc="445" dirty="0">
                <a:solidFill>
                  <a:srgbClr val="212121"/>
                </a:solidFill>
                <a:latin typeface="Times New Roman"/>
                <a:cs typeface="Times New Roman"/>
              </a:rPr>
              <a:t>   </a:t>
            </a:r>
            <a:r>
              <a:rPr sz="1000" dirty="0">
                <a:solidFill>
                  <a:srgbClr val="212121"/>
                </a:solidFill>
                <a:latin typeface="Times New Roman"/>
                <a:cs typeface="Times New Roman"/>
              </a:rPr>
              <a:t>Web</a:t>
            </a:r>
            <a:r>
              <a:rPr sz="1000" spc="420" dirty="0">
                <a:solidFill>
                  <a:srgbClr val="212121"/>
                </a:solidFill>
                <a:latin typeface="Times New Roman"/>
                <a:cs typeface="Times New Roman"/>
              </a:rPr>
              <a:t>   </a:t>
            </a:r>
            <a:r>
              <a:rPr sz="1000" dirty="0">
                <a:solidFill>
                  <a:srgbClr val="212121"/>
                </a:solidFill>
                <a:latin typeface="Times New Roman"/>
                <a:cs typeface="Times New Roman"/>
              </a:rPr>
              <a:t>Research</a:t>
            </a:r>
            <a:r>
              <a:rPr sz="1000" spc="325" dirty="0">
                <a:solidFill>
                  <a:srgbClr val="212121"/>
                </a:solidFill>
                <a:latin typeface="Times New Roman"/>
                <a:cs typeface="Times New Roman"/>
              </a:rPr>
              <a:t>    </a:t>
            </a:r>
            <a:r>
              <a:rPr sz="1000" spc="-10" dirty="0">
                <a:solidFill>
                  <a:srgbClr val="212121"/>
                </a:solidFill>
                <a:latin typeface="Times New Roman"/>
                <a:cs typeface="Times New Roman"/>
              </a:rPr>
              <a:t>(ICWR).</a:t>
            </a:r>
            <a:endParaRPr sz="1000">
              <a:latin typeface="Times New Roman"/>
              <a:cs typeface="Times New Roman"/>
            </a:endParaRPr>
          </a:p>
          <a:p>
            <a:pPr marL="19050" marR="12700" indent="-6985" algn="just">
              <a:lnSpc>
                <a:spcPct val="99000"/>
              </a:lnSpc>
              <a:spcBef>
                <a:spcPts val="10"/>
              </a:spcBef>
            </a:pPr>
            <a:r>
              <a:rPr sz="1000" dirty="0">
                <a:solidFill>
                  <a:srgbClr val="212121"/>
                </a:solidFill>
                <a:latin typeface="Times New Roman"/>
                <a:cs typeface="Times New Roman"/>
              </a:rPr>
              <a:t>IEEE.(</a:t>
            </a:r>
            <a:r>
              <a:rPr sz="1000" b="1" dirty="0">
                <a:solidFill>
                  <a:srgbClr val="333333"/>
                </a:solidFill>
                <a:latin typeface="Times New Roman"/>
                <a:cs typeface="Times New Roman"/>
              </a:rPr>
              <a:t>DOI</a:t>
            </a:r>
            <a:r>
              <a:rPr sz="1000" b="1" dirty="0">
                <a:solidFill>
                  <a:srgbClr val="333333"/>
                </a:solidFill>
                <a:latin typeface="Times New Roman"/>
                <a:cs typeface="Times New Roman"/>
                <a:hlinkClick r:id="rId4"/>
              </a:rPr>
              <a:t>:</a:t>
            </a:r>
            <a:r>
              <a:rPr sz="1000" b="1" spc="-5" dirty="0">
                <a:solidFill>
                  <a:srgbClr val="333333"/>
                </a:solidFill>
                <a:latin typeface="Times New Roman"/>
                <a:cs typeface="Times New Roman"/>
              </a:rPr>
              <a:t> </a:t>
            </a:r>
            <a:r>
              <a:rPr sz="1000" spc="-10" dirty="0">
                <a:solidFill>
                  <a:srgbClr val="006699"/>
                </a:solidFill>
                <a:latin typeface="Times New Roman"/>
                <a:cs typeface="Times New Roman"/>
                <a:hlinkClick r:id="rId4"/>
              </a:rPr>
              <a:t>10.1109/ICWR49608.2020.9122323)</a:t>
            </a:r>
            <a:r>
              <a:rPr sz="1000" spc="-5" dirty="0">
                <a:solidFill>
                  <a:srgbClr val="006699"/>
                </a:solidFill>
                <a:latin typeface="Times New Roman"/>
                <a:cs typeface="Times New Roman"/>
              </a:rPr>
              <a:t> </a:t>
            </a:r>
            <a:r>
              <a:rPr sz="1000" dirty="0">
                <a:solidFill>
                  <a:srgbClr val="212121"/>
                </a:solidFill>
                <a:latin typeface="Times New Roman"/>
                <a:cs typeface="Times New Roman"/>
              </a:rPr>
              <a:t>[11]</a:t>
            </a:r>
            <a:r>
              <a:rPr sz="1000" spc="-10" dirty="0">
                <a:solidFill>
                  <a:srgbClr val="212121"/>
                </a:solidFill>
                <a:latin typeface="Times New Roman"/>
                <a:cs typeface="Times New Roman"/>
              </a:rPr>
              <a:t> </a:t>
            </a:r>
            <a:r>
              <a:rPr sz="1000" dirty="0">
                <a:solidFill>
                  <a:srgbClr val="212121"/>
                </a:solidFill>
                <a:latin typeface="Times New Roman"/>
                <a:cs typeface="Times New Roman"/>
              </a:rPr>
              <a:t>Mulik,</a:t>
            </a:r>
            <a:r>
              <a:rPr sz="1000" spc="5" dirty="0">
                <a:solidFill>
                  <a:srgbClr val="212121"/>
                </a:solidFill>
                <a:latin typeface="Times New Roman"/>
                <a:cs typeface="Times New Roman"/>
              </a:rPr>
              <a:t> </a:t>
            </a:r>
            <a:r>
              <a:rPr sz="1000" dirty="0">
                <a:solidFill>
                  <a:srgbClr val="212121"/>
                </a:solidFill>
                <a:latin typeface="Times New Roman"/>
                <a:cs typeface="Times New Roman"/>
              </a:rPr>
              <a:t>Sharad</a:t>
            </a:r>
            <a:r>
              <a:rPr sz="1000" spc="-10" dirty="0">
                <a:solidFill>
                  <a:srgbClr val="212121"/>
                </a:solidFill>
                <a:latin typeface="Times New Roman"/>
                <a:cs typeface="Times New Roman"/>
              </a:rPr>
              <a:t> </a:t>
            </a:r>
            <a:r>
              <a:rPr sz="1000" dirty="0">
                <a:solidFill>
                  <a:srgbClr val="212121"/>
                </a:solidFill>
                <a:latin typeface="Times New Roman"/>
                <a:cs typeface="Times New Roman"/>
              </a:rPr>
              <a:t>S.,</a:t>
            </a:r>
            <a:r>
              <a:rPr sz="1000" spc="10" dirty="0">
                <a:solidFill>
                  <a:srgbClr val="212121"/>
                </a:solidFill>
                <a:latin typeface="Times New Roman"/>
                <a:cs typeface="Times New Roman"/>
              </a:rPr>
              <a:t> </a:t>
            </a:r>
            <a:r>
              <a:rPr sz="1000" dirty="0">
                <a:solidFill>
                  <a:srgbClr val="212121"/>
                </a:solidFill>
                <a:latin typeface="Times New Roman"/>
                <a:cs typeface="Times New Roman"/>
              </a:rPr>
              <a:t>et</a:t>
            </a:r>
            <a:r>
              <a:rPr sz="1000" spc="-25" dirty="0">
                <a:solidFill>
                  <a:srgbClr val="212121"/>
                </a:solidFill>
                <a:latin typeface="Times New Roman"/>
                <a:cs typeface="Times New Roman"/>
              </a:rPr>
              <a:t> </a:t>
            </a:r>
            <a:r>
              <a:rPr sz="1000" dirty="0">
                <a:solidFill>
                  <a:srgbClr val="212121"/>
                </a:solidFill>
                <a:latin typeface="Times New Roman"/>
                <a:cs typeface="Times New Roman"/>
              </a:rPr>
              <a:t>al.(2021)</a:t>
            </a:r>
            <a:r>
              <a:rPr sz="1000" spc="-10" dirty="0">
                <a:solidFill>
                  <a:srgbClr val="212121"/>
                </a:solidFill>
                <a:latin typeface="Times New Roman"/>
                <a:cs typeface="Times New Roman"/>
              </a:rPr>
              <a:t> "Development</a:t>
            </a:r>
            <a:r>
              <a:rPr sz="1000" spc="-25" dirty="0">
                <a:solidFill>
                  <a:srgbClr val="212121"/>
                </a:solidFill>
                <a:latin typeface="Times New Roman"/>
                <a:cs typeface="Times New Roman"/>
              </a:rPr>
              <a:t> </a:t>
            </a:r>
            <a:r>
              <a:rPr sz="1000" dirty="0">
                <a:solidFill>
                  <a:srgbClr val="212121"/>
                </a:solidFill>
                <a:latin typeface="Times New Roman"/>
                <a:cs typeface="Times New Roman"/>
              </a:rPr>
              <a:t>and</a:t>
            </a:r>
            <a:r>
              <a:rPr sz="1000" spc="-10" dirty="0">
                <a:solidFill>
                  <a:srgbClr val="212121"/>
                </a:solidFill>
                <a:latin typeface="Times New Roman"/>
                <a:cs typeface="Times New Roman"/>
              </a:rPr>
              <a:t> experimental</a:t>
            </a:r>
            <a:r>
              <a:rPr sz="1000" dirty="0">
                <a:solidFill>
                  <a:srgbClr val="212121"/>
                </a:solidFill>
                <a:latin typeface="Times New Roman"/>
                <a:cs typeface="Times New Roman"/>
              </a:rPr>
              <a:t> </a:t>
            </a:r>
            <a:r>
              <a:rPr sz="1000" spc="-10" dirty="0">
                <a:solidFill>
                  <a:srgbClr val="212121"/>
                </a:solidFill>
                <a:latin typeface="Times New Roman"/>
                <a:cs typeface="Times New Roman"/>
              </a:rPr>
              <a:t>assessment</a:t>
            </a:r>
            <a:r>
              <a:rPr sz="1000" dirty="0">
                <a:solidFill>
                  <a:srgbClr val="212121"/>
                </a:solidFill>
                <a:latin typeface="Times New Roman"/>
                <a:cs typeface="Times New Roman"/>
              </a:rPr>
              <a:t> of</a:t>
            </a:r>
            <a:r>
              <a:rPr sz="1000" spc="-10" dirty="0">
                <a:solidFill>
                  <a:srgbClr val="212121"/>
                </a:solidFill>
                <a:latin typeface="Times New Roman"/>
                <a:cs typeface="Times New Roman"/>
              </a:rPr>
              <a:t> </a:t>
            </a:r>
            <a:r>
              <a:rPr sz="1000" spc="-50" dirty="0">
                <a:solidFill>
                  <a:srgbClr val="212121"/>
                </a:solidFill>
                <a:latin typeface="Times New Roman"/>
                <a:cs typeface="Times New Roman"/>
              </a:rPr>
              <a:t>a</a:t>
            </a:r>
            <a:r>
              <a:rPr sz="1000" dirty="0">
                <a:solidFill>
                  <a:srgbClr val="212121"/>
                </a:solidFill>
                <a:latin typeface="Times New Roman"/>
                <a:cs typeface="Times New Roman"/>
              </a:rPr>
              <a:t> fluid</a:t>
            </a:r>
            <a:r>
              <a:rPr sz="1000" spc="40" dirty="0">
                <a:solidFill>
                  <a:srgbClr val="212121"/>
                </a:solidFill>
                <a:latin typeface="Times New Roman"/>
                <a:cs typeface="Times New Roman"/>
              </a:rPr>
              <a:t> </a:t>
            </a:r>
            <a:r>
              <a:rPr sz="1000" dirty="0">
                <a:solidFill>
                  <a:srgbClr val="212121"/>
                </a:solidFill>
                <a:latin typeface="Times New Roman"/>
                <a:cs typeface="Times New Roman"/>
              </a:rPr>
              <a:t>flow</a:t>
            </a:r>
            <a:r>
              <a:rPr sz="1000" spc="20" dirty="0">
                <a:solidFill>
                  <a:srgbClr val="212121"/>
                </a:solidFill>
                <a:latin typeface="Times New Roman"/>
                <a:cs typeface="Times New Roman"/>
              </a:rPr>
              <a:t> </a:t>
            </a:r>
            <a:r>
              <a:rPr sz="1000" dirty="0">
                <a:solidFill>
                  <a:srgbClr val="212121"/>
                </a:solidFill>
                <a:latin typeface="Times New Roman"/>
                <a:cs typeface="Times New Roman"/>
              </a:rPr>
              <a:t>monitoring</a:t>
            </a:r>
            <a:r>
              <a:rPr sz="1000" spc="40" dirty="0">
                <a:solidFill>
                  <a:srgbClr val="212121"/>
                </a:solidFill>
                <a:latin typeface="Times New Roman"/>
                <a:cs typeface="Times New Roman"/>
              </a:rPr>
              <a:t> </a:t>
            </a:r>
            <a:r>
              <a:rPr sz="1000" dirty="0">
                <a:solidFill>
                  <a:srgbClr val="212121"/>
                </a:solidFill>
                <a:latin typeface="Times New Roman"/>
                <a:cs typeface="Times New Roman"/>
              </a:rPr>
              <a:t>system</a:t>
            </a:r>
            <a:r>
              <a:rPr sz="1000" spc="55" dirty="0">
                <a:solidFill>
                  <a:srgbClr val="212121"/>
                </a:solidFill>
                <a:latin typeface="Times New Roman"/>
                <a:cs typeface="Times New Roman"/>
              </a:rPr>
              <a:t> </a:t>
            </a:r>
            <a:r>
              <a:rPr sz="1000" dirty="0">
                <a:solidFill>
                  <a:srgbClr val="212121"/>
                </a:solidFill>
                <a:latin typeface="Times New Roman"/>
                <a:cs typeface="Times New Roman"/>
              </a:rPr>
              <a:t>using</a:t>
            </a:r>
            <a:r>
              <a:rPr sz="1000" spc="25" dirty="0">
                <a:solidFill>
                  <a:srgbClr val="212121"/>
                </a:solidFill>
                <a:latin typeface="Times New Roman"/>
                <a:cs typeface="Times New Roman"/>
              </a:rPr>
              <a:t> </a:t>
            </a:r>
            <a:r>
              <a:rPr sz="1000" dirty="0">
                <a:solidFill>
                  <a:srgbClr val="212121"/>
                </a:solidFill>
                <a:latin typeface="Times New Roman"/>
                <a:cs typeface="Times New Roman"/>
              </a:rPr>
              <a:t>flow</a:t>
            </a:r>
            <a:r>
              <a:rPr sz="1000" spc="15" dirty="0">
                <a:solidFill>
                  <a:srgbClr val="212121"/>
                </a:solidFill>
                <a:latin typeface="Times New Roman"/>
                <a:cs typeface="Times New Roman"/>
              </a:rPr>
              <a:t> </a:t>
            </a:r>
            <a:r>
              <a:rPr sz="1000" dirty="0">
                <a:solidFill>
                  <a:srgbClr val="212121"/>
                </a:solidFill>
                <a:latin typeface="Times New Roman"/>
                <a:cs typeface="Times New Roman"/>
              </a:rPr>
              <a:t>sensor</a:t>
            </a:r>
            <a:r>
              <a:rPr sz="1000" spc="70" dirty="0">
                <a:solidFill>
                  <a:srgbClr val="212121"/>
                </a:solidFill>
                <a:latin typeface="Times New Roman"/>
                <a:cs typeface="Times New Roman"/>
              </a:rPr>
              <a:t> </a:t>
            </a:r>
            <a:r>
              <a:rPr sz="1000" dirty="0">
                <a:solidFill>
                  <a:srgbClr val="212121"/>
                </a:solidFill>
                <a:latin typeface="Times New Roman"/>
                <a:cs typeface="Times New Roman"/>
              </a:rPr>
              <a:t>and</a:t>
            </a:r>
            <a:r>
              <a:rPr sz="1000" spc="25" dirty="0">
                <a:solidFill>
                  <a:srgbClr val="212121"/>
                </a:solidFill>
                <a:latin typeface="Times New Roman"/>
                <a:cs typeface="Times New Roman"/>
              </a:rPr>
              <a:t> </a:t>
            </a:r>
            <a:r>
              <a:rPr sz="1000" dirty="0">
                <a:solidFill>
                  <a:srgbClr val="212121"/>
                </a:solidFill>
                <a:latin typeface="Times New Roman"/>
                <a:cs typeface="Times New Roman"/>
              </a:rPr>
              <a:t>Arduino</a:t>
            </a:r>
            <a:r>
              <a:rPr sz="1000" spc="25" dirty="0">
                <a:solidFill>
                  <a:srgbClr val="212121"/>
                </a:solidFill>
                <a:latin typeface="Times New Roman"/>
                <a:cs typeface="Times New Roman"/>
              </a:rPr>
              <a:t> </a:t>
            </a:r>
            <a:r>
              <a:rPr sz="1000" dirty="0">
                <a:solidFill>
                  <a:srgbClr val="212121"/>
                </a:solidFill>
                <a:latin typeface="Times New Roman"/>
                <a:cs typeface="Times New Roman"/>
              </a:rPr>
              <a:t>interface."</a:t>
            </a:r>
            <a:r>
              <a:rPr sz="1000" spc="45" dirty="0">
                <a:solidFill>
                  <a:srgbClr val="212121"/>
                </a:solidFill>
                <a:latin typeface="Times New Roman"/>
                <a:cs typeface="Times New Roman"/>
              </a:rPr>
              <a:t> </a:t>
            </a:r>
            <a:r>
              <a:rPr sz="1000" dirty="0">
                <a:solidFill>
                  <a:srgbClr val="212121"/>
                </a:solidFill>
                <a:latin typeface="Times New Roman"/>
                <a:cs typeface="Times New Roman"/>
              </a:rPr>
              <a:t>Innovative</a:t>
            </a:r>
            <a:r>
              <a:rPr sz="1000" spc="30" dirty="0">
                <a:solidFill>
                  <a:srgbClr val="212121"/>
                </a:solidFill>
                <a:latin typeface="Times New Roman"/>
                <a:cs typeface="Times New Roman"/>
              </a:rPr>
              <a:t> </a:t>
            </a:r>
            <a:r>
              <a:rPr sz="1000" dirty="0">
                <a:solidFill>
                  <a:srgbClr val="212121"/>
                </a:solidFill>
                <a:latin typeface="Times New Roman"/>
                <a:cs typeface="Times New Roman"/>
              </a:rPr>
              <a:t>Design,</a:t>
            </a:r>
            <a:r>
              <a:rPr sz="1000" spc="55" dirty="0">
                <a:solidFill>
                  <a:srgbClr val="212121"/>
                </a:solidFill>
                <a:latin typeface="Times New Roman"/>
                <a:cs typeface="Times New Roman"/>
              </a:rPr>
              <a:t> </a:t>
            </a:r>
            <a:r>
              <a:rPr sz="1000" dirty="0">
                <a:solidFill>
                  <a:srgbClr val="212121"/>
                </a:solidFill>
                <a:latin typeface="Times New Roman"/>
                <a:cs typeface="Times New Roman"/>
              </a:rPr>
              <a:t>Analysis</a:t>
            </a:r>
            <a:r>
              <a:rPr sz="1000" spc="40" dirty="0">
                <a:solidFill>
                  <a:srgbClr val="212121"/>
                </a:solidFill>
                <a:latin typeface="Times New Roman"/>
                <a:cs typeface="Times New Roman"/>
              </a:rPr>
              <a:t> </a:t>
            </a:r>
            <a:r>
              <a:rPr sz="1000" dirty="0">
                <a:solidFill>
                  <a:srgbClr val="212121"/>
                </a:solidFill>
                <a:latin typeface="Times New Roman"/>
                <a:cs typeface="Times New Roman"/>
              </a:rPr>
              <a:t>and</a:t>
            </a:r>
            <a:r>
              <a:rPr sz="1000" spc="25" dirty="0">
                <a:solidFill>
                  <a:srgbClr val="212121"/>
                </a:solidFill>
                <a:latin typeface="Times New Roman"/>
                <a:cs typeface="Times New Roman"/>
              </a:rPr>
              <a:t> </a:t>
            </a:r>
            <a:r>
              <a:rPr sz="1000" dirty="0">
                <a:solidFill>
                  <a:srgbClr val="212121"/>
                </a:solidFill>
                <a:latin typeface="Times New Roman"/>
                <a:cs typeface="Times New Roman"/>
              </a:rPr>
              <a:t>Development</a:t>
            </a:r>
            <a:r>
              <a:rPr sz="1000" spc="30" dirty="0">
                <a:solidFill>
                  <a:srgbClr val="212121"/>
                </a:solidFill>
                <a:latin typeface="Times New Roman"/>
                <a:cs typeface="Times New Roman"/>
              </a:rPr>
              <a:t> </a:t>
            </a:r>
            <a:r>
              <a:rPr sz="1000" dirty="0">
                <a:solidFill>
                  <a:srgbClr val="212121"/>
                </a:solidFill>
                <a:latin typeface="Times New Roman"/>
                <a:cs typeface="Times New Roman"/>
              </a:rPr>
              <a:t>Practices</a:t>
            </a:r>
            <a:r>
              <a:rPr sz="1000" spc="40" dirty="0">
                <a:solidFill>
                  <a:srgbClr val="212121"/>
                </a:solidFill>
                <a:latin typeface="Times New Roman"/>
                <a:cs typeface="Times New Roman"/>
              </a:rPr>
              <a:t> </a:t>
            </a:r>
            <a:r>
              <a:rPr sz="1000" spc="-25" dirty="0">
                <a:solidFill>
                  <a:srgbClr val="212121"/>
                </a:solidFill>
                <a:latin typeface="Times New Roman"/>
                <a:cs typeface="Times New Roman"/>
              </a:rPr>
              <a:t>in </a:t>
            </a:r>
            <a:r>
              <a:rPr sz="1000" spc="-10" dirty="0">
                <a:solidFill>
                  <a:srgbClr val="212121"/>
                </a:solidFill>
                <a:latin typeface="Times New Roman"/>
                <a:cs typeface="Times New Roman"/>
              </a:rPr>
              <a:t>Aerospace </a:t>
            </a:r>
            <a:r>
              <a:rPr sz="1000" dirty="0">
                <a:solidFill>
                  <a:srgbClr val="212121"/>
                </a:solidFill>
                <a:latin typeface="Times New Roman"/>
                <a:cs typeface="Times New Roman"/>
              </a:rPr>
              <a:t>and</a:t>
            </a:r>
            <a:r>
              <a:rPr sz="1000" spc="10" dirty="0">
                <a:solidFill>
                  <a:srgbClr val="212121"/>
                </a:solidFill>
                <a:latin typeface="Times New Roman"/>
                <a:cs typeface="Times New Roman"/>
              </a:rPr>
              <a:t> </a:t>
            </a:r>
            <a:r>
              <a:rPr sz="1000" spc="-10" dirty="0">
                <a:solidFill>
                  <a:srgbClr val="212121"/>
                </a:solidFill>
                <a:latin typeface="Times New Roman"/>
                <a:cs typeface="Times New Roman"/>
              </a:rPr>
              <a:t>Automotive</a:t>
            </a:r>
            <a:r>
              <a:rPr sz="1000" spc="-5" dirty="0">
                <a:solidFill>
                  <a:srgbClr val="212121"/>
                </a:solidFill>
                <a:latin typeface="Times New Roman"/>
                <a:cs typeface="Times New Roman"/>
              </a:rPr>
              <a:t> </a:t>
            </a:r>
            <a:r>
              <a:rPr sz="1000" dirty="0">
                <a:solidFill>
                  <a:srgbClr val="212121"/>
                </a:solidFill>
                <a:latin typeface="Times New Roman"/>
                <a:cs typeface="Times New Roman"/>
              </a:rPr>
              <a:t>Engineering.</a:t>
            </a:r>
            <a:r>
              <a:rPr sz="1000" spc="20" dirty="0">
                <a:solidFill>
                  <a:srgbClr val="212121"/>
                </a:solidFill>
                <a:latin typeface="Times New Roman"/>
                <a:cs typeface="Times New Roman"/>
              </a:rPr>
              <a:t> </a:t>
            </a:r>
            <a:r>
              <a:rPr sz="1000" dirty="0">
                <a:solidFill>
                  <a:srgbClr val="212121"/>
                </a:solidFill>
                <a:latin typeface="Times New Roman"/>
                <a:cs typeface="Times New Roman"/>
              </a:rPr>
              <a:t>Springer, </a:t>
            </a:r>
            <a:r>
              <a:rPr sz="1000" spc="-10" dirty="0">
                <a:solidFill>
                  <a:srgbClr val="212121"/>
                </a:solidFill>
                <a:latin typeface="Times New Roman"/>
                <a:cs typeface="Times New Roman"/>
              </a:rPr>
              <a:t>Singapore</a:t>
            </a:r>
            <a:r>
              <a:rPr sz="1000" spc="-5" dirty="0">
                <a:solidFill>
                  <a:srgbClr val="212121"/>
                </a:solidFill>
                <a:latin typeface="Times New Roman"/>
                <a:cs typeface="Times New Roman"/>
              </a:rPr>
              <a:t> </a:t>
            </a:r>
            <a:r>
              <a:rPr sz="1000" dirty="0">
                <a:solidFill>
                  <a:srgbClr val="212121"/>
                </a:solidFill>
                <a:latin typeface="Times New Roman"/>
                <a:cs typeface="Times New Roman"/>
              </a:rPr>
              <a:t>(pp-</a:t>
            </a:r>
            <a:r>
              <a:rPr sz="1000" spc="-10" dirty="0">
                <a:solidFill>
                  <a:srgbClr val="212121"/>
                </a:solidFill>
                <a:latin typeface="Times New Roman"/>
                <a:cs typeface="Times New Roman"/>
              </a:rPr>
              <a:t>115-122).</a:t>
            </a:r>
            <a:endParaRPr sz="1000">
              <a:latin typeface="Times New Roman"/>
              <a:cs typeface="Times New Roman"/>
            </a:endParaRPr>
          </a:p>
          <a:p>
            <a:pPr marL="12700" algn="just">
              <a:lnSpc>
                <a:spcPts val="1190"/>
              </a:lnSpc>
            </a:pPr>
            <a:r>
              <a:rPr sz="1000" dirty="0">
                <a:solidFill>
                  <a:srgbClr val="212121"/>
                </a:solidFill>
                <a:latin typeface="Times New Roman"/>
                <a:cs typeface="Times New Roman"/>
              </a:rPr>
              <a:t>[12]</a:t>
            </a:r>
            <a:r>
              <a:rPr sz="1000" spc="10" dirty="0">
                <a:solidFill>
                  <a:srgbClr val="212121"/>
                </a:solidFill>
                <a:latin typeface="Times New Roman"/>
                <a:cs typeface="Times New Roman"/>
              </a:rPr>
              <a:t> </a:t>
            </a:r>
            <a:r>
              <a:rPr sz="1000" dirty="0">
                <a:latin typeface="Times New Roman"/>
                <a:cs typeface="Times New Roman"/>
              </a:rPr>
              <a:t>Zahir,</a:t>
            </a:r>
            <a:r>
              <a:rPr sz="1000" spc="15" dirty="0">
                <a:latin typeface="Times New Roman"/>
                <a:cs typeface="Times New Roman"/>
              </a:rPr>
              <a:t> </a:t>
            </a:r>
            <a:r>
              <a:rPr sz="1000" dirty="0">
                <a:latin typeface="Times New Roman"/>
                <a:cs typeface="Times New Roman"/>
              </a:rPr>
              <a:t>Binti</a:t>
            </a:r>
            <a:r>
              <a:rPr sz="1000" spc="10" dirty="0">
                <a:latin typeface="Times New Roman"/>
                <a:cs typeface="Times New Roman"/>
              </a:rPr>
              <a:t> </a:t>
            </a:r>
            <a:r>
              <a:rPr sz="1000" spc="-10" dirty="0">
                <a:latin typeface="Times New Roman"/>
                <a:cs typeface="Times New Roman"/>
              </a:rPr>
              <a:t>Shahirah,(2019),et </a:t>
            </a:r>
            <a:r>
              <a:rPr sz="1000" dirty="0">
                <a:latin typeface="Times New Roman"/>
                <a:cs typeface="Times New Roman"/>
              </a:rPr>
              <a:t>al. "Smart</a:t>
            </a:r>
            <a:r>
              <a:rPr sz="1000" spc="-10" dirty="0">
                <a:latin typeface="Times New Roman"/>
                <a:cs typeface="Times New Roman"/>
              </a:rPr>
              <a:t> </a:t>
            </a:r>
            <a:r>
              <a:rPr sz="1000" dirty="0">
                <a:latin typeface="Times New Roman"/>
                <a:cs typeface="Times New Roman"/>
              </a:rPr>
              <a:t>IoT</a:t>
            </a:r>
            <a:r>
              <a:rPr sz="1000" spc="10" dirty="0">
                <a:latin typeface="Times New Roman"/>
                <a:cs typeface="Times New Roman"/>
              </a:rPr>
              <a:t> </a:t>
            </a:r>
            <a:r>
              <a:rPr sz="1000" dirty="0">
                <a:latin typeface="Times New Roman"/>
                <a:cs typeface="Times New Roman"/>
              </a:rPr>
              <a:t>Flood</a:t>
            </a:r>
            <a:r>
              <a:rPr sz="1000" spc="5" dirty="0">
                <a:latin typeface="Times New Roman"/>
                <a:cs typeface="Times New Roman"/>
              </a:rPr>
              <a:t> </a:t>
            </a:r>
            <a:r>
              <a:rPr sz="1000" dirty="0">
                <a:latin typeface="Times New Roman"/>
                <a:cs typeface="Times New Roman"/>
              </a:rPr>
              <a:t>Monitoring</a:t>
            </a:r>
            <a:r>
              <a:rPr sz="1000" spc="-15" dirty="0">
                <a:latin typeface="Times New Roman"/>
                <a:cs typeface="Times New Roman"/>
              </a:rPr>
              <a:t> </a:t>
            </a:r>
            <a:r>
              <a:rPr sz="1000" dirty="0">
                <a:latin typeface="Times New Roman"/>
                <a:cs typeface="Times New Roman"/>
              </a:rPr>
              <a:t>System."</a:t>
            </a:r>
            <a:r>
              <a:rPr sz="1000" spc="5" dirty="0">
                <a:latin typeface="Times New Roman"/>
                <a:cs typeface="Times New Roman"/>
              </a:rPr>
              <a:t> </a:t>
            </a:r>
            <a:r>
              <a:rPr sz="1000" dirty="0">
                <a:latin typeface="Times New Roman"/>
                <a:cs typeface="Times New Roman"/>
              </a:rPr>
              <a:t>Journal</a:t>
            </a:r>
            <a:r>
              <a:rPr sz="1000" spc="10" dirty="0">
                <a:latin typeface="Times New Roman"/>
                <a:cs typeface="Times New Roman"/>
              </a:rPr>
              <a:t> </a:t>
            </a:r>
            <a:r>
              <a:rPr sz="1000" dirty="0">
                <a:latin typeface="Times New Roman"/>
                <a:cs typeface="Times New Roman"/>
              </a:rPr>
              <a:t>of</a:t>
            </a:r>
            <a:r>
              <a:rPr sz="1000" spc="-20" dirty="0">
                <a:latin typeface="Times New Roman"/>
                <a:cs typeface="Times New Roman"/>
              </a:rPr>
              <a:t> </a:t>
            </a:r>
            <a:r>
              <a:rPr sz="1000" dirty="0">
                <a:latin typeface="Times New Roman"/>
                <a:cs typeface="Times New Roman"/>
              </a:rPr>
              <a:t>Physics:</a:t>
            </a:r>
            <a:r>
              <a:rPr sz="1000" spc="10" dirty="0">
                <a:latin typeface="Times New Roman"/>
                <a:cs typeface="Times New Roman"/>
              </a:rPr>
              <a:t> </a:t>
            </a:r>
            <a:r>
              <a:rPr sz="1000" dirty="0">
                <a:latin typeface="Times New Roman"/>
                <a:cs typeface="Times New Roman"/>
              </a:rPr>
              <a:t>Conference</a:t>
            </a:r>
            <a:r>
              <a:rPr sz="1000" spc="-5" dirty="0">
                <a:latin typeface="Times New Roman"/>
                <a:cs typeface="Times New Roman"/>
              </a:rPr>
              <a:t> </a:t>
            </a:r>
            <a:r>
              <a:rPr sz="1000" dirty="0">
                <a:latin typeface="Times New Roman"/>
                <a:cs typeface="Times New Roman"/>
              </a:rPr>
              <a:t>Series.</a:t>
            </a:r>
            <a:r>
              <a:rPr sz="1000" spc="-5" dirty="0">
                <a:latin typeface="Times New Roman"/>
                <a:cs typeface="Times New Roman"/>
              </a:rPr>
              <a:t> </a:t>
            </a:r>
            <a:r>
              <a:rPr sz="1000" dirty="0">
                <a:latin typeface="Times New Roman"/>
                <a:cs typeface="Times New Roman"/>
              </a:rPr>
              <a:t>Vol.</a:t>
            </a:r>
            <a:r>
              <a:rPr sz="1000" spc="15" dirty="0">
                <a:latin typeface="Times New Roman"/>
                <a:cs typeface="Times New Roman"/>
              </a:rPr>
              <a:t> </a:t>
            </a:r>
            <a:r>
              <a:rPr sz="1000" dirty="0">
                <a:latin typeface="Times New Roman"/>
                <a:cs typeface="Times New Roman"/>
              </a:rPr>
              <a:t>1339. </a:t>
            </a:r>
            <a:r>
              <a:rPr sz="1000" spc="-25" dirty="0">
                <a:latin typeface="Times New Roman"/>
                <a:cs typeface="Times New Roman"/>
              </a:rPr>
              <a:t>No.</a:t>
            </a:r>
            <a:endParaRPr sz="1000">
              <a:latin typeface="Times New Roman"/>
              <a:cs typeface="Times New Roman"/>
            </a:endParaRPr>
          </a:p>
          <a:p>
            <a:pPr marL="19050" algn="just">
              <a:lnSpc>
                <a:spcPts val="1190"/>
              </a:lnSpc>
            </a:pPr>
            <a:r>
              <a:rPr sz="1000" dirty="0">
                <a:latin typeface="Times New Roman"/>
                <a:cs typeface="Times New Roman"/>
              </a:rPr>
              <a:t>1.</a:t>
            </a:r>
            <a:r>
              <a:rPr sz="1000" spc="15" dirty="0">
                <a:latin typeface="Times New Roman"/>
                <a:cs typeface="Times New Roman"/>
              </a:rPr>
              <a:t> </a:t>
            </a:r>
            <a:r>
              <a:rPr sz="1000" dirty="0">
                <a:latin typeface="Times New Roman"/>
                <a:cs typeface="Times New Roman"/>
              </a:rPr>
              <a:t>IOP</a:t>
            </a:r>
            <a:r>
              <a:rPr sz="1000" spc="-20" dirty="0">
                <a:latin typeface="Times New Roman"/>
                <a:cs typeface="Times New Roman"/>
              </a:rPr>
              <a:t> </a:t>
            </a:r>
            <a:r>
              <a:rPr sz="1000" spc="-10" dirty="0">
                <a:latin typeface="Times New Roman"/>
                <a:cs typeface="Times New Roman"/>
              </a:rPr>
              <a:t>Publishing</a:t>
            </a:r>
            <a:endParaRPr sz="1000">
              <a:latin typeface="Times New Roman"/>
              <a:cs typeface="Times New Roman"/>
            </a:endParaRPr>
          </a:p>
          <a:p>
            <a:pPr marL="12700">
              <a:lnSpc>
                <a:spcPct val="100000"/>
              </a:lnSpc>
              <a:spcBef>
                <a:spcPts val="50"/>
              </a:spcBef>
            </a:pPr>
            <a:r>
              <a:rPr sz="1000" spc="-10" dirty="0">
                <a:latin typeface="Times New Roman"/>
                <a:cs typeface="Times New Roman"/>
              </a:rPr>
              <a:t>(doi:10.1088/1742-6596/1339/1/012043)</a:t>
            </a:r>
            <a:endParaRPr sz="1000">
              <a:latin typeface="Times New Roman"/>
              <a:cs typeface="Times New Roman"/>
            </a:endParaRPr>
          </a:p>
        </p:txBody>
      </p:sp>
      <p:sp>
        <p:nvSpPr>
          <p:cNvPr id="4" name="object 4"/>
          <p:cNvSpPr/>
          <p:nvPr/>
        </p:nvSpPr>
        <p:spPr>
          <a:xfrm>
            <a:off x="304800" y="304799"/>
            <a:ext cx="6955790" cy="10086340"/>
          </a:xfrm>
          <a:custGeom>
            <a:avLst/>
            <a:gdLst/>
            <a:ahLst/>
            <a:cxnLst/>
            <a:rect l="l" t="t" r="r" b="b"/>
            <a:pathLst>
              <a:path w="6955790" h="10086340">
                <a:moveTo>
                  <a:pt x="6955536" y="0"/>
                </a:moveTo>
                <a:lnTo>
                  <a:pt x="6937248" y="0"/>
                </a:lnTo>
                <a:lnTo>
                  <a:pt x="6937248" y="18288"/>
                </a:lnTo>
                <a:lnTo>
                  <a:pt x="6937248" y="10067544"/>
                </a:lnTo>
                <a:lnTo>
                  <a:pt x="18288" y="10067544"/>
                </a:lnTo>
                <a:lnTo>
                  <a:pt x="18288" y="18288"/>
                </a:lnTo>
                <a:lnTo>
                  <a:pt x="6937248" y="18288"/>
                </a:lnTo>
                <a:lnTo>
                  <a:pt x="6937248" y="0"/>
                </a:lnTo>
                <a:lnTo>
                  <a:pt x="18288" y="0"/>
                </a:lnTo>
                <a:lnTo>
                  <a:pt x="0" y="0"/>
                </a:lnTo>
                <a:lnTo>
                  <a:pt x="0" y="18288"/>
                </a:lnTo>
                <a:lnTo>
                  <a:pt x="0" y="10067544"/>
                </a:lnTo>
                <a:lnTo>
                  <a:pt x="0" y="10085832"/>
                </a:lnTo>
                <a:lnTo>
                  <a:pt x="18288" y="10085832"/>
                </a:lnTo>
                <a:lnTo>
                  <a:pt x="6937248" y="10085832"/>
                </a:lnTo>
                <a:lnTo>
                  <a:pt x="6955536" y="10085832"/>
                </a:lnTo>
                <a:lnTo>
                  <a:pt x="6955536" y="10067544"/>
                </a:lnTo>
                <a:lnTo>
                  <a:pt x="6955536" y="18288"/>
                </a:lnTo>
                <a:lnTo>
                  <a:pt x="6955536" y="0"/>
                </a:lnTo>
                <a:close/>
              </a:path>
            </a:pathLst>
          </a:custGeom>
          <a:solidFill>
            <a:srgbClr val="000000"/>
          </a:solidFill>
        </p:spPr>
        <p:txBody>
          <a:bodyPr wrap="square" lIns="0" tIns="0" rIns="0" bIns="0" rtlCol="0"/>
          <a:lstStyle/>
          <a:p>
            <a:endParaRPr/>
          </a:p>
        </p:txBody>
      </p:sp>
      <p:sp>
        <p:nvSpPr>
          <p:cNvPr id="5" name="Slide Number Placeholder 4">
            <a:extLst>
              <a:ext uri="{FF2B5EF4-FFF2-40B4-BE49-F238E27FC236}">
                <a16:creationId xmlns:a16="http://schemas.microsoft.com/office/drawing/2014/main" id="{AFE94635-7FF8-0611-D9C4-B34E6522F892}"/>
              </a:ext>
            </a:extLst>
          </p:cNvPr>
          <p:cNvSpPr>
            <a:spLocks noGrp="1"/>
          </p:cNvSpPr>
          <p:nvPr>
            <p:ph type="sldNum" sz="quarter" idx="7"/>
          </p:nvPr>
        </p:nvSpPr>
        <p:spPr>
          <a:xfrm>
            <a:off x="3712464" y="8986096"/>
            <a:ext cx="370586" cy="359073"/>
          </a:xfrm>
        </p:spPr>
        <p:txBody>
          <a:bodyPr/>
          <a:lstStyle/>
          <a:p>
            <a:pPr marL="38100">
              <a:lnSpc>
                <a:spcPts val="1410"/>
              </a:lnSpc>
            </a:pPr>
            <a:r>
              <a:rPr lang="en-IN" spc="-50" dirty="0"/>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TotalTime>
  <Words>6303</Words>
  <Application>Microsoft Office PowerPoint</Application>
  <PresentationFormat>Custom</PresentationFormat>
  <Paragraphs>429</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 MT</vt:lpstr>
      <vt:lpstr>Calibri</vt:lpstr>
      <vt:lpstr>Courier New</vt:lpstr>
      <vt:lpstr>Segoe UI Emoji</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Mahitha Reddy</dc:creator>
  <cp:lastModifiedBy>aryanredy50@gmail.com</cp:lastModifiedBy>
  <cp:revision>1</cp:revision>
  <dcterms:created xsi:type="dcterms:W3CDTF">2025-04-27T13:41:49Z</dcterms:created>
  <dcterms:modified xsi:type="dcterms:W3CDTF">2025-04-27T15:13:17Z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2025-04-27T00:00:00Z</vt:filetime>
  </property>
  <property fmtid="{D5CDD505-2E9C-101B-9397-08002B2CF9AE}" pid="3" name="Creator">
    <vt:lpwstr>Microsoft® Word 2016</vt:lpwstr>
  </property>
  <property fmtid="{D5CDD505-2E9C-101B-9397-08002B2CF9AE}" pid="4" name="LastSaved">
    <vt:filetime>2025-04-27T00:00:00Z</vt:filetime>
  </property>
  <property fmtid="{D5CDD505-2E9C-101B-9397-08002B2CF9AE}" pid="5" name="Producer">
    <vt:lpwstr>www.ilovepdf.com</vt:lpwstr>
  </property>
</Properties>
</file>